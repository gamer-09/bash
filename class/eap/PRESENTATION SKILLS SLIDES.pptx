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C53074E8-C10C-48BF-8CF7-2A9B7FE2AE08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F1E05911-323E-4025-97DA-8B2F83280F6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5755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074E8-C10C-48BF-8CF7-2A9B7FE2AE08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05911-323E-4025-97DA-8B2F83280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17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074E8-C10C-48BF-8CF7-2A9B7FE2AE08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05911-323E-4025-97DA-8B2F83280F6D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674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074E8-C10C-48BF-8CF7-2A9B7FE2AE08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05911-323E-4025-97DA-8B2F83280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005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074E8-C10C-48BF-8CF7-2A9B7FE2AE08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05911-323E-4025-97DA-8B2F83280F6D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51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074E8-C10C-48BF-8CF7-2A9B7FE2AE08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05911-323E-4025-97DA-8B2F83280F6D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0101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074E8-C10C-48BF-8CF7-2A9B7FE2AE08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05911-323E-4025-97DA-8B2F83280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909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074E8-C10C-48BF-8CF7-2A9B7FE2AE08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05911-323E-4025-97DA-8B2F83280F6D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1738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074E8-C10C-48BF-8CF7-2A9B7FE2AE08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05911-323E-4025-97DA-8B2F83280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821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074E8-C10C-48BF-8CF7-2A9B7FE2AE08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05911-323E-4025-97DA-8B2F83280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075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074E8-C10C-48BF-8CF7-2A9B7FE2AE08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05911-323E-4025-97DA-8B2F83280F6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56226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074E8-C10C-48BF-8CF7-2A9B7FE2AE08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05911-323E-4025-97DA-8B2F83280F6D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73541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074E8-C10C-48BF-8CF7-2A9B7FE2AE08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05911-323E-4025-97DA-8B2F83280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9388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074E8-C10C-48BF-8CF7-2A9B7FE2AE08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05911-323E-4025-97DA-8B2F83280F6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18225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074E8-C10C-48BF-8CF7-2A9B7FE2AE08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05911-323E-4025-97DA-8B2F83280F6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70719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074E8-C10C-48BF-8CF7-2A9B7FE2AE08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05911-323E-4025-97DA-8B2F83280F6D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40821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074E8-C10C-48BF-8CF7-2A9B7FE2AE08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05911-323E-4025-97DA-8B2F83280F6D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3091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53074E8-C10C-48BF-8CF7-2A9B7FE2AE08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1E05911-323E-4025-97DA-8B2F83280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407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SKILLS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PUBLIC SPEAKING SKILLS</a:t>
            </a:r>
          </a:p>
        </p:txBody>
      </p:sp>
    </p:spTree>
    <p:extLst>
      <p:ext uri="{BB962C8B-B14F-4D97-AF65-F5344CB8AC3E}">
        <p14:creationId xmlns:p14="http://schemas.microsoft.com/office/powerpoint/2010/main" val="473397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7309" y="705041"/>
            <a:ext cx="6781798" cy="1303867"/>
          </a:xfrm>
        </p:spPr>
        <p:txBody>
          <a:bodyPr/>
          <a:lstStyle/>
          <a:p>
            <a:r>
              <a:rPr lang="en-US" b="1" u="sng" dirty="0"/>
              <a:t>PRESENTATION SKILLS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7D045DF2-749D-E703-7EEA-2B26102A51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0" y="1193443"/>
            <a:ext cx="4126675" cy="473900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930" y="1854529"/>
            <a:ext cx="7426036" cy="4476559"/>
          </a:xfrm>
        </p:spPr>
        <p:txBody>
          <a:bodyPr>
            <a:normAutofit/>
          </a:bodyPr>
          <a:lstStyle/>
          <a:p>
            <a:r>
              <a:rPr lang="en-US" sz="3200" dirty="0"/>
              <a:t>Presentation is the act of delivering a talk or speech to an audience in which a new product, idea, information or a piece of work is shown and explained.</a:t>
            </a:r>
          </a:p>
          <a:p>
            <a:r>
              <a:rPr lang="en-US" sz="3200" dirty="0"/>
              <a:t>Presentation skill is the prowess, mastery or expertise demonstrated while presenting. </a:t>
            </a:r>
          </a:p>
        </p:txBody>
      </p:sp>
    </p:spTree>
    <p:extLst>
      <p:ext uri="{BB962C8B-B14F-4D97-AF65-F5344CB8AC3E}">
        <p14:creationId xmlns:p14="http://schemas.microsoft.com/office/powerpoint/2010/main" val="3855833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5854" y="663478"/>
            <a:ext cx="5760024" cy="130386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PURPOSE OF PRESENTATION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3619" y="1967345"/>
            <a:ext cx="9601196" cy="331893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Presentation is carried out to achieve any of the following:</a:t>
            </a:r>
          </a:p>
          <a:p>
            <a:pPr lvl="0"/>
            <a:r>
              <a:rPr lang="en-US" dirty="0"/>
              <a:t>Persuasion</a:t>
            </a:r>
          </a:p>
          <a:p>
            <a:pPr lvl="0"/>
            <a:r>
              <a:rPr lang="en-US" dirty="0"/>
              <a:t>Information</a:t>
            </a:r>
          </a:p>
          <a:p>
            <a:pPr lvl="0"/>
            <a:r>
              <a:rPr lang="en-US" dirty="0"/>
              <a:t>Demonstration</a:t>
            </a:r>
          </a:p>
          <a:p>
            <a:pPr lvl="0"/>
            <a:r>
              <a:rPr lang="en-US" dirty="0"/>
              <a:t>Inspiration</a:t>
            </a:r>
          </a:p>
          <a:p>
            <a:pPr lvl="0"/>
            <a:r>
              <a:rPr lang="en-US" dirty="0"/>
              <a:t>Introduction of new product, concept or idea</a:t>
            </a:r>
          </a:p>
          <a:p>
            <a:pPr lvl="0"/>
            <a:r>
              <a:rPr lang="en-US" dirty="0"/>
              <a:t>Explanation of seemingly abstract ideas.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F258CB59-B04B-E5A6-2C39-FCD1FB6AE9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4145" y="2430701"/>
            <a:ext cx="4454236" cy="3318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264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145" y="969821"/>
            <a:ext cx="5784271" cy="102523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MODES OF PRESENTATION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Speech can be delivered or presented through the following ways:</a:t>
            </a:r>
          </a:p>
          <a:p>
            <a:pPr lvl="0"/>
            <a:r>
              <a:rPr lang="en-US" dirty="0"/>
              <a:t>Oral presentation</a:t>
            </a:r>
          </a:p>
          <a:p>
            <a:pPr lvl="0"/>
            <a:r>
              <a:rPr lang="en-US" dirty="0"/>
              <a:t>E-Poster presentation</a:t>
            </a:r>
          </a:p>
          <a:p>
            <a:pPr lvl="0"/>
            <a:r>
              <a:rPr lang="en-US" dirty="0"/>
              <a:t>Virtual presentation</a:t>
            </a:r>
          </a:p>
          <a:p>
            <a:pPr marL="0" indent="0">
              <a:buNone/>
            </a:pPr>
            <a:r>
              <a:rPr lang="en-US" dirty="0"/>
              <a:t>Oral Presentation: This is the type of presentation which is presented to a live audience, while E-poster presentation is done through the use of electronic posters to communicate to an audience. The poster displays data, diagram, graphics or pictures which come with understandable and self-explanatory text. </a:t>
            </a:r>
          </a:p>
          <a:p>
            <a:pPr marL="0" indent="0">
              <a:buNone/>
            </a:pPr>
            <a:r>
              <a:rPr lang="en-US" dirty="0"/>
              <a:t>Virtual presentation on the other hand is an online presentation; it can also refer to the type of presentation in which the presenter records and presents his/her presentation in absentia-a recorded presentation played to an audience in the absence of the </a:t>
            </a:r>
            <a:r>
              <a:rPr lang="en-US" dirty="0" smtClean="0"/>
              <a:t>presenter: video presentation.</a:t>
            </a:r>
            <a:r>
              <a:rPr lang="en-US" dirty="0"/>
              <a:t>	</a:t>
            </a:r>
          </a:p>
          <a:p>
            <a:pPr marL="0" lv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1E211947-3819-3697-48D6-43FC885AE2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2691" y="646771"/>
            <a:ext cx="4461164" cy="315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15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928" y="959830"/>
            <a:ext cx="5195451" cy="1274618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STEPS IN ORAL PRESENTATION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382" y="2081260"/>
            <a:ext cx="10688781" cy="3917758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5500" dirty="0"/>
              <a:t>In preparing and planning for presentation, the following steps should be taken:</a:t>
            </a:r>
          </a:p>
          <a:p>
            <a:r>
              <a:rPr lang="en-US" sz="5500" dirty="0"/>
              <a:t>Define the objective of the presentation.</a:t>
            </a:r>
          </a:p>
          <a:p>
            <a:pPr lvl="0"/>
            <a:r>
              <a:rPr lang="en-US" sz="5500" dirty="0"/>
              <a:t>Analyze your audience</a:t>
            </a:r>
          </a:p>
          <a:p>
            <a:pPr lvl="0"/>
            <a:r>
              <a:rPr lang="en-US" sz="5500" dirty="0"/>
              <a:t>Select your topic</a:t>
            </a:r>
          </a:p>
          <a:p>
            <a:pPr lvl="0"/>
            <a:r>
              <a:rPr lang="en-US" sz="5500" dirty="0"/>
              <a:t>Research to prepare the content of the presentation: here, you gather data, facts, quotes from experts and relatable personal experiences for vivid description and illustration</a:t>
            </a:r>
          </a:p>
          <a:p>
            <a:pPr lvl="0"/>
            <a:r>
              <a:rPr lang="en-US" sz="5500" dirty="0" err="1"/>
              <a:t>Organise</a:t>
            </a:r>
            <a:r>
              <a:rPr lang="en-US" sz="5500" dirty="0"/>
              <a:t> your </a:t>
            </a:r>
            <a:r>
              <a:rPr lang="en-US" sz="5500" dirty="0" smtClean="0"/>
              <a:t>presentation; segment into </a:t>
            </a:r>
            <a:r>
              <a:rPr lang="en-US" sz="5500" dirty="0"/>
              <a:t>introduction, content and conclusion: you do this by making the introduction relevant to the audience, asking them questions, sharing personal experience, beginning with a joke or a humorous story if the occasion is not formal, projecting </a:t>
            </a:r>
            <a:r>
              <a:rPr lang="en-US" sz="5500" dirty="0" smtClean="0"/>
              <a:t> </a:t>
            </a:r>
            <a:r>
              <a:rPr lang="en-US" sz="5500" dirty="0" err="1"/>
              <a:t>colourful</a:t>
            </a:r>
            <a:r>
              <a:rPr lang="en-US" sz="5500" dirty="0"/>
              <a:t> visual, making a stimulating or an inspirational statement</a:t>
            </a:r>
          </a:p>
          <a:p>
            <a:pPr lvl="0"/>
            <a:r>
              <a:rPr lang="en-US" sz="5500" dirty="0"/>
              <a:t>Practice the presentation delivery: you might want to speak from memory, from notes(notecards) or both, but do not read your slides to the audience. </a:t>
            </a:r>
            <a:endParaRPr lang="en-US" sz="5500" dirty="0" smtClean="0"/>
          </a:p>
          <a:p>
            <a:pPr marL="0" indent="0">
              <a:buNone/>
            </a:pPr>
            <a:r>
              <a:rPr lang="en-US" sz="4500" dirty="0" smtClean="0"/>
              <a:t> 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867E8387-6D9F-D3C0-0F62-2F5CE25E3A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3236" y="706582"/>
            <a:ext cx="3435927" cy="262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81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SLIDES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 standardized and consistent font style and size.</a:t>
            </a:r>
          </a:p>
          <a:p>
            <a:r>
              <a:rPr lang="en-US" dirty="0" smtClean="0"/>
              <a:t>Use relevant images and charts.</a:t>
            </a:r>
          </a:p>
          <a:p>
            <a:r>
              <a:rPr lang="en-US" dirty="0" smtClean="0"/>
              <a:t>Let your slides be concise and focused.</a:t>
            </a:r>
          </a:p>
          <a:p>
            <a:r>
              <a:rPr lang="en-US" dirty="0" smtClean="0"/>
              <a:t>Avoid text overload.</a:t>
            </a:r>
          </a:p>
          <a:p>
            <a:r>
              <a:rPr lang="en-US" dirty="0" smtClean="0"/>
              <a:t>Keep slides simple and comprehensible.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1026" name="Picture 2" descr="https://encrypted-tbn0.gstatic.com/images?q=tbn:ANd9GcRPBet4n18kmlUzjgracBEg5v4p-oX6N1183tV4510JsWj1jUzmKiLNz8EuJngdx0dxdsbx&amp;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5063" y="2556932"/>
            <a:ext cx="3001533" cy="331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2274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YOU AS A PRESENTER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Follow the standard structure of presentation</a:t>
            </a:r>
          </a:p>
          <a:p>
            <a:r>
              <a:rPr lang="en-US" dirty="0" smtClean="0"/>
              <a:t>Prepare adequately</a:t>
            </a:r>
          </a:p>
          <a:p>
            <a:r>
              <a:rPr lang="en-US" dirty="0" smtClean="0"/>
              <a:t>Focus on your message</a:t>
            </a:r>
          </a:p>
          <a:p>
            <a:r>
              <a:rPr lang="en-US" dirty="0" smtClean="0"/>
              <a:t>Do not read but show and explain</a:t>
            </a:r>
          </a:p>
          <a:p>
            <a:r>
              <a:rPr lang="en-US" dirty="0" smtClean="0"/>
              <a:t>Use the right body language</a:t>
            </a:r>
          </a:p>
          <a:p>
            <a:r>
              <a:rPr lang="en-US" dirty="0" smtClean="0"/>
              <a:t>Encourage active audience participation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7933" y="2556932"/>
            <a:ext cx="3836018" cy="2873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1500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401</TotalTime>
  <Words>417</Words>
  <Application>Microsoft Office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Garamond</vt:lpstr>
      <vt:lpstr>Organic</vt:lpstr>
      <vt:lpstr>PRESENTATION SKILLS</vt:lpstr>
      <vt:lpstr>PRESENTATION SKILLS</vt:lpstr>
      <vt:lpstr>PURPOSE OF PRESENTATION</vt:lpstr>
      <vt:lpstr>MODES OF PRESENTATION </vt:lpstr>
      <vt:lpstr>STEPS IN ORAL PRESENTATION </vt:lpstr>
      <vt:lpstr>SLIDES MANAGEMENT</vt:lpstr>
      <vt:lpstr>YOU AS A PRESENTER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SKILLS</dc:title>
  <dc:creator>Mrs. Afolabi</dc:creator>
  <cp:lastModifiedBy>Microsoft account</cp:lastModifiedBy>
  <cp:revision>32</cp:revision>
  <dcterms:created xsi:type="dcterms:W3CDTF">2022-11-02T07:32:47Z</dcterms:created>
  <dcterms:modified xsi:type="dcterms:W3CDTF">2025-10-15T12:53:42Z</dcterms:modified>
</cp:coreProperties>
</file>