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ICT 001 class activity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5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70" y="170645"/>
            <a:ext cx="10396882" cy="331631"/>
          </a:xfrm>
        </p:spPr>
        <p:txBody>
          <a:bodyPr>
            <a:normAutofit fontScale="90000"/>
          </a:bodyPr>
          <a:lstStyle/>
          <a:p>
            <a:r>
              <a:rPr lang="en-US" sz="2700" dirty="0" smtClean="0"/>
              <a:t>Study this ASCII table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5141" t="20831" r="26373" b="8712"/>
          <a:stretch/>
        </p:blipFill>
        <p:spPr>
          <a:xfrm>
            <a:off x="1981942" y="502276"/>
            <a:ext cx="8295398" cy="592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1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613" t="18952" r="26056" b="23743"/>
          <a:stretch/>
        </p:blipFill>
        <p:spPr>
          <a:xfrm>
            <a:off x="1356229" y="234358"/>
            <a:ext cx="8850148" cy="578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7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this in your note  </a:t>
            </a:r>
            <a:r>
              <a:rPr lang="en-US" sz="3200" dirty="0" smtClean="0">
                <a:solidFill>
                  <a:srgbClr val="00B0F0"/>
                </a:solidFill>
              </a:rPr>
              <a:t>(task one)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Look at the ASCII code table very well and write the below sentence in full</a:t>
            </a:r>
          </a:p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MR JUDE IS making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00000101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about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VT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fortunately, all customer service rep has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$#27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and not even anyone to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00011011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with so all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jude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effort is </a:t>
            </a:r>
            <a:r>
              <a:rPr lang="en-US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$#24.</a:t>
            </a:r>
            <a:endParaRPr lang="en-U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97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65360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Do this in your note </a:t>
            </a:r>
            <a:r>
              <a:rPr lang="en-US" sz="2400" dirty="0" smtClean="0">
                <a:solidFill>
                  <a:srgbClr val="00B0F0"/>
                </a:solidFill>
              </a:rPr>
              <a:t>(task two)</a:t>
            </a:r>
            <a:endParaRPr lang="en-US" sz="4000" dirty="0">
              <a:solidFill>
                <a:srgbClr val="00B0F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t="44523"/>
          <a:stretch/>
        </p:blipFill>
        <p:spPr>
          <a:xfrm>
            <a:off x="484700" y="1764405"/>
            <a:ext cx="10799084" cy="33742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277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Thanks see you next class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780554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40</TotalTime>
  <Words>82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Impact</vt:lpstr>
      <vt:lpstr>Main Event</vt:lpstr>
      <vt:lpstr>ICT 001 class activity</vt:lpstr>
      <vt:lpstr>Study this ASCII table</vt:lpstr>
      <vt:lpstr>PowerPoint Presentation</vt:lpstr>
      <vt:lpstr>Do this in your note  (task one)</vt:lpstr>
      <vt:lpstr>Do this in your note (task two)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001 class activity</dc:title>
  <dc:creator>user</dc:creator>
  <cp:lastModifiedBy>user</cp:lastModifiedBy>
  <cp:revision>6</cp:revision>
  <dcterms:created xsi:type="dcterms:W3CDTF">2024-09-24T14:10:07Z</dcterms:created>
  <dcterms:modified xsi:type="dcterms:W3CDTF">2024-09-24T14:50:41Z</dcterms:modified>
</cp:coreProperties>
</file>