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C74970-1C4F-46CB-84FC-09D825E8222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373FD-20B6-4DA1-BFD9-D37D11953048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5259" y="656822"/>
            <a:ext cx="8825658" cy="1068266"/>
          </a:xfrm>
        </p:spPr>
        <p:txBody>
          <a:bodyPr/>
          <a:lstStyle/>
          <a:p>
            <a:r>
              <a:rPr lang="en-US" dirty="0" smtClean="0"/>
              <a:t>NETWORK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49" y="2311925"/>
            <a:ext cx="7693427" cy="31786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2163651"/>
            <a:ext cx="8825658" cy="3475149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first instance of computer s being linked </a:t>
            </a:r>
            <a:r>
              <a:rPr lang="en-US" dirty="0" err="1"/>
              <a:t>togethe</a:t>
            </a:r>
            <a:r>
              <a:rPr lang="en-US" dirty="0"/>
              <a:t> r was in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1969 with the Advanced Research Projects Agency </a:t>
            </a:r>
            <a:r>
              <a:rPr lang="en-US" dirty="0" err="1"/>
              <a:t>Netwo</a:t>
            </a:r>
            <a:r>
              <a:rPr lang="en-US" dirty="0"/>
              <a:t> </a:t>
            </a:r>
            <a:r>
              <a:rPr lang="en-US" dirty="0" err="1"/>
              <a:t>rk</a:t>
            </a:r>
            <a:r>
              <a:rPr lang="en-US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(ARPANET). Universities connected com </a:t>
            </a:r>
            <a:r>
              <a:rPr lang="en-US" dirty="0" err="1"/>
              <a:t>puters</a:t>
            </a:r>
            <a:r>
              <a:rPr lang="en-US" dirty="0"/>
              <a:t> together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with the intention of being able to communicate and share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resources. This network was the predecessor to the internet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Networking </a:t>
            </a:r>
            <a:r>
              <a:rPr lang="en-US" dirty="0"/>
              <a:t>computers has a number of </a:t>
            </a:r>
            <a:r>
              <a:rPr lang="en-US" dirty="0" smtClean="0"/>
              <a:t>advantages </a:t>
            </a:r>
            <a:r>
              <a:rPr lang="en-US" dirty="0"/>
              <a:t>and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disadvantages.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advantages of </a:t>
            </a:r>
            <a:r>
              <a:rPr lang="en-US" dirty="0" smtClean="0"/>
              <a:t>networking computers </a:t>
            </a:r>
            <a:r>
              <a:rPr lang="en-US" dirty="0"/>
              <a:t>w ill mostly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outweigh the disadvantages . This is why we choose to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network </a:t>
            </a:r>
            <a:r>
              <a:rPr lang="en-US" dirty="0" smtClean="0"/>
              <a:t>computers </a:t>
            </a:r>
            <a:r>
              <a:rPr lang="en-US" dirty="0"/>
              <a:t>together.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03755" y="1260475"/>
            <a:ext cx="6108065" cy="5577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89575" y="20320"/>
            <a:ext cx="4194175" cy="6729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25725" y="1352550"/>
            <a:ext cx="7138035" cy="5347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66515" y="452755"/>
            <a:ext cx="6458585" cy="6170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61715" y="607060"/>
            <a:ext cx="6911975" cy="5941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3380" y="1266190"/>
            <a:ext cx="11238865" cy="5415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985" y="220345"/>
            <a:ext cx="10619105" cy="63309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Network servers handle a variety of functions,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including : </a:t>
            </a:r>
            <a:endParaRPr lang="en-US" altLang="en-US" sz="1800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Storing a database of usernames and passwords to control user access </a:t>
            </a:r>
            <a:endParaRPr lang="en-US" altLang="en-US" sz="1800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Data storage security assigning levels of access that determi ne what resources a user may access </a:t>
            </a:r>
            <a:endParaRPr lang="en-US" altLang="en-US" sz="1800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Monitoring network traffic </a:t>
            </a:r>
            <a:endParaRPr lang="en-US" altLang="en-US" sz="1800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Hosting of shared application s </a:t>
            </a:r>
            <a:endParaRPr lang="en-US" altLang="en-US" sz="1800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Managing an internet connectio n </a:t>
            </a:r>
            <a:endParaRPr lang="en-US" altLang="en-US" sz="1800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Schedu ling and running back-ups </a:t>
            </a:r>
            <a:endParaRPr lang="en-US" altLang="en-US" sz="1800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Email services </a:t>
            </a:r>
            <a:endParaRPr lang="en-US" altLang="en-US" sz="1800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Printingjobs on network printer s </a:t>
            </a:r>
            <a:endParaRPr lang="en-US" altLang="en-US" sz="1800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Domain name services.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 client- server network will usually have at least one server and several clients. A network may have more than on e server, each one dedicated to handl ing a specific function . For example, one server may hand le user access, whil e another may handle data storage. This ohen occurs in larger network s where a server has to service many client s at the same tin, e. Spreading the load across several servers helps to keep the network running efficiently</a:t>
            </a:r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14495" y="563245"/>
            <a:ext cx="5638800" cy="6013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42385" y="283210"/>
            <a:ext cx="5681980" cy="59315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7110" y="1431290"/>
            <a:ext cx="10141585" cy="41954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800"/>
              <a:t>On a peer-to-peer network, users store data on their own computer, but may allow other users access to it. Alternatively, they may choose to keep their data private. 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Indivi dual peers may provide resources that others do not. For example, a peer may have a printer attached to it and other peers may print to that printer. 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Table 6.03 shows a comparison of the architecture of a 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client-server and a peer-to-peer network</a:t>
            </a:r>
            <a:endParaRPr lang="en-US" altLang="en-US"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02355" y="681355"/>
            <a:ext cx="6976745" cy="6002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45" y="2052955"/>
            <a:ext cx="11019155" cy="4195445"/>
          </a:xfrm>
        </p:spPr>
        <p:txBody>
          <a:bodyPr/>
          <a:p>
            <a:pPr marL="0" indent="0" algn="just">
              <a:buNone/>
            </a:pPr>
            <a:r>
              <a:rPr lang="en-US" altLang="en-US" sz="3200"/>
              <a:t>Each type of archi tectu re has it s advantages and disadvantages. Peer-to-p eer netw orks are often cheaper to install and maintain than client- server networ ks. Client-server net works can be expensive to purchase and often req uire trai ned staff to maintain </a:t>
            </a:r>
            <a:endParaRPr lang="en-US" altLang="en-US" sz="3200"/>
          </a:p>
          <a:p>
            <a:pPr marL="0" indent="0" algn="just">
              <a:buNone/>
            </a:pPr>
            <a:r>
              <a:rPr lang="en-US" altLang="en-US" sz="3200"/>
              <a:t>them .</a:t>
            </a:r>
            <a:endParaRPr lang="en-US" altLang="en-US"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04945" y="181610"/>
            <a:ext cx="4989195" cy="66617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28110" y="240665"/>
            <a:ext cx="6275070" cy="64027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09060" y="312420"/>
            <a:ext cx="6757670" cy="65455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07945" y="1432560"/>
            <a:ext cx="5770880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2180</Words>
  <Application>WPS Presentation</Application>
  <PresentationFormat>Widescreen</PresentationFormat>
  <Paragraphs>66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SimSun</vt:lpstr>
      <vt:lpstr>Wingdings</vt:lpstr>
      <vt:lpstr>Wingdings 3</vt:lpstr>
      <vt:lpstr>Arial</vt:lpstr>
      <vt:lpstr>Century Gothic</vt:lpstr>
      <vt:lpstr>Microsoft YaHei</vt:lpstr>
      <vt:lpstr>Arial Unicode MS</vt:lpstr>
      <vt:lpstr>Calibri</vt:lpstr>
      <vt:lpstr>Wingdings</vt:lpstr>
      <vt:lpstr>Ion</vt:lpstr>
      <vt:lpstr>NETWORK</vt:lpstr>
      <vt:lpstr>Network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</dc:title>
  <dc:creator>user</dc:creator>
  <cp:lastModifiedBy>durodola kehinde</cp:lastModifiedBy>
  <cp:revision>8</cp:revision>
  <dcterms:created xsi:type="dcterms:W3CDTF">2025-01-07T10:16:00Z</dcterms:created>
  <dcterms:modified xsi:type="dcterms:W3CDTF">2025-01-08T11:32:51Z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8DE63537205B45AAB114CA359622DE56_12</vt:lpwstr>
  </property>
  <property fmtid="{D5CDD505-2E9C-101B-9397-08002B2CF9AE}" pid="3" name="KSOProductBuildVer">
    <vt:lpwstr>1033-12.2.0.19307</vt:lpwstr>
  </property>
</Properties>
</file>