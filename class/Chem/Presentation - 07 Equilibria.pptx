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70" r:id="rId1"/>
    <p:sldMasterId id="2147483671" r:id="rId2"/>
  </p:sldMasterIdLst>
  <p:notesMasterIdLst>
    <p:notesMasterId r:id="rId75"/>
  </p:notesMasterIdLst>
  <p:sldIdLst>
    <p:sldId id="256" r:id="rId3"/>
    <p:sldId id="258" r:id="rId4"/>
    <p:sldId id="294" r:id="rId5"/>
    <p:sldId id="333" r:id="rId6"/>
    <p:sldId id="334" r:id="rId7"/>
    <p:sldId id="335" r:id="rId8"/>
    <p:sldId id="336" r:id="rId9"/>
    <p:sldId id="337" r:id="rId10"/>
    <p:sldId id="338" r:id="rId11"/>
    <p:sldId id="339" r:id="rId12"/>
    <p:sldId id="340" r:id="rId13"/>
    <p:sldId id="341" r:id="rId14"/>
    <p:sldId id="342" r:id="rId15"/>
    <p:sldId id="343" r:id="rId16"/>
    <p:sldId id="344" r:id="rId17"/>
    <p:sldId id="345" r:id="rId18"/>
    <p:sldId id="346" r:id="rId19"/>
    <p:sldId id="347" r:id="rId20"/>
    <p:sldId id="348" r:id="rId21"/>
    <p:sldId id="349" r:id="rId22"/>
    <p:sldId id="350" r:id="rId23"/>
    <p:sldId id="351" r:id="rId24"/>
    <p:sldId id="352" r:id="rId25"/>
    <p:sldId id="353" r:id="rId26"/>
    <p:sldId id="276" r:id="rId27"/>
    <p:sldId id="354" r:id="rId28"/>
    <p:sldId id="355" r:id="rId29"/>
    <p:sldId id="356" r:id="rId30"/>
    <p:sldId id="357" r:id="rId31"/>
    <p:sldId id="278" r:id="rId32"/>
    <p:sldId id="358" r:id="rId33"/>
    <p:sldId id="359" r:id="rId34"/>
    <p:sldId id="360" r:id="rId35"/>
    <p:sldId id="361" r:id="rId36"/>
    <p:sldId id="362" r:id="rId37"/>
    <p:sldId id="363" r:id="rId38"/>
    <p:sldId id="364" r:id="rId39"/>
    <p:sldId id="365" r:id="rId40"/>
    <p:sldId id="366" r:id="rId41"/>
    <p:sldId id="367" r:id="rId42"/>
    <p:sldId id="368" r:id="rId43"/>
    <p:sldId id="283" r:id="rId44"/>
    <p:sldId id="284" r:id="rId45"/>
    <p:sldId id="285" r:id="rId46"/>
    <p:sldId id="286" r:id="rId47"/>
    <p:sldId id="287" r:id="rId48"/>
    <p:sldId id="288" r:id="rId49"/>
    <p:sldId id="289" r:id="rId50"/>
    <p:sldId id="290" r:id="rId51"/>
    <p:sldId id="291" r:id="rId52"/>
    <p:sldId id="274" r:id="rId53"/>
    <p:sldId id="292" r:id="rId54"/>
    <p:sldId id="293" r:id="rId55"/>
    <p:sldId id="378" r:id="rId56"/>
    <p:sldId id="377" r:id="rId57"/>
    <p:sldId id="379" r:id="rId58"/>
    <p:sldId id="380" r:id="rId59"/>
    <p:sldId id="381" r:id="rId60"/>
    <p:sldId id="382" r:id="rId61"/>
    <p:sldId id="257" r:id="rId62"/>
    <p:sldId id="259" r:id="rId63"/>
    <p:sldId id="260" r:id="rId64"/>
    <p:sldId id="298" r:id="rId65"/>
    <p:sldId id="299" r:id="rId66"/>
    <p:sldId id="300" r:id="rId67"/>
    <p:sldId id="281" r:id="rId68"/>
    <p:sldId id="282" r:id="rId69"/>
    <p:sldId id="369" r:id="rId70"/>
    <p:sldId id="370" r:id="rId71"/>
    <p:sldId id="371" r:id="rId72"/>
    <p:sldId id="372" r:id="rId73"/>
    <p:sldId id="323" r:id="rId74"/>
  </p:sldIdLst>
  <p:sldSz cx="9144000" cy="5143500" type="screen16x9"/>
  <p:notesSz cx="6858000" cy="9144000"/>
  <p:embeddedFontLst>
    <p:embeddedFont>
      <p:font typeface="Calibri" panose="020F0502020204030204" pitchFamily="34" charset="0"/>
      <p:regular r:id="rId76"/>
      <p:bold r:id="rId77"/>
      <p:italic r:id="rId78"/>
      <p:boldItalic r:id="rId79"/>
    </p:embeddedFont>
    <p:embeddedFont>
      <p:font typeface="Cambria Math" panose="02040503050406030204" pitchFamily="18" charset="0"/>
      <p:regular r:id="rId80"/>
    </p:embeddedFont>
    <p:embeddedFont>
      <p:font typeface="Roboto" panose="02000000000000000000" pitchFamily="2" charset="0"/>
      <p:regular r:id="rId81"/>
      <p:bold r:id="rId82"/>
      <p:italic r:id="rId83"/>
      <p:boldItalic r:id="rId84"/>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SUTHAN SELVARAJ" initials="SS" lastIdx="1" clrIdx="0">
    <p:extLst>
      <p:ext uri="{19B8F6BF-5375-455C-9EA6-DF929625EA0E}">
        <p15:presenceInfo xmlns:p15="http://schemas.microsoft.com/office/powerpoint/2012/main" userId="S::18061952@imail.sunway.edu.my::2efb98fe-2ea7-4325-9d1d-55f3fd5226ba"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221" autoAdjust="0"/>
    <p:restoredTop sz="94660"/>
  </p:normalViewPr>
  <p:slideViewPr>
    <p:cSldViewPr snapToGrid="0">
      <p:cViewPr varScale="1">
        <p:scale>
          <a:sx n="85" d="100"/>
          <a:sy n="85" d="100"/>
        </p:scale>
        <p:origin x="900" y="78"/>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slide" Target="slides/slide40.xml"/><Relationship Id="rId47" Type="http://schemas.openxmlformats.org/officeDocument/2006/relationships/slide" Target="slides/slide45.xml"/><Relationship Id="rId50" Type="http://schemas.openxmlformats.org/officeDocument/2006/relationships/slide" Target="slides/slide48.xml"/><Relationship Id="rId55" Type="http://schemas.openxmlformats.org/officeDocument/2006/relationships/slide" Target="slides/slide53.xml"/><Relationship Id="rId63" Type="http://schemas.openxmlformats.org/officeDocument/2006/relationships/slide" Target="slides/slide61.xml"/><Relationship Id="rId68" Type="http://schemas.openxmlformats.org/officeDocument/2006/relationships/slide" Target="slides/slide66.xml"/><Relationship Id="rId76" Type="http://schemas.openxmlformats.org/officeDocument/2006/relationships/font" Target="fonts/font1.fntdata"/><Relationship Id="rId84" Type="http://schemas.openxmlformats.org/officeDocument/2006/relationships/font" Target="fonts/font9.fntdata"/><Relationship Id="rId89" Type="http://schemas.openxmlformats.org/officeDocument/2006/relationships/tableStyles" Target="tableStyles.xml"/><Relationship Id="rId7" Type="http://schemas.openxmlformats.org/officeDocument/2006/relationships/slide" Target="slides/slide5.xml"/><Relationship Id="rId71" Type="http://schemas.openxmlformats.org/officeDocument/2006/relationships/slide" Target="slides/slide69.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3" Type="http://schemas.openxmlformats.org/officeDocument/2006/relationships/slide" Target="slides/slide51.xml"/><Relationship Id="rId58" Type="http://schemas.openxmlformats.org/officeDocument/2006/relationships/slide" Target="slides/slide56.xml"/><Relationship Id="rId66" Type="http://schemas.openxmlformats.org/officeDocument/2006/relationships/slide" Target="slides/slide64.xml"/><Relationship Id="rId74" Type="http://schemas.openxmlformats.org/officeDocument/2006/relationships/slide" Target="slides/slide72.xml"/><Relationship Id="rId79" Type="http://schemas.openxmlformats.org/officeDocument/2006/relationships/font" Target="fonts/font4.fntdata"/><Relationship Id="rId87" Type="http://schemas.openxmlformats.org/officeDocument/2006/relationships/viewProps" Target="viewProps.xml"/><Relationship Id="rId5" Type="http://schemas.openxmlformats.org/officeDocument/2006/relationships/slide" Target="slides/slide3.xml"/><Relationship Id="rId61" Type="http://schemas.openxmlformats.org/officeDocument/2006/relationships/slide" Target="slides/slide59.xml"/><Relationship Id="rId82" Type="http://schemas.openxmlformats.org/officeDocument/2006/relationships/font" Target="fonts/font7.fntdata"/><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slide" Target="slides/slide54.xml"/><Relationship Id="rId64" Type="http://schemas.openxmlformats.org/officeDocument/2006/relationships/slide" Target="slides/slide62.xml"/><Relationship Id="rId69" Type="http://schemas.openxmlformats.org/officeDocument/2006/relationships/slide" Target="slides/slide67.xml"/><Relationship Id="rId77" Type="http://schemas.openxmlformats.org/officeDocument/2006/relationships/font" Target="fonts/font2.fntdata"/><Relationship Id="rId8" Type="http://schemas.openxmlformats.org/officeDocument/2006/relationships/slide" Target="slides/slide6.xml"/><Relationship Id="rId51" Type="http://schemas.openxmlformats.org/officeDocument/2006/relationships/slide" Target="slides/slide49.xml"/><Relationship Id="rId72" Type="http://schemas.openxmlformats.org/officeDocument/2006/relationships/slide" Target="slides/slide70.xml"/><Relationship Id="rId80" Type="http://schemas.openxmlformats.org/officeDocument/2006/relationships/font" Target="fonts/font5.fntdata"/><Relationship Id="rId85" Type="http://schemas.openxmlformats.org/officeDocument/2006/relationships/commentAuthors" Target="commentAuthors.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slide" Target="slides/slide57.xml"/><Relationship Id="rId67" Type="http://schemas.openxmlformats.org/officeDocument/2006/relationships/slide" Target="slides/slide65.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slide" Target="slides/slide52.xml"/><Relationship Id="rId62" Type="http://schemas.openxmlformats.org/officeDocument/2006/relationships/slide" Target="slides/slide60.xml"/><Relationship Id="rId70" Type="http://schemas.openxmlformats.org/officeDocument/2006/relationships/slide" Target="slides/slide68.xml"/><Relationship Id="rId75" Type="http://schemas.openxmlformats.org/officeDocument/2006/relationships/notesMaster" Target="notesMasters/notesMaster1.xml"/><Relationship Id="rId83" Type="http://schemas.openxmlformats.org/officeDocument/2006/relationships/font" Target="fonts/font8.fntdata"/><Relationship Id="rId88"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slide" Target="slides/slide55.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slide" Target="slides/slide58.xml"/><Relationship Id="rId65" Type="http://schemas.openxmlformats.org/officeDocument/2006/relationships/slide" Target="slides/slide63.xml"/><Relationship Id="rId73" Type="http://schemas.openxmlformats.org/officeDocument/2006/relationships/slide" Target="slides/slide71.xml"/><Relationship Id="rId78" Type="http://schemas.openxmlformats.org/officeDocument/2006/relationships/font" Target="fonts/font3.fntdata"/><Relationship Id="rId81" Type="http://schemas.openxmlformats.org/officeDocument/2006/relationships/font" Target="fonts/font6.fntdata"/><Relationship Id="rId86"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extLst>
      <p:ext uri="{BB962C8B-B14F-4D97-AF65-F5344CB8AC3E}">
        <p14:creationId xmlns:p14="http://schemas.microsoft.com/office/powerpoint/2010/main" val="1088978180"/>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
        <p:cNvGrpSpPr/>
        <p:nvPr/>
      </p:nvGrpSpPr>
      <p:grpSpPr>
        <a:xfrm>
          <a:off x="0" y="0"/>
          <a:ext cx="0" cy="0"/>
          <a:chOff x="0" y="0"/>
          <a:chExt cx="0" cy="0"/>
        </a:xfrm>
      </p:grpSpPr>
      <p:sp>
        <p:nvSpPr>
          <p:cNvPr id="109" name="Google Shape;109;g394e51d7be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0" name="Google Shape;110;g394e51d7be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50505361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
        <p:cNvGrpSpPr/>
        <p:nvPr/>
      </p:nvGrpSpPr>
      <p:grpSpPr>
        <a:xfrm>
          <a:off x="0" y="0"/>
          <a:ext cx="0" cy="0"/>
          <a:chOff x="0" y="0"/>
          <a:chExt cx="0" cy="0"/>
        </a:xfrm>
      </p:grpSpPr>
      <p:sp>
        <p:nvSpPr>
          <p:cNvPr id="120" name="Google Shape;120;g394e51d7be_2_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1" name="Google Shape;121;g394e51d7be_2_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51312048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
        <p:cNvGrpSpPr/>
        <p:nvPr/>
      </p:nvGrpSpPr>
      <p:grpSpPr>
        <a:xfrm>
          <a:off x="0" y="0"/>
          <a:ext cx="0" cy="0"/>
          <a:chOff x="0" y="0"/>
          <a:chExt cx="0" cy="0"/>
        </a:xfrm>
      </p:grpSpPr>
      <p:sp>
        <p:nvSpPr>
          <p:cNvPr id="120" name="Google Shape;120;g394e51d7be_2_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1" name="Google Shape;121;g394e51d7be_2_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23482009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3"/>
        <p:cNvGrpSpPr/>
        <p:nvPr/>
      </p:nvGrpSpPr>
      <p:grpSpPr>
        <a:xfrm>
          <a:off x="0" y="0"/>
          <a:ext cx="0" cy="0"/>
          <a:chOff x="0" y="0"/>
          <a:chExt cx="0" cy="0"/>
        </a:xfrm>
      </p:grpSpPr>
      <p:sp>
        <p:nvSpPr>
          <p:cNvPr id="114" name="Google Shape;114;g394e51d7be_0_6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5" name="Google Shape;115;g394e51d7be_0_6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15823400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3"/>
        <p:cNvGrpSpPr/>
        <p:nvPr/>
      </p:nvGrpSpPr>
      <p:grpSpPr>
        <a:xfrm>
          <a:off x="0" y="0"/>
          <a:ext cx="0" cy="0"/>
          <a:chOff x="0" y="0"/>
          <a:chExt cx="0" cy="0"/>
        </a:xfrm>
      </p:grpSpPr>
      <p:sp>
        <p:nvSpPr>
          <p:cNvPr id="114" name="Google Shape;114;g394e51d7be_0_6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5" name="Google Shape;115;g394e51d7be_0_6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10349825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3"/>
        <p:cNvGrpSpPr/>
        <p:nvPr/>
      </p:nvGrpSpPr>
      <p:grpSpPr>
        <a:xfrm>
          <a:off x="0" y="0"/>
          <a:ext cx="0" cy="0"/>
          <a:chOff x="0" y="0"/>
          <a:chExt cx="0" cy="0"/>
        </a:xfrm>
      </p:grpSpPr>
      <p:sp>
        <p:nvSpPr>
          <p:cNvPr id="114" name="Google Shape;114;g394e51d7be_0_6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5" name="Google Shape;115;g394e51d7be_0_6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6536779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3"/>
        <p:cNvGrpSpPr/>
        <p:nvPr/>
      </p:nvGrpSpPr>
      <p:grpSpPr>
        <a:xfrm>
          <a:off x="0" y="0"/>
          <a:ext cx="0" cy="0"/>
          <a:chOff x="0" y="0"/>
          <a:chExt cx="0" cy="0"/>
        </a:xfrm>
      </p:grpSpPr>
      <p:sp>
        <p:nvSpPr>
          <p:cNvPr id="114" name="Google Shape;114;g394e51d7be_0_6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5" name="Google Shape;115;g394e51d7be_0_6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46485020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3"/>
        <p:cNvGrpSpPr/>
        <p:nvPr/>
      </p:nvGrpSpPr>
      <p:grpSpPr>
        <a:xfrm>
          <a:off x="0" y="0"/>
          <a:ext cx="0" cy="0"/>
          <a:chOff x="0" y="0"/>
          <a:chExt cx="0" cy="0"/>
        </a:xfrm>
      </p:grpSpPr>
      <p:sp>
        <p:nvSpPr>
          <p:cNvPr id="114" name="Google Shape;114;g394e51d7be_0_6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5" name="Google Shape;115;g394e51d7be_0_6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36822577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3"/>
        <p:cNvGrpSpPr/>
        <p:nvPr/>
      </p:nvGrpSpPr>
      <p:grpSpPr>
        <a:xfrm>
          <a:off x="0" y="0"/>
          <a:ext cx="0" cy="0"/>
          <a:chOff x="0" y="0"/>
          <a:chExt cx="0" cy="0"/>
        </a:xfrm>
      </p:grpSpPr>
      <p:sp>
        <p:nvSpPr>
          <p:cNvPr id="114" name="Google Shape;114;g394e51d7be_0_6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5" name="Google Shape;115;g394e51d7be_0_6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77404070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3"/>
        <p:cNvGrpSpPr/>
        <p:nvPr/>
      </p:nvGrpSpPr>
      <p:grpSpPr>
        <a:xfrm>
          <a:off x="0" y="0"/>
          <a:ext cx="0" cy="0"/>
          <a:chOff x="0" y="0"/>
          <a:chExt cx="0" cy="0"/>
        </a:xfrm>
      </p:grpSpPr>
      <p:sp>
        <p:nvSpPr>
          <p:cNvPr id="114" name="Google Shape;114;g394e51d7be_0_6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5" name="Google Shape;115;g394e51d7be_0_6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10493089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
        <p:cNvGrpSpPr/>
        <p:nvPr/>
      </p:nvGrpSpPr>
      <p:grpSpPr>
        <a:xfrm>
          <a:off x="0" y="0"/>
          <a:ext cx="0" cy="0"/>
          <a:chOff x="0" y="0"/>
          <a:chExt cx="0" cy="0"/>
        </a:xfrm>
      </p:grpSpPr>
      <p:sp>
        <p:nvSpPr>
          <p:cNvPr id="120" name="Google Shape;120;g394e51d7be_2_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1" name="Google Shape;121;g394e51d7be_2_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15296058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3"/>
        <p:cNvGrpSpPr/>
        <p:nvPr/>
      </p:nvGrpSpPr>
      <p:grpSpPr>
        <a:xfrm>
          <a:off x="0" y="0"/>
          <a:ext cx="0" cy="0"/>
          <a:chOff x="0" y="0"/>
          <a:chExt cx="0" cy="0"/>
        </a:xfrm>
      </p:grpSpPr>
      <p:sp>
        <p:nvSpPr>
          <p:cNvPr id="114" name="Google Shape;114;g394e51d7be_0_6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5" name="Google Shape;115;g394e51d7be_0_6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00994312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3"/>
        <p:cNvGrpSpPr/>
        <p:nvPr/>
      </p:nvGrpSpPr>
      <p:grpSpPr>
        <a:xfrm>
          <a:off x="0" y="0"/>
          <a:ext cx="0" cy="0"/>
          <a:chOff x="0" y="0"/>
          <a:chExt cx="0" cy="0"/>
        </a:xfrm>
      </p:grpSpPr>
      <p:sp>
        <p:nvSpPr>
          <p:cNvPr id="114" name="Google Shape;114;g394e51d7be_0_6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5" name="Google Shape;115;g394e51d7be_0_6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68844537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3"/>
        <p:cNvGrpSpPr/>
        <p:nvPr/>
      </p:nvGrpSpPr>
      <p:grpSpPr>
        <a:xfrm>
          <a:off x="0" y="0"/>
          <a:ext cx="0" cy="0"/>
          <a:chOff x="0" y="0"/>
          <a:chExt cx="0" cy="0"/>
        </a:xfrm>
      </p:grpSpPr>
      <p:sp>
        <p:nvSpPr>
          <p:cNvPr id="114" name="Google Shape;114;g394e51d7be_0_6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5" name="Google Shape;115;g394e51d7be_0_6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48458065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3"/>
        <p:cNvGrpSpPr/>
        <p:nvPr/>
      </p:nvGrpSpPr>
      <p:grpSpPr>
        <a:xfrm>
          <a:off x="0" y="0"/>
          <a:ext cx="0" cy="0"/>
          <a:chOff x="0" y="0"/>
          <a:chExt cx="0" cy="0"/>
        </a:xfrm>
      </p:grpSpPr>
      <p:sp>
        <p:nvSpPr>
          <p:cNvPr id="114" name="Google Shape;114;g394e51d7be_0_6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5" name="Google Shape;115;g394e51d7be_0_6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1513553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3"/>
        <p:cNvGrpSpPr/>
        <p:nvPr/>
      </p:nvGrpSpPr>
      <p:grpSpPr>
        <a:xfrm>
          <a:off x="0" y="0"/>
          <a:ext cx="0" cy="0"/>
          <a:chOff x="0" y="0"/>
          <a:chExt cx="0" cy="0"/>
        </a:xfrm>
      </p:grpSpPr>
      <p:sp>
        <p:nvSpPr>
          <p:cNvPr id="114" name="Google Shape;114;g394e51d7be_0_6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5" name="Google Shape;115;g394e51d7be_0_6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62144013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3"/>
        <p:cNvGrpSpPr/>
        <p:nvPr/>
      </p:nvGrpSpPr>
      <p:grpSpPr>
        <a:xfrm>
          <a:off x="0" y="0"/>
          <a:ext cx="0" cy="0"/>
          <a:chOff x="0" y="0"/>
          <a:chExt cx="0" cy="0"/>
        </a:xfrm>
      </p:grpSpPr>
      <p:sp>
        <p:nvSpPr>
          <p:cNvPr id="114" name="Google Shape;114;g394e51d7be_0_6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5" name="Google Shape;115;g394e51d7be_0_6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66358322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3"/>
        <p:cNvGrpSpPr/>
        <p:nvPr/>
      </p:nvGrpSpPr>
      <p:grpSpPr>
        <a:xfrm>
          <a:off x="0" y="0"/>
          <a:ext cx="0" cy="0"/>
          <a:chOff x="0" y="0"/>
          <a:chExt cx="0" cy="0"/>
        </a:xfrm>
      </p:grpSpPr>
      <p:sp>
        <p:nvSpPr>
          <p:cNvPr id="114" name="Google Shape;114;g394e51d7be_0_6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5" name="Google Shape;115;g394e51d7be_0_6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69228686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3"/>
        <p:cNvGrpSpPr/>
        <p:nvPr/>
      </p:nvGrpSpPr>
      <p:grpSpPr>
        <a:xfrm>
          <a:off x="0" y="0"/>
          <a:ext cx="0" cy="0"/>
          <a:chOff x="0" y="0"/>
          <a:chExt cx="0" cy="0"/>
        </a:xfrm>
      </p:grpSpPr>
      <p:sp>
        <p:nvSpPr>
          <p:cNvPr id="114" name="Google Shape;114;g394e51d7be_0_6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5" name="Google Shape;115;g394e51d7be_0_6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4631216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3"/>
        <p:cNvGrpSpPr/>
        <p:nvPr/>
      </p:nvGrpSpPr>
      <p:grpSpPr>
        <a:xfrm>
          <a:off x="0" y="0"/>
          <a:ext cx="0" cy="0"/>
          <a:chOff x="0" y="0"/>
          <a:chExt cx="0" cy="0"/>
        </a:xfrm>
      </p:grpSpPr>
      <p:sp>
        <p:nvSpPr>
          <p:cNvPr id="114" name="Google Shape;114;g394e51d7be_0_6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5" name="Google Shape;115;g394e51d7be_0_6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67605004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3"/>
        <p:cNvGrpSpPr/>
        <p:nvPr/>
      </p:nvGrpSpPr>
      <p:grpSpPr>
        <a:xfrm>
          <a:off x="0" y="0"/>
          <a:ext cx="0" cy="0"/>
          <a:chOff x="0" y="0"/>
          <a:chExt cx="0" cy="0"/>
        </a:xfrm>
      </p:grpSpPr>
      <p:sp>
        <p:nvSpPr>
          <p:cNvPr id="114" name="Google Shape;114;g394e51d7be_0_6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5" name="Google Shape;115;g394e51d7be_0_6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95499418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3"/>
        <p:cNvGrpSpPr/>
        <p:nvPr/>
      </p:nvGrpSpPr>
      <p:grpSpPr>
        <a:xfrm>
          <a:off x="0" y="0"/>
          <a:ext cx="0" cy="0"/>
          <a:chOff x="0" y="0"/>
          <a:chExt cx="0" cy="0"/>
        </a:xfrm>
      </p:grpSpPr>
      <p:sp>
        <p:nvSpPr>
          <p:cNvPr id="114" name="Google Shape;114;g394e51d7be_0_6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5" name="Google Shape;115;g394e51d7be_0_6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45651827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3"/>
        <p:cNvGrpSpPr/>
        <p:nvPr/>
      </p:nvGrpSpPr>
      <p:grpSpPr>
        <a:xfrm>
          <a:off x="0" y="0"/>
          <a:ext cx="0" cy="0"/>
          <a:chOff x="0" y="0"/>
          <a:chExt cx="0" cy="0"/>
        </a:xfrm>
      </p:grpSpPr>
      <p:sp>
        <p:nvSpPr>
          <p:cNvPr id="114" name="Google Shape;114;g394e51d7be_0_6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5" name="Google Shape;115;g394e51d7be_0_6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456499516"/>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3"/>
        <p:cNvGrpSpPr/>
        <p:nvPr/>
      </p:nvGrpSpPr>
      <p:grpSpPr>
        <a:xfrm>
          <a:off x="0" y="0"/>
          <a:ext cx="0" cy="0"/>
          <a:chOff x="0" y="0"/>
          <a:chExt cx="0" cy="0"/>
        </a:xfrm>
      </p:grpSpPr>
      <p:sp>
        <p:nvSpPr>
          <p:cNvPr id="114" name="Google Shape;114;g394e51d7be_0_6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5" name="Google Shape;115;g394e51d7be_0_6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552890714"/>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3"/>
        <p:cNvGrpSpPr/>
        <p:nvPr/>
      </p:nvGrpSpPr>
      <p:grpSpPr>
        <a:xfrm>
          <a:off x="0" y="0"/>
          <a:ext cx="0" cy="0"/>
          <a:chOff x="0" y="0"/>
          <a:chExt cx="0" cy="0"/>
        </a:xfrm>
      </p:grpSpPr>
      <p:sp>
        <p:nvSpPr>
          <p:cNvPr id="114" name="Google Shape;114;g394e51d7be_0_6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5" name="Google Shape;115;g394e51d7be_0_6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712814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3"/>
        <p:cNvGrpSpPr/>
        <p:nvPr/>
      </p:nvGrpSpPr>
      <p:grpSpPr>
        <a:xfrm>
          <a:off x="0" y="0"/>
          <a:ext cx="0" cy="0"/>
          <a:chOff x="0" y="0"/>
          <a:chExt cx="0" cy="0"/>
        </a:xfrm>
      </p:grpSpPr>
      <p:sp>
        <p:nvSpPr>
          <p:cNvPr id="114" name="Google Shape;114;g394e51d7be_0_6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5" name="Google Shape;115;g394e51d7be_0_6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30614196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3"/>
        <p:cNvGrpSpPr/>
        <p:nvPr/>
      </p:nvGrpSpPr>
      <p:grpSpPr>
        <a:xfrm>
          <a:off x="0" y="0"/>
          <a:ext cx="0" cy="0"/>
          <a:chOff x="0" y="0"/>
          <a:chExt cx="0" cy="0"/>
        </a:xfrm>
      </p:grpSpPr>
      <p:sp>
        <p:nvSpPr>
          <p:cNvPr id="114" name="Google Shape;114;g394e51d7be_0_6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5" name="Google Shape;115;g394e51d7be_0_6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963605130"/>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3"/>
        <p:cNvGrpSpPr/>
        <p:nvPr/>
      </p:nvGrpSpPr>
      <p:grpSpPr>
        <a:xfrm>
          <a:off x="0" y="0"/>
          <a:ext cx="0" cy="0"/>
          <a:chOff x="0" y="0"/>
          <a:chExt cx="0" cy="0"/>
        </a:xfrm>
      </p:grpSpPr>
      <p:sp>
        <p:nvSpPr>
          <p:cNvPr id="114" name="Google Shape;114;g394e51d7be_0_6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5" name="Google Shape;115;g394e51d7be_0_6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694980160"/>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3"/>
        <p:cNvGrpSpPr/>
        <p:nvPr/>
      </p:nvGrpSpPr>
      <p:grpSpPr>
        <a:xfrm>
          <a:off x="0" y="0"/>
          <a:ext cx="0" cy="0"/>
          <a:chOff x="0" y="0"/>
          <a:chExt cx="0" cy="0"/>
        </a:xfrm>
      </p:grpSpPr>
      <p:sp>
        <p:nvSpPr>
          <p:cNvPr id="114" name="Google Shape;114;g394e51d7be_0_6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5" name="Google Shape;115;g394e51d7be_0_6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183450933"/>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3"/>
        <p:cNvGrpSpPr/>
        <p:nvPr/>
      </p:nvGrpSpPr>
      <p:grpSpPr>
        <a:xfrm>
          <a:off x="0" y="0"/>
          <a:ext cx="0" cy="0"/>
          <a:chOff x="0" y="0"/>
          <a:chExt cx="0" cy="0"/>
        </a:xfrm>
      </p:grpSpPr>
      <p:sp>
        <p:nvSpPr>
          <p:cNvPr id="114" name="Google Shape;114;g394e51d7be_0_6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5" name="Google Shape;115;g394e51d7be_0_6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747855476"/>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3"/>
        <p:cNvGrpSpPr/>
        <p:nvPr/>
      </p:nvGrpSpPr>
      <p:grpSpPr>
        <a:xfrm>
          <a:off x="0" y="0"/>
          <a:ext cx="0" cy="0"/>
          <a:chOff x="0" y="0"/>
          <a:chExt cx="0" cy="0"/>
        </a:xfrm>
      </p:grpSpPr>
      <p:sp>
        <p:nvSpPr>
          <p:cNvPr id="114" name="Google Shape;114;g394e51d7be_0_6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5" name="Google Shape;115;g394e51d7be_0_6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46610872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3"/>
        <p:cNvGrpSpPr/>
        <p:nvPr/>
      </p:nvGrpSpPr>
      <p:grpSpPr>
        <a:xfrm>
          <a:off x="0" y="0"/>
          <a:ext cx="0" cy="0"/>
          <a:chOff x="0" y="0"/>
          <a:chExt cx="0" cy="0"/>
        </a:xfrm>
      </p:grpSpPr>
      <p:sp>
        <p:nvSpPr>
          <p:cNvPr id="114" name="Google Shape;114;g394e51d7be_0_6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5" name="Google Shape;115;g394e51d7be_0_6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962612557"/>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3"/>
        <p:cNvGrpSpPr/>
        <p:nvPr/>
      </p:nvGrpSpPr>
      <p:grpSpPr>
        <a:xfrm>
          <a:off x="0" y="0"/>
          <a:ext cx="0" cy="0"/>
          <a:chOff x="0" y="0"/>
          <a:chExt cx="0" cy="0"/>
        </a:xfrm>
      </p:grpSpPr>
      <p:sp>
        <p:nvSpPr>
          <p:cNvPr id="114" name="Google Shape;114;g394e51d7be_0_6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5" name="Google Shape;115;g394e51d7be_0_6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49800338"/>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3"/>
        <p:cNvGrpSpPr/>
        <p:nvPr/>
      </p:nvGrpSpPr>
      <p:grpSpPr>
        <a:xfrm>
          <a:off x="0" y="0"/>
          <a:ext cx="0" cy="0"/>
          <a:chOff x="0" y="0"/>
          <a:chExt cx="0" cy="0"/>
        </a:xfrm>
      </p:grpSpPr>
      <p:sp>
        <p:nvSpPr>
          <p:cNvPr id="114" name="Google Shape;114;g394e51d7be_0_6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5" name="Google Shape;115;g394e51d7be_0_6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301317182"/>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3"/>
        <p:cNvGrpSpPr/>
        <p:nvPr/>
      </p:nvGrpSpPr>
      <p:grpSpPr>
        <a:xfrm>
          <a:off x="0" y="0"/>
          <a:ext cx="0" cy="0"/>
          <a:chOff x="0" y="0"/>
          <a:chExt cx="0" cy="0"/>
        </a:xfrm>
      </p:grpSpPr>
      <p:sp>
        <p:nvSpPr>
          <p:cNvPr id="114" name="Google Shape;114;g394e51d7be_0_6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5" name="Google Shape;115;g394e51d7be_0_6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517818644"/>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3"/>
        <p:cNvGrpSpPr/>
        <p:nvPr/>
      </p:nvGrpSpPr>
      <p:grpSpPr>
        <a:xfrm>
          <a:off x="0" y="0"/>
          <a:ext cx="0" cy="0"/>
          <a:chOff x="0" y="0"/>
          <a:chExt cx="0" cy="0"/>
        </a:xfrm>
      </p:grpSpPr>
      <p:sp>
        <p:nvSpPr>
          <p:cNvPr id="114" name="Google Shape;114;g394e51d7be_0_6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5" name="Google Shape;115;g394e51d7be_0_6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058034989"/>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3"/>
        <p:cNvGrpSpPr/>
        <p:nvPr/>
      </p:nvGrpSpPr>
      <p:grpSpPr>
        <a:xfrm>
          <a:off x="0" y="0"/>
          <a:ext cx="0" cy="0"/>
          <a:chOff x="0" y="0"/>
          <a:chExt cx="0" cy="0"/>
        </a:xfrm>
      </p:grpSpPr>
      <p:sp>
        <p:nvSpPr>
          <p:cNvPr id="114" name="Google Shape;114;g394e51d7be_0_6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5" name="Google Shape;115;g394e51d7be_0_6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48005049"/>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3"/>
        <p:cNvGrpSpPr/>
        <p:nvPr/>
      </p:nvGrpSpPr>
      <p:grpSpPr>
        <a:xfrm>
          <a:off x="0" y="0"/>
          <a:ext cx="0" cy="0"/>
          <a:chOff x="0" y="0"/>
          <a:chExt cx="0" cy="0"/>
        </a:xfrm>
      </p:grpSpPr>
      <p:sp>
        <p:nvSpPr>
          <p:cNvPr id="114" name="Google Shape;114;g394e51d7be_0_6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5" name="Google Shape;115;g394e51d7be_0_6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087272244"/>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3"/>
        <p:cNvGrpSpPr/>
        <p:nvPr/>
      </p:nvGrpSpPr>
      <p:grpSpPr>
        <a:xfrm>
          <a:off x="0" y="0"/>
          <a:ext cx="0" cy="0"/>
          <a:chOff x="0" y="0"/>
          <a:chExt cx="0" cy="0"/>
        </a:xfrm>
      </p:grpSpPr>
      <p:sp>
        <p:nvSpPr>
          <p:cNvPr id="114" name="Google Shape;114;g394e51d7be_0_6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5" name="Google Shape;115;g394e51d7be_0_6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801279076"/>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3"/>
        <p:cNvGrpSpPr/>
        <p:nvPr/>
      </p:nvGrpSpPr>
      <p:grpSpPr>
        <a:xfrm>
          <a:off x="0" y="0"/>
          <a:ext cx="0" cy="0"/>
          <a:chOff x="0" y="0"/>
          <a:chExt cx="0" cy="0"/>
        </a:xfrm>
      </p:grpSpPr>
      <p:sp>
        <p:nvSpPr>
          <p:cNvPr id="114" name="Google Shape;114;g394e51d7be_0_6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5" name="Google Shape;115;g394e51d7be_0_6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06732313"/>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3"/>
        <p:cNvGrpSpPr/>
        <p:nvPr/>
      </p:nvGrpSpPr>
      <p:grpSpPr>
        <a:xfrm>
          <a:off x="0" y="0"/>
          <a:ext cx="0" cy="0"/>
          <a:chOff x="0" y="0"/>
          <a:chExt cx="0" cy="0"/>
        </a:xfrm>
      </p:grpSpPr>
      <p:sp>
        <p:nvSpPr>
          <p:cNvPr id="114" name="Google Shape;114;g394e51d7be_0_6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5" name="Google Shape;115;g394e51d7be_0_6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7529844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3"/>
        <p:cNvGrpSpPr/>
        <p:nvPr/>
      </p:nvGrpSpPr>
      <p:grpSpPr>
        <a:xfrm>
          <a:off x="0" y="0"/>
          <a:ext cx="0" cy="0"/>
          <a:chOff x="0" y="0"/>
          <a:chExt cx="0" cy="0"/>
        </a:xfrm>
      </p:grpSpPr>
      <p:sp>
        <p:nvSpPr>
          <p:cNvPr id="114" name="Google Shape;114;g394e51d7be_0_6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5" name="Google Shape;115;g394e51d7be_0_6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85425276"/>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
        <p:cNvGrpSpPr/>
        <p:nvPr/>
      </p:nvGrpSpPr>
      <p:grpSpPr>
        <a:xfrm>
          <a:off x="0" y="0"/>
          <a:ext cx="0" cy="0"/>
          <a:chOff x="0" y="0"/>
          <a:chExt cx="0" cy="0"/>
        </a:xfrm>
      </p:grpSpPr>
      <p:sp>
        <p:nvSpPr>
          <p:cNvPr id="120" name="Google Shape;120;g394e51d7be_2_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1" name="Google Shape;121;g394e51d7be_2_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28118096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3"/>
        <p:cNvGrpSpPr/>
        <p:nvPr/>
      </p:nvGrpSpPr>
      <p:grpSpPr>
        <a:xfrm>
          <a:off x="0" y="0"/>
          <a:ext cx="0" cy="0"/>
          <a:chOff x="0" y="0"/>
          <a:chExt cx="0" cy="0"/>
        </a:xfrm>
      </p:grpSpPr>
      <p:sp>
        <p:nvSpPr>
          <p:cNvPr id="114" name="Google Shape;114;g394e51d7be_0_6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5" name="Google Shape;115;g394e51d7be_0_6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448600819"/>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3"/>
        <p:cNvGrpSpPr/>
        <p:nvPr/>
      </p:nvGrpSpPr>
      <p:grpSpPr>
        <a:xfrm>
          <a:off x="0" y="0"/>
          <a:ext cx="0" cy="0"/>
          <a:chOff x="0" y="0"/>
          <a:chExt cx="0" cy="0"/>
        </a:xfrm>
      </p:grpSpPr>
      <p:sp>
        <p:nvSpPr>
          <p:cNvPr id="114" name="Google Shape;114;g394e51d7be_0_6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5" name="Google Shape;115;g394e51d7be_0_6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843582799"/>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3"/>
        <p:cNvGrpSpPr/>
        <p:nvPr/>
      </p:nvGrpSpPr>
      <p:grpSpPr>
        <a:xfrm>
          <a:off x="0" y="0"/>
          <a:ext cx="0" cy="0"/>
          <a:chOff x="0" y="0"/>
          <a:chExt cx="0" cy="0"/>
        </a:xfrm>
      </p:grpSpPr>
      <p:sp>
        <p:nvSpPr>
          <p:cNvPr id="114" name="Google Shape;114;g394e51d7be_0_6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5" name="Google Shape;115;g394e51d7be_0_6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549501220"/>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3"/>
        <p:cNvGrpSpPr/>
        <p:nvPr/>
      </p:nvGrpSpPr>
      <p:grpSpPr>
        <a:xfrm>
          <a:off x="0" y="0"/>
          <a:ext cx="0" cy="0"/>
          <a:chOff x="0" y="0"/>
          <a:chExt cx="0" cy="0"/>
        </a:xfrm>
      </p:grpSpPr>
      <p:sp>
        <p:nvSpPr>
          <p:cNvPr id="114" name="Google Shape;114;g394e51d7be_0_6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5" name="Google Shape;115;g394e51d7be_0_6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57429179"/>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3"/>
        <p:cNvGrpSpPr/>
        <p:nvPr/>
      </p:nvGrpSpPr>
      <p:grpSpPr>
        <a:xfrm>
          <a:off x="0" y="0"/>
          <a:ext cx="0" cy="0"/>
          <a:chOff x="0" y="0"/>
          <a:chExt cx="0" cy="0"/>
        </a:xfrm>
      </p:grpSpPr>
      <p:sp>
        <p:nvSpPr>
          <p:cNvPr id="114" name="Google Shape;114;g394e51d7be_0_6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5" name="Google Shape;115;g394e51d7be_0_6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78255351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3"/>
        <p:cNvGrpSpPr/>
        <p:nvPr/>
      </p:nvGrpSpPr>
      <p:grpSpPr>
        <a:xfrm>
          <a:off x="0" y="0"/>
          <a:ext cx="0" cy="0"/>
          <a:chOff x="0" y="0"/>
          <a:chExt cx="0" cy="0"/>
        </a:xfrm>
      </p:grpSpPr>
      <p:sp>
        <p:nvSpPr>
          <p:cNvPr id="114" name="Google Shape;114;g394e51d7be_0_6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5" name="Google Shape;115;g394e51d7be_0_6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860644719"/>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3"/>
        <p:cNvGrpSpPr/>
        <p:nvPr/>
      </p:nvGrpSpPr>
      <p:grpSpPr>
        <a:xfrm>
          <a:off x="0" y="0"/>
          <a:ext cx="0" cy="0"/>
          <a:chOff x="0" y="0"/>
          <a:chExt cx="0" cy="0"/>
        </a:xfrm>
      </p:grpSpPr>
      <p:sp>
        <p:nvSpPr>
          <p:cNvPr id="114" name="Google Shape;114;g394e51d7be_0_6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5" name="Google Shape;115;g394e51d7be_0_6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1630164"/>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3"/>
        <p:cNvGrpSpPr/>
        <p:nvPr/>
      </p:nvGrpSpPr>
      <p:grpSpPr>
        <a:xfrm>
          <a:off x="0" y="0"/>
          <a:ext cx="0" cy="0"/>
          <a:chOff x="0" y="0"/>
          <a:chExt cx="0" cy="0"/>
        </a:xfrm>
      </p:grpSpPr>
      <p:sp>
        <p:nvSpPr>
          <p:cNvPr id="114" name="Google Shape;114;g394e51d7be_0_6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5" name="Google Shape;115;g394e51d7be_0_6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811373817"/>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3"/>
        <p:cNvGrpSpPr/>
        <p:nvPr/>
      </p:nvGrpSpPr>
      <p:grpSpPr>
        <a:xfrm>
          <a:off x="0" y="0"/>
          <a:ext cx="0" cy="0"/>
          <a:chOff x="0" y="0"/>
          <a:chExt cx="0" cy="0"/>
        </a:xfrm>
      </p:grpSpPr>
      <p:sp>
        <p:nvSpPr>
          <p:cNvPr id="114" name="Google Shape;114;g394e51d7be_0_6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5" name="Google Shape;115;g394e51d7be_0_6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914630523"/>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3"/>
        <p:cNvGrpSpPr/>
        <p:nvPr/>
      </p:nvGrpSpPr>
      <p:grpSpPr>
        <a:xfrm>
          <a:off x="0" y="0"/>
          <a:ext cx="0" cy="0"/>
          <a:chOff x="0" y="0"/>
          <a:chExt cx="0" cy="0"/>
        </a:xfrm>
      </p:grpSpPr>
      <p:sp>
        <p:nvSpPr>
          <p:cNvPr id="114" name="Google Shape;114;g394e51d7be_0_6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5" name="Google Shape;115;g394e51d7be_0_6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188790979"/>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3"/>
        <p:cNvGrpSpPr/>
        <p:nvPr/>
      </p:nvGrpSpPr>
      <p:grpSpPr>
        <a:xfrm>
          <a:off x="0" y="0"/>
          <a:ext cx="0" cy="0"/>
          <a:chOff x="0" y="0"/>
          <a:chExt cx="0" cy="0"/>
        </a:xfrm>
      </p:grpSpPr>
      <p:sp>
        <p:nvSpPr>
          <p:cNvPr id="114" name="Google Shape;114;g394e51d7be_0_6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5" name="Google Shape;115;g394e51d7be_0_6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125443850"/>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3"/>
        <p:cNvGrpSpPr/>
        <p:nvPr/>
      </p:nvGrpSpPr>
      <p:grpSpPr>
        <a:xfrm>
          <a:off x="0" y="0"/>
          <a:ext cx="0" cy="0"/>
          <a:chOff x="0" y="0"/>
          <a:chExt cx="0" cy="0"/>
        </a:xfrm>
      </p:grpSpPr>
      <p:sp>
        <p:nvSpPr>
          <p:cNvPr id="114" name="Google Shape;114;g394e51d7be_0_6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5" name="Google Shape;115;g394e51d7be_0_6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1947064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3"/>
        <p:cNvGrpSpPr/>
        <p:nvPr/>
      </p:nvGrpSpPr>
      <p:grpSpPr>
        <a:xfrm>
          <a:off x="0" y="0"/>
          <a:ext cx="0" cy="0"/>
          <a:chOff x="0" y="0"/>
          <a:chExt cx="0" cy="0"/>
        </a:xfrm>
      </p:grpSpPr>
      <p:sp>
        <p:nvSpPr>
          <p:cNvPr id="114" name="Google Shape;114;g394e51d7be_0_6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5" name="Google Shape;115;g394e51d7be_0_6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903093102"/>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3"/>
        <p:cNvGrpSpPr/>
        <p:nvPr/>
      </p:nvGrpSpPr>
      <p:grpSpPr>
        <a:xfrm>
          <a:off x="0" y="0"/>
          <a:ext cx="0" cy="0"/>
          <a:chOff x="0" y="0"/>
          <a:chExt cx="0" cy="0"/>
        </a:xfrm>
      </p:grpSpPr>
      <p:sp>
        <p:nvSpPr>
          <p:cNvPr id="114" name="Google Shape;114;g394e51d7be_0_6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5" name="Google Shape;115;g394e51d7be_0_6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61632603"/>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3"/>
        <p:cNvGrpSpPr/>
        <p:nvPr/>
      </p:nvGrpSpPr>
      <p:grpSpPr>
        <a:xfrm>
          <a:off x="0" y="0"/>
          <a:ext cx="0" cy="0"/>
          <a:chOff x="0" y="0"/>
          <a:chExt cx="0" cy="0"/>
        </a:xfrm>
      </p:grpSpPr>
      <p:sp>
        <p:nvSpPr>
          <p:cNvPr id="114" name="Google Shape;114;g394e51d7be_0_6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5" name="Google Shape;115;g394e51d7be_0_6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950609"/>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3"/>
        <p:cNvGrpSpPr/>
        <p:nvPr/>
      </p:nvGrpSpPr>
      <p:grpSpPr>
        <a:xfrm>
          <a:off x="0" y="0"/>
          <a:ext cx="0" cy="0"/>
          <a:chOff x="0" y="0"/>
          <a:chExt cx="0" cy="0"/>
        </a:xfrm>
      </p:grpSpPr>
      <p:sp>
        <p:nvSpPr>
          <p:cNvPr id="114" name="Google Shape;114;g394e51d7be_0_6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5" name="Google Shape;115;g394e51d7be_0_6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288014128"/>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3"/>
        <p:cNvGrpSpPr/>
        <p:nvPr/>
      </p:nvGrpSpPr>
      <p:grpSpPr>
        <a:xfrm>
          <a:off x="0" y="0"/>
          <a:ext cx="0" cy="0"/>
          <a:chOff x="0" y="0"/>
          <a:chExt cx="0" cy="0"/>
        </a:xfrm>
      </p:grpSpPr>
      <p:sp>
        <p:nvSpPr>
          <p:cNvPr id="114" name="Google Shape;114;g394e51d7be_0_6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5" name="Google Shape;115;g394e51d7be_0_6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888353386"/>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3"/>
        <p:cNvGrpSpPr/>
        <p:nvPr/>
      </p:nvGrpSpPr>
      <p:grpSpPr>
        <a:xfrm>
          <a:off x="0" y="0"/>
          <a:ext cx="0" cy="0"/>
          <a:chOff x="0" y="0"/>
          <a:chExt cx="0" cy="0"/>
        </a:xfrm>
      </p:grpSpPr>
      <p:sp>
        <p:nvSpPr>
          <p:cNvPr id="114" name="Google Shape;114;g394e51d7be_0_6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5" name="Google Shape;115;g394e51d7be_0_6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4207216774"/>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3"/>
        <p:cNvGrpSpPr/>
        <p:nvPr/>
      </p:nvGrpSpPr>
      <p:grpSpPr>
        <a:xfrm>
          <a:off x="0" y="0"/>
          <a:ext cx="0" cy="0"/>
          <a:chOff x="0" y="0"/>
          <a:chExt cx="0" cy="0"/>
        </a:xfrm>
      </p:grpSpPr>
      <p:sp>
        <p:nvSpPr>
          <p:cNvPr id="114" name="Google Shape;114;g394e51d7be_0_6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5" name="Google Shape;115;g394e51d7be_0_6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544855544"/>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3"/>
        <p:cNvGrpSpPr/>
        <p:nvPr/>
      </p:nvGrpSpPr>
      <p:grpSpPr>
        <a:xfrm>
          <a:off x="0" y="0"/>
          <a:ext cx="0" cy="0"/>
          <a:chOff x="0" y="0"/>
          <a:chExt cx="0" cy="0"/>
        </a:xfrm>
      </p:grpSpPr>
      <p:sp>
        <p:nvSpPr>
          <p:cNvPr id="114" name="Google Shape;114;g394e51d7be_0_6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5" name="Google Shape;115;g394e51d7be_0_6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348094663"/>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3"/>
        <p:cNvGrpSpPr/>
        <p:nvPr/>
      </p:nvGrpSpPr>
      <p:grpSpPr>
        <a:xfrm>
          <a:off x="0" y="0"/>
          <a:ext cx="0" cy="0"/>
          <a:chOff x="0" y="0"/>
          <a:chExt cx="0" cy="0"/>
        </a:xfrm>
      </p:grpSpPr>
      <p:sp>
        <p:nvSpPr>
          <p:cNvPr id="114" name="Google Shape;114;g394e51d7be_0_6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5" name="Google Shape;115;g394e51d7be_0_6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884832013"/>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3"/>
        <p:cNvGrpSpPr/>
        <p:nvPr/>
      </p:nvGrpSpPr>
      <p:grpSpPr>
        <a:xfrm>
          <a:off x="0" y="0"/>
          <a:ext cx="0" cy="0"/>
          <a:chOff x="0" y="0"/>
          <a:chExt cx="0" cy="0"/>
        </a:xfrm>
      </p:grpSpPr>
      <p:sp>
        <p:nvSpPr>
          <p:cNvPr id="114" name="Google Shape;114;g394e51d7be_0_6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5" name="Google Shape;115;g394e51d7be_0_6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4196408245"/>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
        <p:cNvGrpSpPr/>
        <p:nvPr/>
      </p:nvGrpSpPr>
      <p:grpSpPr>
        <a:xfrm>
          <a:off x="0" y="0"/>
          <a:ext cx="0" cy="0"/>
          <a:chOff x="0" y="0"/>
          <a:chExt cx="0" cy="0"/>
        </a:xfrm>
      </p:grpSpPr>
      <p:sp>
        <p:nvSpPr>
          <p:cNvPr id="120" name="Google Shape;120;g394e51d7be_2_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1" name="Google Shape;121;g394e51d7be_2_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740458314"/>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
        <p:cNvGrpSpPr/>
        <p:nvPr/>
      </p:nvGrpSpPr>
      <p:grpSpPr>
        <a:xfrm>
          <a:off x="0" y="0"/>
          <a:ext cx="0" cy="0"/>
          <a:chOff x="0" y="0"/>
          <a:chExt cx="0" cy="0"/>
        </a:xfrm>
      </p:grpSpPr>
      <p:sp>
        <p:nvSpPr>
          <p:cNvPr id="120" name="Google Shape;120;g394e51d7be_2_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1" name="Google Shape;121;g394e51d7be_2_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503557318"/>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
        <p:cNvGrpSpPr/>
        <p:nvPr/>
      </p:nvGrpSpPr>
      <p:grpSpPr>
        <a:xfrm>
          <a:off x="0" y="0"/>
          <a:ext cx="0" cy="0"/>
          <a:chOff x="0" y="0"/>
          <a:chExt cx="0" cy="0"/>
        </a:xfrm>
      </p:grpSpPr>
      <p:sp>
        <p:nvSpPr>
          <p:cNvPr id="120" name="Google Shape;120;g394e51d7be_2_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1" name="Google Shape;121;g394e51d7be_2_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031871712"/>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
        <p:cNvGrpSpPr/>
        <p:nvPr/>
      </p:nvGrpSpPr>
      <p:grpSpPr>
        <a:xfrm>
          <a:off x="0" y="0"/>
          <a:ext cx="0" cy="0"/>
          <a:chOff x="0" y="0"/>
          <a:chExt cx="0" cy="0"/>
        </a:xfrm>
      </p:grpSpPr>
      <p:sp>
        <p:nvSpPr>
          <p:cNvPr id="120" name="Google Shape;120;g394e51d7be_2_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1" name="Google Shape;121;g394e51d7be_2_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631763352"/>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
        <p:cNvGrpSpPr/>
        <p:nvPr/>
      </p:nvGrpSpPr>
      <p:grpSpPr>
        <a:xfrm>
          <a:off x="0" y="0"/>
          <a:ext cx="0" cy="0"/>
          <a:chOff x="0" y="0"/>
          <a:chExt cx="0" cy="0"/>
        </a:xfrm>
      </p:grpSpPr>
      <p:sp>
        <p:nvSpPr>
          <p:cNvPr id="120" name="Google Shape;120;g394e51d7be_2_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1" name="Google Shape;121;g394e51d7be_2_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61688529"/>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
        <p:cNvGrpSpPr/>
        <p:nvPr/>
      </p:nvGrpSpPr>
      <p:grpSpPr>
        <a:xfrm>
          <a:off x="0" y="0"/>
          <a:ext cx="0" cy="0"/>
          <a:chOff x="0" y="0"/>
          <a:chExt cx="0" cy="0"/>
        </a:xfrm>
      </p:grpSpPr>
      <p:sp>
        <p:nvSpPr>
          <p:cNvPr id="120" name="Google Shape;120;g394e51d7be_2_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1" name="Google Shape;121;g394e51d7be_2_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674121887"/>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
        <p:cNvGrpSpPr/>
        <p:nvPr/>
      </p:nvGrpSpPr>
      <p:grpSpPr>
        <a:xfrm>
          <a:off x="0" y="0"/>
          <a:ext cx="0" cy="0"/>
          <a:chOff x="0" y="0"/>
          <a:chExt cx="0" cy="0"/>
        </a:xfrm>
      </p:grpSpPr>
      <p:sp>
        <p:nvSpPr>
          <p:cNvPr id="120" name="Google Shape;120;g394e51d7be_2_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1" name="Google Shape;121;g394e51d7be_2_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29620607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lstStyle>
            <a:lvl1pPr marL="457200" lvl="0" indent="-342900">
              <a:spcBef>
                <a:spcPts val="0"/>
              </a:spcBef>
              <a:spcAft>
                <a:spcPts val="0"/>
              </a:spcAft>
              <a:buSzPts val="1800"/>
              <a:buChar char="●"/>
              <a:defRPr/>
            </a:lvl1pPr>
            <a:lvl2pPr marL="914400" lvl="1" indent="-317500">
              <a:spcBef>
                <a:spcPts val="1600"/>
              </a:spcBef>
              <a:spcAft>
                <a:spcPts val="0"/>
              </a:spcAft>
              <a:buSzPts val="1400"/>
              <a:buChar char="○"/>
              <a:defRPr/>
            </a:lvl2pPr>
            <a:lvl3pPr marL="1371600" lvl="2" indent="-317500">
              <a:spcBef>
                <a:spcPts val="1600"/>
              </a:spcBef>
              <a:spcAft>
                <a:spcPts val="0"/>
              </a:spcAft>
              <a:buSzPts val="1400"/>
              <a:buChar char="■"/>
              <a:defRPr/>
            </a:lvl3pPr>
            <a:lvl4pPr marL="1828800" lvl="3" indent="-317500">
              <a:spcBef>
                <a:spcPts val="1600"/>
              </a:spcBef>
              <a:spcAft>
                <a:spcPts val="0"/>
              </a:spcAft>
              <a:buSzPts val="1400"/>
              <a:buChar char="●"/>
              <a:defRPr/>
            </a:lvl4pPr>
            <a:lvl5pPr marL="2286000" lvl="4" indent="-317500">
              <a:spcBef>
                <a:spcPts val="1600"/>
              </a:spcBef>
              <a:spcAft>
                <a:spcPts val="0"/>
              </a:spcAft>
              <a:buSzPts val="1400"/>
              <a:buChar char="○"/>
              <a:defRPr/>
            </a:lvl5pPr>
            <a:lvl6pPr marL="2743200" lvl="5" indent="-317500">
              <a:spcBef>
                <a:spcPts val="1600"/>
              </a:spcBef>
              <a:spcAft>
                <a:spcPts val="0"/>
              </a:spcAft>
              <a:buSzPts val="1400"/>
              <a:buChar char="■"/>
              <a:defRPr/>
            </a:lvl6pPr>
            <a:lvl7pPr marL="3200400" lvl="6" indent="-317500">
              <a:spcBef>
                <a:spcPts val="1600"/>
              </a:spcBef>
              <a:spcAft>
                <a:spcPts val="0"/>
              </a:spcAft>
              <a:buSzPts val="1400"/>
              <a:buChar char="●"/>
              <a:defRPr/>
            </a:lvl7pPr>
            <a:lvl8pPr marL="3657600" lvl="7" indent="-317500">
              <a:spcBef>
                <a:spcPts val="1600"/>
              </a:spcBef>
              <a:spcAft>
                <a:spcPts val="0"/>
              </a:spcAft>
              <a:buSzPts val="1400"/>
              <a:buChar char="○"/>
              <a:defRPr/>
            </a:lvl8pPr>
            <a:lvl9pPr marL="4114800" lvl="8" indent="-317500">
              <a:spcBef>
                <a:spcPts val="1600"/>
              </a:spcBef>
              <a:spcAft>
                <a:spcPts val="1600"/>
              </a:spcAft>
              <a:buSzPts val="14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lstStyle>
            <a:lvl1pPr marL="457200" lvl="0" indent="-317500">
              <a:spcBef>
                <a:spcPts val="0"/>
              </a:spcBef>
              <a:spcAft>
                <a:spcPts val="0"/>
              </a:spcAft>
              <a:buSzPts val="1400"/>
              <a:buChar char="●"/>
              <a:defRPr sz="1400"/>
            </a:lvl1pPr>
            <a:lvl2pPr marL="914400" lvl="1" indent="-304800">
              <a:spcBef>
                <a:spcPts val="1600"/>
              </a:spcBef>
              <a:spcAft>
                <a:spcPts val="0"/>
              </a:spcAft>
              <a:buSzPts val="1200"/>
              <a:buChar char="○"/>
              <a:defRPr sz="1200"/>
            </a:lvl2pPr>
            <a:lvl3pPr marL="1371600" lvl="2" indent="-304800">
              <a:spcBef>
                <a:spcPts val="1600"/>
              </a:spcBef>
              <a:spcAft>
                <a:spcPts val="0"/>
              </a:spcAft>
              <a:buSzPts val="1200"/>
              <a:buChar char="■"/>
              <a:defRPr sz="1200"/>
            </a:lvl3pPr>
            <a:lvl4pPr marL="1828800" lvl="3" indent="-304800">
              <a:spcBef>
                <a:spcPts val="1600"/>
              </a:spcBef>
              <a:spcAft>
                <a:spcPts val="0"/>
              </a:spcAft>
              <a:buSzPts val="1200"/>
              <a:buChar char="●"/>
              <a:defRPr sz="1200"/>
            </a:lvl4pPr>
            <a:lvl5pPr marL="2286000" lvl="4" indent="-304800">
              <a:spcBef>
                <a:spcPts val="1600"/>
              </a:spcBef>
              <a:spcAft>
                <a:spcPts val="0"/>
              </a:spcAft>
              <a:buSzPts val="1200"/>
              <a:buChar char="○"/>
              <a:defRPr sz="1200"/>
            </a:lvl5pPr>
            <a:lvl6pPr marL="2743200" lvl="5" indent="-304800">
              <a:spcBef>
                <a:spcPts val="1600"/>
              </a:spcBef>
              <a:spcAft>
                <a:spcPts val="0"/>
              </a:spcAft>
              <a:buSzPts val="1200"/>
              <a:buChar char="■"/>
              <a:defRPr sz="1200"/>
            </a:lvl6pPr>
            <a:lvl7pPr marL="3200400" lvl="6" indent="-304800">
              <a:spcBef>
                <a:spcPts val="1600"/>
              </a:spcBef>
              <a:spcAft>
                <a:spcPts val="0"/>
              </a:spcAft>
              <a:buSzPts val="1200"/>
              <a:buChar char="●"/>
              <a:defRPr sz="1200"/>
            </a:lvl7pPr>
            <a:lvl8pPr marL="3657600" lvl="7" indent="-304800">
              <a:spcBef>
                <a:spcPts val="1600"/>
              </a:spcBef>
              <a:spcAft>
                <a:spcPts val="0"/>
              </a:spcAft>
              <a:buSzPts val="1200"/>
              <a:buChar char="○"/>
              <a:defRPr sz="1200"/>
            </a:lvl8pPr>
            <a:lvl9pPr marL="4114800" lvl="8" indent="-304800">
              <a:spcBef>
                <a:spcPts val="1600"/>
              </a:spcBef>
              <a:spcAft>
                <a:spcPts val="1600"/>
              </a:spcAft>
              <a:buSzPts val="1200"/>
              <a:buChar char="■"/>
              <a:defRPr sz="1200"/>
            </a:lvl9pPr>
          </a:lstStyle>
          <a:p>
            <a:endParaRPr/>
          </a:p>
        </p:txBody>
      </p:sp>
      <p:sp>
        <p:nvSpPr>
          <p:cNvPr id="23" name="Google Shape;23;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lstStyle>
            <a:lvl1pPr marL="457200" lvl="0" indent="-317500">
              <a:spcBef>
                <a:spcPts val="0"/>
              </a:spcBef>
              <a:spcAft>
                <a:spcPts val="0"/>
              </a:spcAft>
              <a:buSzPts val="1400"/>
              <a:buChar char="●"/>
              <a:defRPr sz="1400"/>
            </a:lvl1pPr>
            <a:lvl2pPr marL="914400" lvl="1" indent="-304800">
              <a:spcBef>
                <a:spcPts val="1600"/>
              </a:spcBef>
              <a:spcAft>
                <a:spcPts val="0"/>
              </a:spcAft>
              <a:buSzPts val="1200"/>
              <a:buChar char="○"/>
              <a:defRPr sz="1200"/>
            </a:lvl2pPr>
            <a:lvl3pPr marL="1371600" lvl="2" indent="-304800">
              <a:spcBef>
                <a:spcPts val="1600"/>
              </a:spcBef>
              <a:spcAft>
                <a:spcPts val="0"/>
              </a:spcAft>
              <a:buSzPts val="1200"/>
              <a:buChar char="■"/>
              <a:defRPr sz="1200"/>
            </a:lvl3pPr>
            <a:lvl4pPr marL="1828800" lvl="3" indent="-304800">
              <a:spcBef>
                <a:spcPts val="1600"/>
              </a:spcBef>
              <a:spcAft>
                <a:spcPts val="0"/>
              </a:spcAft>
              <a:buSzPts val="1200"/>
              <a:buChar char="●"/>
              <a:defRPr sz="1200"/>
            </a:lvl4pPr>
            <a:lvl5pPr marL="2286000" lvl="4" indent="-304800">
              <a:spcBef>
                <a:spcPts val="1600"/>
              </a:spcBef>
              <a:spcAft>
                <a:spcPts val="0"/>
              </a:spcAft>
              <a:buSzPts val="1200"/>
              <a:buChar char="○"/>
              <a:defRPr sz="1200"/>
            </a:lvl5pPr>
            <a:lvl6pPr marL="2743200" lvl="5" indent="-304800">
              <a:spcBef>
                <a:spcPts val="1600"/>
              </a:spcBef>
              <a:spcAft>
                <a:spcPts val="0"/>
              </a:spcAft>
              <a:buSzPts val="1200"/>
              <a:buChar char="■"/>
              <a:defRPr sz="1200"/>
            </a:lvl6pPr>
            <a:lvl7pPr marL="3200400" lvl="6" indent="-304800">
              <a:spcBef>
                <a:spcPts val="1600"/>
              </a:spcBef>
              <a:spcAft>
                <a:spcPts val="0"/>
              </a:spcAft>
              <a:buSzPts val="1200"/>
              <a:buChar char="●"/>
              <a:defRPr sz="1200"/>
            </a:lvl7pPr>
            <a:lvl8pPr marL="3657600" lvl="7" indent="-304800">
              <a:spcBef>
                <a:spcPts val="1600"/>
              </a:spcBef>
              <a:spcAft>
                <a:spcPts val="0"/>
              </a:spcAft>
              <a:buSzPts val="1200"/>
              <a:buChar char="○"/>
              <a:defRPr sz="1200"/>
            </a:lvl8pPr>
            <a:lvl9pPr marL="4114800" lvl="8" indent="-304800">
              <a:spcBef>
                <a:spcPts val="1600"/>
              </a:spcBef>
              <a:spcAft>
                <a:spcPts val="1600"/>
              </a:spcAft>
              <a:buSzPts val="1200"/>
              <a:buChar char="■"/>
              <a:defRPr sz="1200"/>
            </a:lvl9pPr>
          </a:lstStyle>
          <a:p>
            <a:endParaRPr/>
          </a:p>
        </p:txBody>
      </p:sp>
      <p:sp>
        <p:nvSpPr>
          <p:cNvPr id="24" name="Google Shape;24;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lstStyle>
            <a:lvl1pPr marL="457200" lvl="0" indent="-304800">
              <a:spcBef>
                <a:spcPts val="0"/>
              </a:spcBef>
              <a:spcAft>
                <a:spcPts val="0"/>
              </a:spcAft>
              <a:buSzPts val="1200"/>
              <a:buChar char="●"/>
              <a:defRPr sz="1200"/>
            </a:lvl1pPr>
            <a:lvl2pPr marL="914400" lvl="1" indent="-304800">
              <a:spcBef>
                <a:spcPts val="1600"/>
              </a:spcBef>
              <a:spcAft>
                <a:spcPts val="0"/>
              </a:spcAft>
              <a:buSzPts val="1200"/>
              <a:buChar char="○"/>
              <a:defRPr sz="1200"/>
            </a:lvl2pPr>
            <a:lvl3pPr marL="1371600" lvl="2" indent="-304800">
              <a:spcBef>
                <a:spcPts val="1600"/>
              </a:spcBef>
              <a:spcAft>
                <a:spcPts val="0"/>
              </a:spcAft>
              <a:buSzPts val="1200"/>
              <a:buChar char="■"/>
              <a:defRPr sz="1200"/>
            </a:lvl3pPr>
            <a:lvl4pPr marL="1828800" lvl="3" indent="-304800">
              <a:spcBef>
                <a:spcPts val="1600"/>
              </a:spcBef>
              <a:spcAft>
                <a:spcPts val="0"/>
              </a:spcAft>
              <a:buSzPts val="1200"/>
              <a:buChar char="●"/>
              <a:defRPr sz="1200"/>
            </a:lvl4pPr>
            <a:lvl5pPr marL="2286000" lvl="4" indent="-304800">
              <a:spcBef>
                <a:spcPts val="1600"/>
              </a:spcBef>
              <a:spcAft>
                <a:spcPts val="0"/>
              </a:spcAft>
              <a:buSzPts val="1200"/>
              <a:buChar char="○"/>
              <a:defRPr sz="1200"/>
            </a:lvl5pPr>
            <a:lvl6pPr marL="2743200" lvl="5" indent="-304800">
              <a:spcBef>
                <a:spcPts val="1600"/>
              </a:spcBef>
              <a:spcAft>
                <a:spcPts val="0"/>
              </a:spcAft>
              <a:buSzPts val="1200"/>
              <a:buChar char="■"/>
              <a:defRPr sz="1200"/>
            </a:lvl6pPr>
            <a:lvl7pPr marL="3200400" lvl="6" indent="-304800">
              <a:spcBef>
                <a:spcPts val="1600"/>
              </a:spcBef>
              <a:spcAft>
                <a:spcPts val="0"/>
              </a:spcAft>
              <a:buSzPts val="1200"/>
              <a:buChar char="●"/>
              <a:defRPr sz="1200"/>
            </a:lvl7pPr>
            <a:lvl8pPr marL="3657600" lvl="7" indent="-304800">
              <a:spcBef>
                <a:spcPts val="1600"/>
              </a:spcBef>
              <a:spcAft>
                <a:spcPts val="0"/>
              </a:spcAft>
              <a:buSzPts val="1200"/>
              <a:buChar char="○"/>
              <a:defRPr sz="1200"/>
            </a:lvl8pPr>
            <a:lvl9pPr marL="4114800" lvl="8" indent="-304800">
              <a:spcBef>
                <a:spcPts val="1600"/>
              </a:spcBef>
              <a:spcAft>
                <a:spcPts val="160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lstStyle>
            <a:lvl1pPr marL="457200" lvl="0" indent="-342900">
              <a:spcBef>
                <a:spcPts val="0"/>
              </a:spcBef>
              <a:spcAft>
                <a:spcPts val="0"/>
              </a:spcAft>
              <a:buSzPts val="1800"/>
              <a:buChar char="●"/>
              <a:defRPr/>
            </a:lvl1pPr>
            <a:lvl2pPr marL="914400" lvl="1" indent="-317500">
              <a:spcBef>
                <a:spcPts val="1600"/>
              </a:spcBef>
              <a:spcAft>
                <a:spcPts val="0"/>
              </a:spcAft>
              <a:buSzPts val="1400"/>
              <a:buChar char="○"/>
              <a:defRPr/>
            </a:lvl2pPr>
            <a:lvl3pPr marL="1371600" lvl="2" indent="-317500">
              <a:spcBef>
                <a:spcPts val="1600"/>
              </a:spcBef>
              <a:spcAft>
                <a:spcPts val="0"/>
              </a:spcAft>
              <a:buSzPts val="1400"/>
              <a:buChar char="■"/>
              <a:defRPr/>
            </a:lvl3pPr>
            <a:lvl4pPr marL="1828800" lvl="3" indent="-317500">
              <a:spcBef>
                <a:spcPts val="1600"/>
              </a:spcBef>
              <a:spcAft>
                <a:spcPts val="0"/>
              </a:spcAft>
              <a:buSzPts val="1400"/>
              <a:buChar char="●"/>
              <a:defRPr/>
            </a:lvl4pPr>
            <a:lvl5pPr marL="2286000" lvl="4" indent="-317500">
              <a:spcBef>
                <a:spcPts val="1600"/>
              </a:spcBef>
              <a:spcAft>
                <a:spcPts val="0"/>
              </a:spcAft>
              <a:buSzPts val="1400"/>
              <a:buChar char="○"/>
              <a:defRPr/>
            </a:lvl5pPr>
            <a:lvl6pPr marL="2743200" lvl="5" indent="-317500">
              <a:spcBef>
                <a:spcPts val="1600"/>
              </a:spcBef>
              <a:spcAft>
                <a:spcPts val="0"/>
              </a:spcAft>
              <a:buSzPts val="1400"/>
              <a:buChar char="■"/>
              <a:defRPr/>
            </a:lvl6pPr>
            <a:lvl7pPr marL="3200400" lvl="6" indent="-317500">
              <a:spcBef>
                <a:spcPts val="1600"/>
              </a:spcBef>
              <a:spcAft>
                <a:spcPts val="0"/>
              </a:spcAft>
              <a:buSzPts val="1400"/>
              <a:buChar char="●"/>
              <a:defRPr/>
            </a:lvl7pPr>
            <a:lvl8pPr marL="3657600" lvl="7" indent="-317500">
              <a:spcBef>
                <a:spcPts val="1600"/>
              </a:spcBef>
              <a:spcAft>
                <a:spcPts val="0"/>
              </a:spcAft>
              <a:buSzPts val="1400"/>
              <a:buChar char="○"/>
              <a:defRPr/>
            </a:lvl8pPr>
            <a:lvl9pPr marL="4114800" lvl="8" indent="-317500">
              <a:spcBef>
                <a:spcPts val="1600"/>
              </a:spcBef>
              <a:spcAft>
                <a:spcPts val="1600"/>
              </a:spcAft>
              <a:buSzPts val="14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lstStyle>
            <a:lvl1pPr marL="457200" lvl="0" indent="-228600">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lstStyle>
            <a:lvl1pPr marL="457200" lvl="0" indent="-342900" algn="ctr">
              <a:spcBef>
                <a:spcPts val="0"/>
              </a:spcBef>
              <a:spcAft>
                <a:spcPts val="0"/>
              </a:spcAft>
              <a:buSzPts val="1800"/>
              <a:buChar char="●"/>
              <a:defRPr/>
            </a:lvl1pPr>
            <a:lvl2pPr marL="914400" lvl="1" indent="-317500" algn="ctr">
              <a:spcBef>
                <a:spcPts val="1600"/>
              </a:spcBef>
              <a:spcAft>
                <a:spcPts val="0"/>
              </a:spcAft>
              <a:buSzPts val="1400"/>
              <a:buChar char="○"/>
              <a:defRPr/>
            </a:lvl2pPr>
            <a:lvl3pPr marL="1371600" lvl="2" indent="-317500" algn="ctr">
              <a:spcBef>
                <a:spcPts val="1600"/>
              </a:spcBef>
              <a:spcAft>
                <a:spcPts val="0"/>
              </a:spcAft>
              <a:buSzPts val="1400"/>
              <a:buChar char="■"/>
              <a:defRPr/>
            </a:lvl3pPr>
            <a:lvl4pPr marL="1828800" lvl="3" indent="-317500" algn="ctr">
              <a:spcBef>
                <a:spcPts val="1600"/>
              </a:spcBef>
              <a:spcAft>
                <a:spcPts val="0"/>
              </a:spcAft>
              <a:buSzPts val="1400"/>
              <a:buChar char="●"/>
              <a:defRPr/>
            </a:lvl4pPr>
            <a:lvl5pPr marL="2286000" lvl="4" indent="-317500" algn="ctr">
              <a:spcBef>
                <a:spcPts val="1600"/>
              </a:spcBef>
              <a:spcAft>
                <a:spcPts val="0"/>
              </a:spcAft>
              <a:buSzPts val="1400"/>
              <a:buChar char="○"/>
              <a:defRPr/>
            </a:lvl5pPr>
            <a:lvl6pPr marL="2743200" lvl="5" indent="-317500" algn="ctr">
              <a:spcBef>
                <a:spcPts val="1600"/>
              </a:spcBef>
              <a:spcAft>
                <a:spcPts val="0"/>
              </a:spcAft>
              <a:buSzPts val="1400"/>
              <a:buChar char="■"/>
              <a:defRPr/>
            </a:lvl6pPr>
            <a:lvl7pPr marL="3200400" lvl="6" indent="-317500" algn="ctr">
              <a:spcBef>
                <a:spcPts val="1600"/>
              </a:spcBef>
              <a:spcAft>
                <a:spcPts val="0"/>
              </a:spcAft>
              <a:buSzPts val="1400"/>
              <a:buChar char="●"/>
              <a:defRPr/>
            </a:lvl7pPr>
            <a:lvl8pPr marL="3657600" lvl="7" indent="-317500" algn="ctr">
              <a:spcBef>
                <a:spcPts val="1600"/>
              </a:spcBef>
              <a:spcAft>
                <a:spcPts val="0"/>
              </a:spcAft>
              <a:buSzPts val="1400"/>
              <a:buChar char="○"/>
              <a:defRPr/>
            </a:lvl8pPr>
            <a:lvl9pPr marL="4114800" lvl="8" indent="-317500" algn="ctr">
              <a:spcBef>
                <a:spcPts val="1600"/>
              </a:spcBef>
              <a:spcAft>
                <a:spcPts val="160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54"/>
        <p:cNvGrpSpPr/>
        <p:nvPr/>
      </p:nvGrpSpPr>
      <p:grpSpPr>
        <a:xfrm>
          <a:off x="0" y="0"/>
          <a:ext cx="0" cy="0"/>
          <a:chOff x="0" y="0"/>
          <a:chExt cx="0" cy="0"/>
        </a:xfrm>
      </p:grpSpPr>
      <p:sp>
        <p:nvSpPr>
          <p:cNvPr id="55" name="Google Shape;55;p14"/>
          <p:cNvSpPr/>
          <p:nvPr/>
        </p:nvSpPr>
        <p:spPr>
          <a:xfrm flipH="1">
            <a:off x="8246400" y="4245925"/>
            <a:ext cx="897600" cy="897600"/>
          </a:xfrm>
          <a:prstGeom prst="rtTriangle">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 name="Google Shape;56;p14"/>
          <p:cNvSpPr/>
          <p:nvPr/>
        </p:nvSpPr>
        <p:spPr>
          <a:xfrm flipH="1">
            <a:off x="8246400" y="4245875"/>
            <a:ext cx="897600" cy="897600"/>
          </a:xfrm>
          <a:prstGeom prst="round1Rect">
            <a:avLst>
              <a:gd name="adj" fmla="val 16667"/>
            </a:avLst>
          </a:prstGeom>
          <a:solidFill>
            <a:schemeClr val="lt1">
              <a:alpha val="6808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 name="Google Shape;57;p14"/>
          <p:cNvSpPr txBox="1">
            <a:spLocks noGrp="1"/>
          </p:cNvSpPr>
          <p:nvPr>
            <p:ph type="ctrTitle"/>
          </p:nvPr>
        </p:nvSpPr>
        <p:spPr>
          <a:xfrm>
            <a:off x="390525" y="1819275"/>
            <a:ext cx="8222100" cy="933600"/>
          </a:xfrm>
          <a:prstGeom prst="rect">
            <a:avLst/>
          </a:prstGeom>
        </p:spPr>
        <p:txBody>
          <a:bodyPr spcFirstLastPara="1" wrap="square" lIns="91425" tIns="91425" rIns="91425" bIns="91425" anchor="b" anchorCtr="0"/>
          <a:lstStyle>
            <a:lvl1pPr lvl="0" rtl="0">
              <a:spcBef>
                <a:spcPts val="0"/>
              </a:spcBef>
              <a:spcAft>
                <a:spcPts val="0"/>
              </a:spcAft>
              <a:buSzPts val="4800"/>
              <a:buNone/>
              <a:defRPr sz="4800"/>
            </a:lvl1pPr>
            <a:lvl2pPr lvl="1" rtl="0">
              <a:spcBef>
                <a:spcPts val="0"/>
              </a:spcBef>
              <a:spcAft>
                <a:spcPts val="0"/>
              </a:spcAft>
              <a:buSzPts val="4800"/>
              <a:buNone/>
              <a:defRPr sz="4800"/>
            </a:lvl2pPr>
            <a:lvl3pPr lvl="2" rtl="0">
              <a:spcBef>
                <a:spcPts val="0"/>
              </a:spcBef>
              <a:spcAft>
                <a:spcPts val="0"/>
              </a:spcAft>
              <a:buSzPts val="4800"/>
              <a:buNone/>
              <a:defRPr sz="4800"/>
            </a:lvl3pPr>
            <a:lvl4pPr lvl="3" rtl="0">
              <a:spcBef>
                <a:spcPts val="0"/>
              </a:spcBef>
              <a:spcAft>
                <a:spcPts val="0"/>
              </a:spcAft>
              <a:buSzPts val="4800"/>
              <a:buNone/>
              <a:defRPr sz="4800"/>
            </a:lvl4pPr>
            <a:lvl5pPr lvl="4" rtl="0">
              <a:spcBef>
                <a:spcPts val="0"/>
              </a:spcBef>
              <a:spcAft>
                <a:spcPts val="0"/>
              </a:spcAft>
              <a:buSzPts val="4800"/>
              <a:buNone/>
              <a:defRPr sz="4800"/>
            </a:lvl5pPr>
            <a:lvl6pPr lvl="5" rtl="0">
              <a:spcBef>
                <a:spcPts val="0"/>
              </a:spcBef>
              <a:spcAft>
                <a:spcPts val="0"/>
              </a:spcAft>
              <a:buSzPts val="4800"/>
              <a:buNone/>
              <a:defRPr sz="4800"/>
            </a:lvl6pPr>
            <a:lvl7pPr lvl="6" rtl="0">
              <a:spcBef>
                <a:spcPts val="0"/>
              </a:spcBef>
              <a:spcAft>
                <a:spcPts val="0"/>
              </a:spcAft>
              <a:buSzPts val="4800"/>
              <a:buNone/>
              <a:defRPr sz="4800"/>
            </a:lvl7pPr>
            <a:lvl8pPr lvl="7" rtl="0">
              <a:spcBef>
                <a:spcPts val="0"/>
              </a:spcBef>
              <a:spcAft>
                <a:spcPts val="0"/>
              </a:spcAft>
              <a:buSzPts val="4800"/>
              <a:buNone/>
              <a:defRPr sz="4800"/>
            </a:lvl8pPr>
            <a:lvl9pPr lvl="8" rtl="0">
              <a:spcBef>
                <a:spcPts val="0"/>
              </a:spcBef>
              <a:spcAft>
                <a:spcPts val="0"/>
              </a:spcAft>
              <a:buSzPts val="4800"/>
              <a:buNone/>
              <a:defRPr sz="4800"/>
            </a:lvl9pPr>
          </a:lstStyle>
          <a:p>
            <a:endParaRPr/>
          </a:p>
        </p:txBody>
      </p:sp>
      <p:sp>
        <p:nvSpPr>
          <p:cNvPr id="58" name="Google Shape;58;p14"/>
          <p:cNvSpPr txBox="1">
            <a:spLocks noGrp="1"/>
          </p:cNvSpPr>
          <p:nvPr>
            <p:ph type="subTitle" idx="1"/>
          </p:nvPr>
        </p:nvSpPr>
        <p:spPr>
          <a:xfrm>
            <a:off x="390525" y="2789130"/>
            <a:ext cx="8222100" cy="432900"/>
          </a:xfrm>
          <a:prstGeom prst="rect">
            <a:avLst/>
          </a:prstGeom>
        </p:spPr>
        <p:txBody>
          <a:bodyPr spcFirstLastPara="1" wrap="square" lIns="91425" tIns="91425" rIns="91425" bIns="91425" anchor="t" anchorCtr="0"/>
          <a:lstStyle>
            <a:lvl1pPr lvl="0" rtl="0">
              <a:lnSpc>
                <a:spcPct val="100000"/>
              </a:lnSpc>
              <a:spcBef>
                <a:spcPts val="0"/>
              </a:spcBef>
              <a:spcAft>
                <a:spcPts val="0"/>
              </a:spcAft>
              <a:buClr>
                <a:schemeClr val="lt1"/>
              </a:buClr>
              <a:buSzPts val="1800"/>
              <a:buNone/>
              <a:defRPr>
                <a:solidFill>
                  <a:schemeClr val="lt1"/>
                </a:solidFill>
              </a:defRPr>
            </a:lvl1pPr>
            <a:lvl2pPr lvl="1" rtl="0">
              <a:lnSpc>
                <a:spcPct val="100000"/>
              </a:lnSpc>
              <a:spcBef>
                <a:spcPts val="0"/>
              </a:spcBef>
              <a:spcAft>
                <a:spcPts val="0"/>
              </a:spcAft>
              <a:buClr>
                <a:schemeClr val="lt1"/>
              </a:buClr>
              <a:buSzPts val="1800"/>
              <a:buNone/>
              <a:defRPr sz="1800">
                <a:solidFill>
                  <a:schemeClr val="lt1"/>
                </a:solidFill>
              </a:defRPr>
            </a:lvl2pPr>
            <a:lvl3pPr lvl="2" rtl="0">
              <a:lnSpc>
                <a:spcPct val="100000"/>
              </a:lnSpc>
              <a:spcBef>
                <a:spcPts val="0"/>
              </a:spcBef>
              <a:spcAft>
                <a:spcPts val="0"/>
              </a:spcAft>
              <a:buClr>
                <a:schemeClr val="lt1"/>
              </a:buClr>
              <a:buSzPts val="1800"/>
              <a:buNone/>
              <a:defRPr sz="1800">
                <a:solidFill>
                  <a:schemeClr val="lt1"/>
                </a:solidFill>
              </a:defRPr>
            </a:lvl3pPr>
            <a:lvl4pPr lvl="3" rtl="0">
              <a:lnSpc>
                <a:spcPct val="100000"/>
              </a:lnSpc>
              <a:spcBef>
                <a:spcPts val="0"/>
              </a:spcBef>
              <a:spcAft>
                <a:spcPts val="0"/>
              </a:spcAft>
              <a:buClr>
                <a:schemeClr val="lt1"/>
              </a:buClr>
              <a:buSzPts val="1800"/>
              <a:buNone/>
              <a:defRPr sz="1800">
                <a:solidFill>
                  <a:schemeClr val="lt1"/>
                </a:solidFill>
              </a:defRPr>
            </a:lvl4pPr>
            <a:lvl5pPr lvl="4" rtl="0">
              <a:lnSpc>
                <a:spcPct val="100000"/>
              </a:lnSpc>
              <a:spcBef>
                <a:spcPts val="0"/>
              </a:spcBef>
              <a:spcAft>
                <a:spcPts val="0"/>
              </a:spcAft>
              <a:buClr>
                <a:schemeClr val="lt1"/>
              </a:buClr>
              <a:buSzPts val="1800"/>
              <a:buNone/>
              <a:defRPr sz="1800">
                <a:solidFill>
                  <a:schemeClr val="lt1"/>
                </a:solidFill>
              </a:defRPr>
            </a:lvl5pPr>
            <a:lvl6pPr lvl="5" rtl="0">
              <a:lnSpc>
                <a:spcPct val="100000"/>
              </a:lnSpc>
              <a:spcBef>
                <a:spcPts val="0"/>
              </a:spcBef>
              <a:spcAft>
                <a:spcPts val="0"/>
              </a:spcAft>
              <a:buClr>
                <a:schemeClr val="lt1"/>
              </a:buClr>
              <a:buSzPts val="1800"/>
              <a:buNone/>
              <a:defRPr sz="1800">
                <a:solidFill>
                  <a:schemeClr val="lt1"/>
                </a:solidFill>
              </a:defRPr>
            </a:lvl6pPr>
            <a:lvl7pPr lvl="6" rtl="0">
              <a:lnSpc>
                <a:spcPct val="100000"/>
              </a:lnSpc>
              <a:spcBef>
                <a:spcPts val="0"/>
              </a:spcBef>
              <a:spcAft>
                <a:spcPts val="0"/>
              </a:spcAft>
              <a:buClr>
                <a:schemeClr val="lt1"/>
              </a:buClr>
              <a:buSzPts val="1800"/>
              <a:buNone/>
              <a:defRPr sz="1800">
                <a:solidFill>
                  <a:schemeClr val="lt1"/>
                </a:solidFill>
              </a:defRPr>
            </a:lvl7pPr>
            <a:lvl8pPr lvl="7" rtl="0">
              <a:lnSpc>
                <a:spcPct val="100000"/>
              </a:lnSpc>
              <a:spcBef>
                <a:spcPts val="0"/>
              </a:spcBef>
              <a:spcAft>
                <a:spcPts val="0"/>
              </a:spcAft>
              <a:buClr>
                <a:schemeClr val="lt1"/>
              </a:buClr>
              <a:buSzPts val="1800"/>
              <a:buNone/>
              <a:defRPr sz="1800">
                <a:solidFill>
                  <a:schemeClr val="lt1"/>
                </a:solidFill>
              </a:defRPr>
            </a:lvl8pPr>
            <a:lvl9pPr lvl="8" rtl="0">
              <a:lnSpc>
                <a:spcPct val="100000"/>
              </a:lnSpc>
              <a:spcBef>
                <a:spcPts val="0"/>
              </a:spcBef>
              <a:spcAft>
                <a:spcPts val="0"/>
              </a:spcAft>
              <a:buClr>
                <a:schemeClr val="lt1"/>
              </a:buClr>
              <a:buSzPts val="1800"/>
              <a:buNone/>
              <a:defRPr sz="1800">
                <a:solidFill>
                  <a:schemeClr val="lt1"/>
                </a:solidFill>
              </a:defRPr>
            </a:lvl9pPr>
          </a:lstStyle>
          <a:p>
            <a:endParaRPr/>
          </a:p>
        </p:txBody>
      </p:sp>
      <p:sp>
        <p:nvSpPr>
          <p:cNvPr id="59" name="Google Shape;59;p14"/>
          <p:cNvSpPr txBox="1">
            <a:spLocks noGrp="1"/>
          </p:cNvSpPr>
          <p:nvPr>
            <p:ph type="sldNum" idx="12"/>
          </p:nvPr>
        </p:nvSpPr>
        <p:spPr>
          <a:xfrm>
            <a:off x="8523541" y="4695623"/>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60"/>
        <p:cNvGrpSpPr/>
        <p:nvPr/>
      </p:nvGrpSpPr>
      <p:grpSpPr>
        <a:xfrm>
          <a:off x="0" y="0"/>
          <a:ext cx="0" cy="0"/>
          <a:chOff x="0" y="0"/>
          <a:chExt cx="0" cy="0"/>
        </a:xfrm>
      </p:grpSpPr>
      <p:sp>
        <p:nvSpPr>
          <p:cNvPr id="61" name="Google Shape;61;p15"/>
          <p:cNvSpPr txBox="1">
            <a:spLocks noGrp="1"/>
          </p:cNvSpPr>
          <p:nvPr>
            <p:ph type="title"/>
          </p:nvPr>
        </p:nvSpPr>
        <p:spPr>
          <a:xfrm>
            <a:off x="460950" y="2065350"/>
            <a:ext cx="8222100" cy="1012800"/>
          </a:xfrm>
          <a:prstGeom prst="rect">
            <a:avLst/>
          </a:prstGeom>
        </p:spPr>
        <p:txBody>
          <a:bodyPr spcFirstLastPara="1" wrap="square" lIns="91425" tIns="91425" rIns="91425" bIns="91425" anchor="ctr" anchorCtr="0"/>
          <a:lstStyle>
            <a:lvl1pPr lvl="0" rtl="0">
              <a:spcBef>
                <a:spcPts val="0"/>
              </a:spcBef>
              <a:spcAft>
                <a:spcPts val="0"/>
              </a:spcAft>
              <a:buSzPts val="4200"/>
              <a:buNone/>
              <a:defRPr sz="4200"/>
            </a:lvl1pPr>
            <a:lvl2pPr lvl="1" rtl="0">
              <a:spcBef>
                <a:spcPts val="0"/>
              </a:spcBef>
              <a:spcAft>
                <a:spcPts val="0"/>
              </a:spcAft>
              <a:buSzPts val="4200"/>
              <a:buNone/>
              <a:defRPr sz="4200"/>
            </a:lvl2pPr>
            <a:lvl3pPr lvl="2" rtl="0">
              <a:spcBef>
                <a:spcPts val="0"/>
              </a:spcBef>
              <a:spcAft>
                <a:spcPts val="0"/>
              </a:spcAft>
              <a:buSzPts val="4200"/>
              <a:buNone/>
              <a:defRPr sz="4200"/>
            </a:lvl3pPr>
            <a:lvl4pPr lvl="3" rtl="0">
              <a:spcBef>
                <a:spcPts val="0"/>
              </a:spcBef>
              <a:spcAft>
                <a:spcPts val="0"/>
              </a:spcAft>
              <a:buSzPts val="4200"/>
              <a:buNone/>
              <a:defRPr sz="4200"/>
            </a:lvl4pPr>
            <a:lvl5pPr lvl="4" rtl="0">
              <a:spcBef>
                <a:spcPts val="0"/>
              </a:spcBef>
              <a:spcAft>
                <a:spcPts val="0"/>
              </a:spcAft>
              <a:buSzPts val="4200"/>
              <a:buNone/>
              <a:defRPr sz="4200"/>
            </a:lvl5pPr>
            <a:lvl6pPr lvl="5" rtl="0">
              <a:spcBef>
                <a:spcPts val="0"/>
              </a:spcBef>
              <a:spcAft>
                <a:spcPts val="0"/>
              </a:spcAft>
              <a:buSzPts val="4200"/>
              <a:buNone/>
              <a:defRPr sz="4200"/>
            </a:lvl6pPr>
            <a:lvl7pPr lvl="6" rtl="0">
              <a:spcBef>
                <a:spcPts val="0"/>
              </a:spcBef>
              <a:spcAft>
                <a:spcPts val="0"/>
              </a:spcAft>
              <a:buSzPts val="4200"/>
              <a:buNone/>
              <a:defRPr sz="4200"/>
            </a:lvl7pPr>
            <a:lvl8pPr lvl="7" rtl="0">
              <a:spcBef>
                <a:spcPts val="0"/>
              </a:spcBef>
              <a:spcAft>
                <a:spcPts val="0"/>
              </a:spcAft>
              <a:buSzPts val="4200"/>
              <a:buNone/>
              <a:defRPr sz="4200"/>
            </a:lvl8pPr>
            <a:lvl9pPr lvl="8" rtl="0">
              <a:spcBef>
                <a:spcPts val="0"/>
              </a:spcBef>
              <a:spcAft>
                <a:spcPts val="0"/>
              </a:spcAft>
              <a:buSzPts val="4200"/>
              <a:buNone/>
              <a:defRPr sz="4200"/>
            </a:lvl9pPr>
          </a:lstStyle>
          <a:p>
            <a:endParaRPr/>
          </a:p>
        </p:txBody>
      </p:sp>
      <p:sp>
        <p:nvSpPr>
          <p:cNvPr id="62" name="Google Shape;62;p15"/>
          <p:cNvSpPr txBox="1">
            <a:spLocks noGrp="1"/>
          </p:cNvSpPr>
          <p:nvPr>
            <p:ph type="sldNum" idx="12"/>
          </p:nvPr>
        </p:nvSpPr>
        <p:spPr>
          <a:xfrm>
            <a:off x="8523541" y="4695623"/>
            <a:ext cx="548700" cy="393600"/>
          </a:xfrm>
          <a:prstGeom prst="rect">
            <a:avLst/>
          </a:prstGeom>
        </p:spPr>
        <p:txBody>
          <a:bodyPr spcFirstLastPara="1" wrap="square" lIns="91425" tIns="91425" rIns="91425" bIns="91425" anchor="ctr" anchorCtr="0">
            <a:noAutofit/>
          </a:bodyPr>
          <a:lstStyle>
            <a:lvl1pPr lvl="0" rtl="0">
              <a:buNone/>
              <a:defRPr>
                <a:solidFill>
                  <a:schemeClr val="lt1"/>
                </a:solidFill>
              </a:defRPr>
            </a:lvl1pPr>
            <a:lvl2pPr lvl="1" rtl="0">
              <a:buNone/>
              <a:defRPr>
                <a:solidFill>
                  <a:schemeClr val="lt1"/>
                </a:solidFill>
              </a:defRPr>
            </a:lvl2pPr>
            <a:lvl3pPr lvl="2" rtl="0">
              <a:buNone/>
              <a:defRPr>
                <a:solidFill>
                  <a:schemeClr val="lt1"/>
                </a:solidFill>
              </a:defRPr>
            </a:lvl3pPr>
            <a:lvl4pPr lvl="3" rtl="0">
              <a:buNone/>
              <a:defRPr>
                <a:solidFill>
                  <a:schemeClr val="lt1"/>
                </a:solidFill>
              </a:defRPr>
            </a:lvl4pPr>
            <a:lvl5pPr lvl="4" rtl="0">
              <a:buNone/>
              <a:defRPr>
                <a:solidFill>
                  <a:schemeClr val="lt1"/>
                </a:solidFill>
              </a:defRPr>
            </a:lvl5pPr>
            <a:lvl6pPr lvl="5" rtl="0">
              <a:buNone/>
              <a:defRPr>
                <a:solidFill>
                  <a:schemeClr val="lt1"/>
                </a:solidFill>
              </a:defRPr>
            </a:lvl6pPr>
            <a:lvl7pPr lvl="6" rtl="0">
              <a:buNone/>
              <a:defRPr>
                <a:solidFill>
                  <a:schemeClr val="lt1"/>
                </a:solidFill>
              </a:defRPr>
            </a:lvl7pPr>
            <a:lvl8pPr lvl="7" rtl="0">
              <a:buNone/>
              <a:defRPr>
                <a:solidFill>
                  <a:schemeClr val="lt1"/>
                </a:solidFill>
              </a:defRPr>
            </a:lvl8pPr>
            <a:lvl9pPr lvl="8" rtl="0">
              <a:buNone/>
              <a:defRPr>
                <a:solidFill>
                  <a:schemeClr val="l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63"/>
        <p:cNvGrpSpPr/>
        <p:nvPr/>
      </p:nvGrpSpPr>
      <p:grpSpPr>
        <a:xfrm>
          <a:off x="0" y="0"/>
          <a:ext cx="0" cy="0"/>
          <a:chOff x="0" y="0"/>
          <a:chExt cx="0" cy="0"/>
        </a:xfrm>
      </p:grpSpPr>
      <p:sp>
        <p:nvSpPr>
          <p:cNvPr id="64" name="Google Shape;64;p16"/>
          <p:cNvSpPr/>
          <p:nvPr/>
        </p:nvSpPr>
        <p:spPr>
          <a:xfrm rot="10800000" flipH="1">
            <a:off x="0" y="1686000"/>
            <a:ext cx="9144000" cy="3457500"/>
          </a:xfrm>
          <a:prstGeom prst="rect">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 name="Google Shape;65;p16"/>
          <p:cNvSpPr/>
          <p:nvPr/>
        </p:nvSpPr>
        <p:spPr>
          <a:xfrm>
            <a:off x="0" y="1686000"/>
            <a:ext cx="9144000" cy="1086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 name="Google Shape;66;p16"/>
          <p:cNvSpPr txBox="1">
            <a:spLocks noGrp="1"/>
          </p:cNvSpPr>
          <p:nvPr>
            <p:ph type="title"/>
          </p:nvPr>
        </p:nvSpPr>
        <p:spPr>
          <a:xfrm>
            <a:off x="471900" y="738725"/>
            <a:ext cx="8222100" cy="767700"/>
          </a:xfrm>
          <a:prstGeom prst="rect">
            <a:avLst/>
          </a:prstGeom>
        </p:spPr>
        <p:txBody>
          <a:bodyPr spcFirstLastPara="1" wrap="square" lIns="91425" tIns="91425" rIns="91425" bIns="91425" anchor="b" anchorCtr="0"/>
          <a:lstStyle>
            <a:lvl1pPr lvl="0" rtl="0">
              <a:spcBef>
                <a:spcPts val="0"/>
              </a:spcBef>
              <a:spcAft>
                <a:spcPts val="0"/>
              </a:spcAft>
              <a:buSzPts val="3200"/>
              <a:buNone/>
              <a:defRPr/>
            </a:lvl1pPr>
            <a:lvl2pPr lvl="1" rtl="0">
              <a:spcBef>
                <a:spcPts val="0"/>
              </a:spcBef>
              <a:spcAft>
                <a:spcPts val="0"/>
              </a:spcAft>
              <a:buSzPts val="3200"/>
              <a:buNone/>
              <a:defRPr/>
            </a:lvl2pPr>
            <a:lvl3pPr lvl="2" rtl="0">
              <a:spcBef>
                <a:spcPts val="0"/>
              </a:spcBef>
              <a:spcAft>
                <a:spcPts val="0"/>
              </a:spcAft>
              <a:buSzPts val="3200"/>
              <a:buNone/>
              <a:defRPr/>
            </a:lvl3pPr>
            <a:lvl4pPr lvl="3" rtl="0">
              <a:spcBef>
                <a:spcPts val="0"/>
              </a:spcBef>
              <a:spcAft>
                <a:spcPts val="0"/>
              </a:spcAft>
              <a:buSzPts val="3200"/>
              <a:buNone/>
              <a:defRPr/>
            </a:lvl4pPr>
            <a:lvl5pPr lvl="4" rtl="0">
              <a:spcBef>
                <a:spcPts val="0"/>
              </a:spcBef>
              <a:spcAft>
                <a:spcPts val="0"/>
              </a:spcAft>
              <a:buSzPts val="3200"/>
              <a:buNone/>
              <a:defRPr/>
            </a:lvl5pPr>
            <a:lvl6pPr lvl="5" rtl="0">
              <a:spcBef>
                <a:spcPts val="0"/>
              </a:spcBef>
              <a:spcAft>
                <a:spcPts val="0"/>
              </a:spcAft>
              <a:buSzPts val="3200"/>
              <a:buNone/>
              <a:defRPr/>
            </a:lvl6pPr>
            <a:lvl7pPr lvl="6" rtl="0">
              <a:spcBef>
                <a:spcPts val="0"/>
              </a:spcBef>
              <a:spcAft>
                <a:spcPts val="0"/>
              </a:spcAft>
              <a:buSzPts val="3200"/>
              <a:buNone/>
              <a:defRPr/>
            </a:lvl7pPr>
            <a:lvl8pPr lvl="7" rtl="0">
              <a:spcBef>
                <a:spcPts val="0"/>
              </a:spcBef>
              <a:spcAft>
                <a:spcPts val="0"/>
              </a:spcAft>
              <a:buSzPts val="3200"/>
              <a:buNone/>
              <a:defRPr/>
            </a:lvl8pPr>
            <a:lvl9pPr lvl="8" rtl="0">
              <a:spcBef>
                <a:spcPts val="0"/>
              </a:spcBef>
              <a:spcAft>
                <a:spcPts val="0"/>
              </a:spcAft>
              <a:buSzPts val="3200"/>
              <a:buNone/>
              <a:defRPr/>
            </a:lvl9pPr>
          </a:lstStyle>
          <a:p>
            <a:endParaRPr/>
          </a:p>
        </p:txBody>
      </p:sp>
      <p:sp>
        <p:nvSpPr>
          <p:cNvPr id="67" name="Google Shape;67;p16"/>
          <p:cNvSpPr txBox="1">
            <a:spLocks noGrp="1"/>
          </p:cNvSpPr>
          <p:nvPr>
            <p:ph type="body" idx="1"/>
          </p:nvPr>
        </p:nvSpPr>
        <p:spPr>
          <a:xfrm>
            <a:off x="471900" y="1919075"/>
            <a:ext cx="8222100" cy="2710200"/>
          </a:xfrm>
          <a:prstGeom prst="rect">
            <a:avLst/>
          </a:prstGeom>
        </p:spPr>
        <p:txBody>
          <a:bodyPr spcFirstLastPara="1" wrap="square" lIns="91425" tIns="91425" rIns="91425" bIns="91425" anchor="t" anchorCtr="0"/>
          <a:lstStyle>
            <a:lvl1pPr marL="457200" lvl="0" indent="-342900" rtl="0">
              <a:spcBef>
                <a:spcPts val="0"/>
              </a:spcBef>
              <a:spcAft>
                <a:spcPts val="0"/>
              </a:spcAft>
              <a:buSzPts val="1800"/>
              <a:buChar char="●"/>
              <a:defRPr/>
            </a:lvl1pPr>
            <a:lvl2pPr marL="914400" lvl="1" indent="-317500" rtl="0">
              <a:spcBef>
                <a:spcPts val="1600"/>
              </a:spcBef>
              <a:spcAft>
                <a:spcPts val="0"/>
              </a:spcAft>
              <a:buSzPts val="1400"/>
              <a:buChar char="○"/>
              <a:defRPr/>
            </a:lvl2pPr>
            <a:lvl3pPr marL="1371600" lvl="2" indent="-317500" rtl="0">
              <a:spcBef>
                <a:spcPts val="1600"/>
              </a:spcBef>
              <a:spcAft>
                <a:spcPts val="0"/>
              </a:spcAft>
              <a:buSzPts val="1400"/>
              <a:buChar char="■"/>
              <a:defRPr/>
            </a:lvl3pPr>
            <a:lvl4pPr marL="1828800" lvl="3" indent="-317500" rtl="0">
              <a:spcBef>
                <a:spcPts val="1600"/>
              </a:spcBef>
              <a:spcAft>
                <a:spcPts val="0"/>
              </a:spcAft>
              <a:buSzPts val="1400"/>
              <a:buChar char="●"/>
              <a:defRPr/>
            </a:lvl4pPr>
            <a:lvl5pPr marL="2286000" lvl="4" indent="-317500" rtl="0">
              <a:spcBef>
                <a:spcPts val="1600"/>
              </a:spcBef>
              <a:spcAft>
                <a:spcPts val="0"/>
              </a:spcAft>
              <a:buSzPts val="1400"/>
              <a:buChar char="○"/>
              <a:defRPr/>
            </a:lvl5pPr>
            <a:lvl6pPr marL="2743200" lvl="5" indent="-317500" rtl="0">
              <a:spcBef>
                <a:spcPts val="1600"/>
              </a:spcBef>
              <a:spcAft>
                <a:spcPts val="0"/>
              </a:spcAft>
              <a:buSzPts val="1400"/>
              <a:buChar char="■"/>
              <a:defRPr/>
            </a:lvl6pPr>
            <a:lvl7pPr marL="3200400" lvl="6" indent="-317500" rtl="0">
              <a:spcBef>
                <a:spcPts val="1600"/>
              </a:spcBef>
              <a:spcAft>
                <a:spcPts val="0"/>
              </a:spcAft>
              <a:buSzPts val="1400"/>
              <a:buChar char="●"/>
              <a:defRPr/>
            </a:lvl7pPr>
            <a:lvl8pPr marL="3657600" lvl="7" indent="-317500" rtl="0">
              <a:spcBef>
                <a:spcPts val="1600"/>
              </a:spcBef>
              <a:spcAft>
                <a:spcPts val="0"/>
              </a:spcAft>
              <a:buSzPts val="1400"/>
              <a:buChar char="○"/>
              <a:defRPr/>
            </a:lvl8pPr>
            <a:lvl9pPr marL="4114800" lvl="8" indent="-317500" rtl="0">
              <a:spcBef>
                <a:spcPts val="1600"/>
              </a:spcBef>
              <a:spcAft>
                <a:spcPts val="1600"/>
              </a:spcAft>
              <a:buSzPts val="1400"/>
              <a:buChar char="■"/>
              <a:defRPr/>
            </a:lvl9pPr>
          </a:lstStyle>
          <a:p>
            <a:endParaRPr/>
          </a:p>
        </p:txBody>
      </p:sp>
      <p:sp>
        <p:nvSpPr>
          <p:cNvPr id="68" name="Google Shape;68;p16"/>
          <p:cNvSpPr txBox="1">
            <a:spLocks noGrp="1"/>
          </p:cNvSpPr>
          <p:nvPr>
            <p:ph type="sldNum" idx="12"/>
          </p:nvPr>
        </p:nvSpPr>
        <p:spPr>
          <a:xfrm>
            <a:off x="8523541" y="4695623"/>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69"/>
        <p:cNvGrpSpPr/>
        <p:nvPr/>
      </p:nvGrpSpPr>
      <p:grpSpPr>
        <a:xfrm>
          <a:off x="0" y="0"/>
          <a:ext cx="0" cy="0"/>
          <a:chOff x="0" y="0"/>
          <a:chExt cx="0" cy="0"/>
        </a:xfrm>
      </p:grpSpPr>
      <p:sp>
        <p:nvSpPr>
          <p:cNvPr id="70" name="Google Shape;70;p17"/>
          <p:cNvSpPr/>
          <p:nvPr/>
        </p:nvSpPr>
        <p:spPr>
          <a:xfrm rot="10800000" flipH="1">
            <a:off x="0" y="1686000"/>
            <a:ext cx="9144000" cy="3457500"/>
          </a:xfrm>
          <a:prstGeom prst="rect">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 name="Google Shape;71;p17"/>
          <p:cNvSpPr/>
          <p:nvPr/>
        </p:nvSpPr>
        <p:spPr>
          <a:xfrm>
            <a:off x="0" y="1686000"/>
            <a:ext cx="9144000" cy="1086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 name="Google Shape;72;p17"/>
          <p:cNvSpPr txBox="1">
            <a:spLocks noGrp="1"/>
          </p:cNvSpPr>
          <p:nvPr>
            <p:ph type="title"/>
          </p:nvPr>
        </p:nvSpPr>
        <p:spPr>
          <a:xfrm>
            <a:off x="471900" y="738725"/>
            <a:ext cx="8222100" cy="767700"/>
          </a:xfrm>
          <a:prstGeom prst="rect">
            <a:avLst/>
          </a:prstGeom>
        </p:spPr>
        <p:txBody>
          <a:bodyPr spcFirstLastPara="1" wrap="square" lIns="91425" tIns="91425" rIns="91425" bIns="91425" anchor="b" anchorCtr="0"/>
          <a:lstStyle>
            <a:lvl1pPr lvl="0" rtl="0">
              <a:spcBef>
                <a:spcPts val="0"/>
              </a:spcBef>
              <a:spcAft>
                <a:spcPts val="0"/>
              </a:spcAft>
              <a:buSzPts val="3200"/>
              <a:buNone/>
              <a:defRPr/>
            </a:lvl1pPr>
            <a:lvl2pPr lvl="1" rtl="0">
              <a:spcBef>
                <a:spcPts val="0"/>
              </a:spcBef>
              <a:spcAft>
                <a:spcPts val="0"/>
              </a:spcAft>
              <a:buSzPts val="3200"/>
              <a:buNone/>
              <a:defRPr/>
            </a:lvl2pPr>
            <a:lvl3pPr lvl="2" rtl="0">
              <a:spcBef>
                <a:spcPts val="0"/>
              </a:spcBef>
              <a:spcAft>
                <a:spcPts val="0"/>
              </a:spcAft>
              <a:buSzPts val="3200"/>
              <a:buNone/>
              <a:defRPr/>
            </a:lvl3pPr>
            <a:lvl4pPr lvl="3" rtl="0">
              <a:spcBef>
                <a:spcPts val="0"/>
              </a:spcBef>
              <a:spcAft>
                <a:spcPts val="0"/>
              </a:spcAft>
              <a:buSzPts val="3200"/>
              <a:buNone/>
              <a:defRPr/>
            </a:lvl4pPr>
            <a:lvl5pPr lvl="4" rtl="0">
              <a:spcBef>
                <a:spcPts val="0"/>
              </a:spcBef>
              <a:spcAft>
                <a:spcPts val="0"/>
              </a:spcAft>
              <a:buSzPts val="3200"/>
              <a:buNone/>
              <a:defRPr/>
            </a:lvl5pPr>
            <a:lvl6pPr lvl="5" rtl="0">
              <a:spcBef>
                <a:spcPts val="0"/>
              </a:spcBef>
              <a:spcAft>
                <a:spcPts val="0"/>
              </a:spcAft>
              <a:buSzPts val="3200"/>
              <a:buNone/>
              <a:defRPr/>
            </a:lvl6pPr>
            <a:lvl7pPr lvl="6" rtl="0">
              <a:spcBef>
                <a:spcPts val="0"/>
              </a:spcBef>
              <a:spcAft>
                <a:spcPts val="0"/>
              </a:spcAft>
              <a:buSzPts val="3200"/>
              <a:buNone/>
              <a:defRPr/>
            </a:lvl7pPr>
            <a:lvl8pPr lvl="7" rtl="0">
              <a:spcBef>
                <a:spcPts val="0"/>
              </a:spcBef>
              <a:spcAft>
                <a:spcPts val="0"/>
              </a:spcAft>
              <a:buSzPts val="3200"/>
              <a:buNone/>
              <a:defRPr/>
            </a:lvl8pPr>
            <a:lvl9pPr lvl="8" rtl="0">
              <a:spcBef>
                <a:spcPts val="0"/>
              </a:spcBef>
              <a:spcAft>
                <a:spcPts val="0"/>
              </a:spcAft>
              <a:buSzPts val="3200"/>
              <a:buNone/>
              <a:defRPr/>
            </a:lvl9pPr>
          </a:lstStyle>
          <a:p>
            <a:endParaRPr/>
          </a:p>
        </p:txBody>
      </p:sp>
      <p:sp>
        <p:nvSpPr>
          <p:cNvPr id="73" name="Google Shape;73;p17"/>
          <p:cNvSpPr txBox="1">
            <a:spLocks noGrp="1"/>
          </p:cNvSpPr>
          <p:nvPr>
            <p:ph type="body" idx="1"/>
          </p:nvPr>
        </p:nvSpPr>
        <p:spPr>
          <a:xfrm>
            <a:off x="471900" y="1919075"/>
            <a:ext cx="3999900" cy="2710200"/>
          </a:xfrm>
          <a:prstGeom prst="rect">
            <a:avLst/>
          </a:prstGeom>
        </p:spPr>
        <p:txBody>
          <a:bodyPr spcFirstLastPara="1" wrap="square" lIns="91425" tIns="91425" rIns="91425" bIns="91425" anchor="t" anchorCtr="0"/>
          <a:lstStyle>
            <a:lvl1pPr marL="457200" lvl="0" indent="-317500" rtl="0">
              <a:spcBef>
                <a:spcPts val="0"/>
              </a:spcBef>
              <a:spcAft>
                <a:spcPts val="0"/>
              </a:spcAft>
              <a:buSzPts val="1400"/>
              <a:buChar char="●"/>
              <a:defRPr sz="1400"/>
            </a:lvl1pPr>
            <a:lvl2pPr marL="914400" lvl="1" indent="-304800" rtl="0">
              <a:spcBef>
                <a:spcPts val="1600"/>
              </a:spcBef>
              <a:spcAft>
                <a:spcPts val="0"/>
              </a:spcAft>
              <a:buSzPts val="1200"/>
              <a:buChar char="○"/>
              <a:defRPr sz="1200"/>
            </a:lvl2pPr>
            <a:lvl3pPr marL="1371600" lvl="2" indent="-304800" rtl="0">
              <a:spcBef>
                <a:spcPts val="1600"/>
              </a:spcBef>
              <a:spcAft>
                <a:spcPts val="0"/>
              </a:spcAft>
              <a:buSzPts val="1200"/>
              <a:buChar char="■"/>
              <a:defRPr sz="1200"/>
            </a:lvl3pPr>
            <a:lvl4pPr marL="1828800" lvl="3" indent="-304800" rtl="0">
              <a:spcBef>
                <a:spcPts val="1600"/>
              </a:spcBef>
              <a:spcAft>
                <a:spcPts val="0"/>
              </a:spcAft>
              <a:buSzPts val="1200"/>
              <a:buChar char="●"/>
              <a:defRPr sz="1200"/>
            </a:lvl4pPr>
            <a:lvl5pPr marL="2286000" lvl="4" indent="-304800" rtl="0">
              <a:spcBef>
                <a:spcPts val="1600"/>
              </a:spcBef>
              <a:spcAft>
                <a:spcPts val="0"/>
              </a:spcAft>
              <a:buSzPts val="1200"/>
              <a:buChar char="○"/>
              <a:defRPr sz="1200"/>
            </a:lvl5pPr>
            <a:lvl6pPr marL="2743200" lvl="5" indent="-304800" rtl="0">
              <a:spcBef>
                <a:spcPts val="1600"/>
              </a:spcBef>
              <a:spcAft>
                <a:spcPts val="0"/>
              </a:spcAft>
              <a:buSzPts val="1200"/>
              <a:buChar char="■"/>
              <a:defRPr sz="1200"/>
            </a:lvl6pPr>
            <a:lvl7pPr marL="3200400" lvl="6" indent="-304800" rtl="0">
              <a:spcBef>
                <a:spcPts val="1600"/>
              </a:spcBef>
              <a:spcAft>
                <a:spcPts val="0"/>
              </a:spcAft>
              <a:buSzPts val="1200"/>
              <a:buChar char="●"/>
              <a:defRPr sz="1200"/>
            </a:lvl7pPr>
            <a:lvl8pPr marL="3657600" lvl="7" indent="-304800" rtl="0">
              <a:spcBef>
                <a:spcPts val="1600"/>
              </a:spcBef>
              <a:spcAft>
                <a:spcPts val="0"/>
              </a:spcAft>
              <a:buSzPts val="1200"/>
              <a:buChar char="○"/>
              <a:defRPr sz="1200"/>
            </a:lvl8pPr>
            <a:lvl9pPr marL="4114800" lvl="8" indent="-304800" rtl="0">
              <a:spcBef>
                <a:spcPts val="1600"/>
              </a:spcBef>
              <a:spcAft>
                <a:spcPts val="1600"/>
              </a:spcAft>
              <a:buSzPts val="1200"/>
              <a:buChar char="■"/>
              <a:defRPr sz="1200"/>
            </a:lvl9pPr>
          </a:lstStyle>
          <a:p>
            <a:endParaRPr/>
          </a:p>
        </p:txBody>
      </p:sp>
      <p:sp>
        <p:nvSpPr>
          <p:cNvPr id="74" name="Google Shape;74;p17"/>
          <p:cNvSpPr txBox="1">
            <a:spLocks noGrp="1"/>
          </p:cNvSpPr>
          <p:nvPr>
            <p:ph type="body" idx="2"/>
          </p:nvPr>
        </p:nvSpPr>
        <p:spPr>
          <a:xfrm>
            <a:off x="4694250" y="1919075"/>
            <a:ext cx="3999900" cy="2710200"/>
          </a:xfrm>
          <a:prstGeom prst="rect">
            <a:avLst/>
          </a:prstGeom>
        </p:spPr>
        <p:txBody>
          <a:bodyPr spcFirstLastPara="1" wrap="square" lIns="91425" tIns="91425" rIns="91425" bIns="91425" anchor="t" anchorCtr="0"/>
          <a:lstStyle>
            <a:lvl1pPr marL="457200" lvl="0" indent="-317500" rtl="0">
              <a:spcBef>
                <a:spcPts val="0"/>
              </a:spcBef>
              <a:spcAft>
                <a:spcPts val="0"/>
              </a:spcAft>
              <a:buSzPts val="1400"/>
              <a:buChar char="●"/>
              <a:defRPr sz="1400"/>
            </a:lvl1pPr>
            <a:lvl2pPr marL="914400" lvl="1" indent="-304800" rtl="0">
              <a:spcBef>
                <a:spcPts val="1600"/>
              </a:spcBef>
              <a:spcAft>
                <a:spcPts val="0"/>
              </a:spcAft>
              <a:buSzPts val="1200"/>
              <a:buChar char="○"/>
              <a:defRPr sz="1200"/>
            </a:lvl2pPr>
            <a:lvl3pPr marL="1371600" lvl="2" indent="-304800" rtl="0">
              <a:spcBef>
                <a:spcPts val="1600"/>
              </a:spcBef>
              <a:spcAft>
                <a:spcPts val="0"/>
              </a:spcAft>
              <a:buSzPts val="1200"/>
              <a:buChar char="■"/>
              <a:defRPr sz="1200"/>
            </a:lvl3pPr>
            <a:lvl4pPr marL="1828800" lvl="3" indent="-304800" rtl="0">
              <a:spcBef>
                <a:spcPts val="1600"/>
              </a:spcBef>
              <a:spcAft>
                <a:spcPts val="0"/>
              </a:spcAft>
              <a:buSzPts val="1200"/>
              <a:buChar char="●"/>
              <a:defRPr sz="1200"/>
            </a:lvl4pPr>
            <a:lvl5pPr marL="2286000" lvl="4" indent="-304800" rtl="0">
              <a:spcBef>
                <a:spcPts val="1600"/>
              </a:spcBef>
              <a:spcAft>
                <a:spcPts val="0"/>
              </a:spcAft>
              <a:buSzPts val="1200"/>
              <a:buChar char="○"/>
              <a:defRPr sz="1200"/>
            </a:lvl5pPr>
            <a:lvl6pPr marL="2743200" lvl="5" indent="-304800" rtl="0">
              <a:spcBef>
                <a:spcPts val="1600"/>
              </a:spcBef>
              <a:spcAft>
                <a:spcPts val="0"/>
              </a:spcAft>
              <a:buSzPts val="1200"/>
              <a:buChar char="■"/>
              <a:defRPr sz="1200"/>
            </a:lvl6pPr>
            <a:lvl7pPr marL="3200400" lvl="6" indent="-304800" rtl="0">
              <a:spcBef>
                <a:spcPts val="1600"/>
              </a:spcBef>
              <a:spcAft>
                <a:spcPts val="0"/>
              </a:spcAft>
              <a:buSzPts val="1200"/>
              <a:buChar char="●"/>
              <a:defRPr sz="1200"/>
            </a:lvl7pPr>
            <a:lvl8pPr marL="3657600" lvl="7" indent="-304800" rtl="0">
              <a:spcBef>
                <a:spcPts val="1600"/>
              </a:spcBef>
              <a:spcAft>
                <a:spcPts val="0"/>
              </a:spcAft>
              <a:buSzPts val="1200"/>
              <a:buChar char="○"/>
              <a:defRPr sz="1200"/>
            </a:lvl8pPr>
            <a:lvl9pPr marL="4114800" lvl="8" indent="-304800" rtl="0">
              <a:spcBef>
                <a:spcPts val="1600"/>
              </a:spcBef>
              <a:spcAft>
                <a:spcPts val="1600"/>
              </a:spcAft>
              <a:buSzPts val="1200"/>
              <a:buChar char="■"/>
              <a:defRPr sz="1200"/>
            </a:lvl9pPr>
          </a:lstStyle>
          <a:p>
            <a:endParaRPr/>
          </a:p>
        </p:txBody>
      </p:sp>
      <p:sp>
        <p:nvSpPr>
          <p:cNvPr id="75" name="Google Shape;75;p17"/>
          <p:cNvSpPr txBox="1">
            <a:spLocks noGrp="1"/>
          </p:cNvSpPr>
          <p:nvPr>
            <p:ph type="sldNum" idx="12"/>
          </p:nvPr>
        </p:nvSpPr>
        <p:spPr>
          <a:xfrm>
            <a:off x="8523541" y="4695623"/>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76"/>
        <p:cNvGrpSpPr/>
        <p:nvPr/>
      </p:nvGrpSpPr>
      <p:grpSpPr>
        <a:xfrm>
          <a:off x="0" y="0"/>
          <a:ext cx="0" cy="0"/>
          <a:chOff x="0" y="0"/>
          <a:chExt cx="0" cy="0"/>
        </a:xfrm>
      </p:grpSpPr>
      <p:sp>
        <p:nvSpPr>
          <p:cNvPr id="77" name="Google Shape;77;p18"/>
          <p:cNvSpPr/>
          <p:nvPr/>
        </p:nvSpPr>
        <p:spPr>
          <a:xfrm rot="10800000" flipH="1">
            <a:off x="0" y="656400"/>
            <a:ext cx="9144000" cy="4487100"/>
          </a:xfrm>
          <a:prstGeom prst="rect">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 name="Google Shape;78;p18"/>
          <p:cNvSpPr/>
          <p:nvPr/>
        </p:nvSpPr>
        <p:spPr>
          <a:xfrm>
            <a:off x="0" y="656350"/>
            <a:ext cx="9144000" cy="1086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 name="Google Shape;79;p18"/>
          <p:cNvSpPr txBox="1">
            <a:spLocks noGrp="1"/>
          </p:cNvSpPr>
          <p:nvPr>
            <p:ph type="title"/>
          </p:nvPr>
        </p:nvSpPr>
        <p:spPr>
          <a:xfrm>
            <a:off x="98250" y="16350"/>
            <a:ext cx="8826600" cy="602700"/>
          </a:xfrm>
          <a:prstGeom prst="rect">
            <a:avLst/>
          </a:prstGeom>
        </p:spPr>
        <p:txBody>
          <a:bodyPr spcFirstLastPara="1" wrap="square" lIns="91425" tIns="91425" rIns="91425" bIns="91425" anchor="ctr" anchorCtr="0"/>
          <a:lstStyle>
            <a:lvl1pPr lvl="0" rtl="0">
              <a:spcBef>
                <a:spcPts val="0"/>
              </a:spcBef>
              <a:spcAft>
                <a:spcPts val="0"/>
              </a:spcAft>
              <a:buSzPts val="1800"/>
              <a:buNone/>
              <a:defRPr sz="1800"/>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a:endParaRPr/>
          </a:p>
        </p:txBody>
      </p:sp>
      <p:sp>
        <p:nvSpPr>
          <p:cNvPr id="80" name="Google Shape;80;p18"/>
          <p:cNvSpPr txBox="1">
            <a:spLocks noGrp="1"/>
          </p:cNvSpPr>
          <p:nvPr>
            <p:ph type="sldNum" idx="12"/>
          </p:nvPr>
        </p:nvSpPr>
        <p:spPr>
          <a:xfrm>
            <a:off x="8523541" y="4695623"/>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81"/>
        <p:cNvGrpSpPr/>
        <p:nvPr/>
      </p:nvGrpSpPr>
      <p:grpSpPr>
        <a:xfrm>
          <a:off x="0" y="0"/>
          <a:ext cx="0" cy="0"/>
          <a:chOff x="0" y="0"/>
          <a:chExt cx="0" cy="0"/>
        </a:xfrm>
      </p:grpSpPr>
      <p:sp>
        <p:nvSpPr>
          <p:cNvPr id="82" name="Google Shape;82;p19"/>
          <p:cNvSpPr txBox="1"/>
          <p:nvPr/>
        </p:nvSpPr>
        <p:spPr>
          <a:xfrm rot="10800000" flipH="1">
            <a:off x="3276600" y="25"/>
            <a:ext cx="5867400" cy="5143500"/>
          </a:xfrm>
          <a:prstGeom prst="rect">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 name="Google Shape;83;p19"/>
          <p:cNvSpPr/>
          <p:nvPr/>
        </p:nvSpPr>
        <p:spPr>
          <a:xfrm rot="-5400000">
            <a:off x="759150" y="2517450"/>
            <a:ext cx="5143500" cy="1086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 name="Google Shape;84;p19"/>
          <p:cNvSpPr txBox="1">
            <a:spLocks noGrp="1"/>
          </p:cNvSpPr>
          <p:nvPr>
            <p:ph type="title"/>
          </p:nvPr>
        </p:nvSpPr>
        <p:spPr>
          <a:xfrm>
            <a:off x="226078" y="357800"/>
            <a:ext cx="2808000" cy="953400"/>
          </a:xfrm>
          <a:prstGeom prst="rect">
            <a:avLst/>
          </a:prstGeom>
        </p:spPr>
        <p:txBody>
          <a:bodyPr spcFirstLastPara="1" wrap="square" lIns="91425" tIns="91425" rIns="91425" bIns="91425" anchor="b" anchorCtr="0"/>
          <a:lstStyle>
            <a:lvl1pPr lvl="0" rtl="0">
              <a:spcBef>
                <a:spcPts val="0"/>
              </a:spcBef>
              <a:spcAft>
                <a:spcPts val="0"/>
              </a:spcAft>
              <a:buSzPts val="2400"/>
              <a:buNone/>
              <a:defRPr sz="24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a:endParaRPr/>
          </a:p>
        </p:txBody>
      </p:sp>
      <p:sp>
        <p:nvSpPr>
          <p:cNvPr id="85" name="Google Shape;85;p19"/>
          <p:cNvSpPr txBox="1">
            <a:spLocks noGrp="1"/>
          </p:cNvSpPr>
          <p:nvPr>
            <p:ph type="body" idx="1"/>
          </p:nvPr>
        </p:nvSpPr>
        <p:spPr>
          <a:xfrm>
            <a:off x="226075" y="1465800"/>
            <a:ext cx="2808000" cy="3163500"/>
          </a:xfrm>
          <a:prstGeom prst="rect">
            <a:avLst/>
          </a:prstGeom>
        </p:spPr>
        <p:txBody>
          <a:bodyPr spcFirstLastPara="1" wrap="square" lIns="91425" tIns="91425" rIns="91425" bIns="91425" anchor="t" anchorCtr="0"/>
          <a:lstStyle>
            <a:lvl1pPr marL="457200" lvl="0" indent="-304800" rtl="0">
              <a:spcBef>
                <a:spcPts val="0"/>
              </a:spcBef>
              <a:spcAft>
                <a:spcPts val="0"/>
              </a:spcAft>
              <a:buClr>
                <a:schemeClr val="lt1"/>
              </a:buClr>
              <a:buSzPts val="1200"/>
              <a:buChar char="●"/>
              <a:defRPr sz="1200">
                <a:solidFill>
                  <a:schemeClr val="lt1"/>
                </a:solidFill>
              </a:defRPr>
            </a:lvl1pPr>
            <a:lvl2pPr marL="914400" lvl="1" indent="-304800" rtl="0">
              <a:spcBef>
                <a:spcPts val="1600"/>
              </a:spcBef>
              <a:spcAft>
                <a:spcPts val="0"/>
              </a:spcAft>
              <a:buClr>
                <a:schemeClr val="lt1"/>
              </a:buClr>
              <a:buSzPts val="1200"/>
              <a:buChar char="○"/>
              <a:defRPr sz="1200">
                <a:solidFill>
                  <a:schemeClr val="lt1"/>
                </a:solidFill>
              </a:defRPr>
            </a:lvl2pPr>
            <a:lvl3pPr marL="1371600" lvl="2" indent="-304800" rtl="0">
              <a:spcBef>
                <a:spcPts val="1600"/>
              </a:spcBef>
              <a:spcAft>
                <a:spcPts val="0"/>
              </a:spcAft>
              <a:buClr>
                <a:schemeClr val="lt1"/>
              </a:buClr>
              <a:buSzPts val="1200"/>
              <a:buChar char="■"/>
              <a:defRPr sz="1200">
                <a:solidFill>
                  <a:schemeClr val="lt1"/>
                </a:solidFill>
              </a:defRPr>
            </a:lvl3pPr>
            <a:lvl4pPr marL="1828800" lvl="3" indent="-304800" rtl="0">
              <a:spcBef>
                <a:spcPts val="1600"/>
              </a:spcBef>
              <a:spcAft>
                <a:spcPts val="0"/>
              </a:spcAft>
              <a:buClr>
                <a:schemeClr val="lt1"/>
              </a:buClr>
              <a:buSzPts val="1200"/>
              <a:buChar char="●"/>
              <a:defRPr sz="1200">
                <a:solidFill>
                  <a:schemeClr val="lt1"/>
                </a:solidFill>
              </a:defRPr>
            </a:lvl4pPr>
            <a:lvl5pPr marL="2286000" lvl="4" indent="-304800" rtl="0">
              <a:spcBef>
                <a:spcPts val="1600"/>
              </a:spcBef>
              <a:spcAft>
                <a:spcPts val="0"/>
              </a:spcAft>
              <a:buClr>
                <a:schemeClr val="lt1"/>
              </a:buClr>
              <a:buSzPts val="1200"/>
              <a:buChar char="○"/>
              <a:defRPr sz="1200">
                <a:solidFill>
                  <a:schemeClr val="lt1"/>
                </a:solidFill>
              </a:defRPr>
            </a:lvl5pPr>
            <a:lvl6pPr marL="2743200" lvl="5" indent="-304800" rtl="0">
              <a:spcBef>
                <a:spcPts val="1600"/>
              </a:spcBef>
              <a:spcAft>
                <a:spcPts val="0"/>
              </a:spcAft>
              <a:buClr>
                <a:schemeClr val="lt1"/>
              </a:buClr>
              <a:buSzPts val="1200"/>
              <a:buChar char="■"/>
              <a:defRPr sz="1200">
                <a:solidFill>
                  <a:schemeClr val="lt1"/>
                </a:solidFill>
              </a:defRPr>
            </a:lvl6pPr>
            <a:lvl7pPr marL="3200400" lvl="6" indent="-304800" rtl="0">
              <a:spcBef>
                <a:spcPts val="1600"/>
              </a:spcBef>
              <a:spcAft>
                <a:spcPts val="0"/>
              </a:spcAft>
              <a:buClr>
                <a:schemeClr val="lt1"/>
              </a:buClr>
              <a:buSzPts val="1200"/>
              <a:buChar char="●"/>
              <a:defRPr sz="1200">
                <a:solidFill>
                  <a:schemeClr val="lt1"/>
                </a:solidFill>
              </a:defRPr>
            </a:lvl7pPr>
            <a:lvl8pPr marL="3657600" lvl="7" indent="-304800" rtl="0">
              <a:spcBef>
                <a:spcPts val="1600"/>
              </a:spcBef>
              <a:spcAft>
                <a:spcPts val="0"/>
              </a:spcAft>
              <a:buClr>
                <a:schemeClr val="lt1"/>
              </a:buClr>
              <a:buSzPts val="1200"/>
              <a:buChar char="○"/>
              <a:defRPr sz="1200">
                <a:solidFill>
                  <a:schemeClr val="lt1"/>
                </a:solidFill>
              </a:defRPr>
            </a:lvl8pPr>
            <a:lvl9pPr marL="4114800" lvl="8" indent="-304800" rtl="0">
              <a:spcBef>
                <a:spcPts val="1600"/>
              </a:spcBef>
              <a:spcAft>
                <a:spcPts val="1600"/>
              </a:spcAft>
              <a:buClr>
                <a:schemeClr val="lt1"/>
              </a:buClr>
              <a:buSzPts val="1200"/>
              <a:buChar char="■"/>
              <a:defRPr sz="1200">
                <a:solidFill>
                  <a:schemeClr val="lt1"/>
                </a:solidFill>
              </a:defRPr>
            </a:lvl9pPr>
          </a:lstStyle>
          <a:p>
            <a:endParaRPr/>
          </a:p>
        </p:txBody>
      </p:sp>
      <p:sp>
        <p:nvSpPr>
          <p:cNvPr id="86" name="Google Shape;86;p19"/>
          <p:cNvSpPr txBox="1">
            <a:spLocks noGrp="1"/>
          </p:cNvSpPr>
          <p:nvPr>
            <p:ph type="sldNum" idx="12"/>
          </p:nvPr>
        </p:nvSpPr>
        <p:spPr>
          <a:xfrm>
            <a:off x="8523541" y="4695623"/>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87"/>
        <p:cNvGrpSpPr/>
        <p:nvPr/>
      </p:nvGrpSpPr>
      <p:grpSpPr>
        <a:xfrm>
          <a:off x="0" y="0"/>
          <a:ext cx="0" cy="0"/>
          <a:chOff x="0" y="0"/>
          <a:chExt cx="0" cy="0"/>
        </a:xfrm>
      </p:grpSpPr>
      <p:sp>
        <p:nvSpPr>
          <p:cNvPr id="88" name="Google Shape;88;p20"/>
          <p:cNvSpPr txBox="1">
            <a:spLocks noGrp="1"/>
          </p:cNvSpPr>
          <p:nvPr>
            <p:ph type="title"/>
          </p:nvPr>
        </p:nvSpPr>
        <p:spPr>
          <a:xfrm>
            <a:off x="490250" y="488250"/>
            <a:ext cx="6227100" cy="4090800"/>
          </a:xfrm>
          <a:prstGeom prst="rect">
            <a:avLst/>
          </a:prstGeom>
        </p:spPr>
        <p:txBody>
          <a:bodyPr spcFirstLastPara="1" wrap="square" lIns="91425" tIns="91425" rIns="91425" bIns="91425" anchor="ctr" anchorCtr="0"/>
          <a:lstStyle>
            <a:lvl1pPr lvl="0" rtl="0">
              <a:spcBef>
                <a:spcPts val="0"/>
              </a:spcBef>
              <a:spcAft>
                <a:spcPts val="0"/>
              </a:spcAft>
              <a:buSzPts val="6000"/>
              <a:buNone/>
              <a:defRPr sz="6000"/>
            </a:lvl1pPr>
            <a:lvl2pPr lvl="1" rtl="0">
              <a:spcBef>
                <a:spcPts val="0"/>
              </a:spcBef>
              <a:spcAft>
                <a:spcPts val="0"/>
              </a:spcAft>
              <a:buSzPts val="6000"/>
              <a:buNone/>
              <a:defRPr sz="6000"/>
            </a:lvl2pPr>
            <a:lvl3pPr lvl="2" rtl="0">
              <a:spcBef>
                <a:spcPts val="0"/>
              </a:spcBef>
              <a:spcAft>
                <a:spcPts val="0"/>
              </a:spcAft>
              <a:buSzPts val="6000"/>
              <a:buNone/>
              <a:defRPr sz="6000"/>
            </a:lvl3pPr>
            <a:lvl4pPr lvl="3" rtl="0">
              <a:spcBef>
                <a:spcPts val="0"/>
              </a:spcBef>
              <a:spcAft>
                <a:spcPts val="0"/>
              </a:spcAft>
              <a:buSzPts val="6000"/>
              <a:buNone/>
              <a:defRPr sz="6000"/>
            </a:lvl4pPr>
            <a:lvl5pPr lvl="4" rtl="0">
              <a:spcBef>
                <a:spcPts val="0"/>
              </a:spcBef>
              <a:spcAft>
                <a:spcPts val="0"/>
              </a:spcAft>
              <a:buSzPts val="6000"/>
              <a:buNone/>
              <a:defRPr sz="6000"/>
            </a:lvl5pPr>
            <a:lvl6pPr lvl="5" rtl="0">
              <a:spcBef>
                <a:spcPts val="0"/>
              </a:spcBef>
              <a:spcAft>
                <a:spcPts val="0"/>
              </a:spcAft>
              <a:buSzPts val="6000"/>
              <a:buNone/>
              <a:defRPr sz="6000"/>
            </a:lvl6pPr>
            <a:lvl7pPr lvl="6" rtl="0">
              <a:spcBef>
                <a:spcPts val="0"/>
              </a:spcBef>
              <a:spcAft>
                <a:spcPts val="0"/>
              </a:spcAft>
              <a:buSzPts val="6000"/>
              <a:buNone/>
              <a:defRPr sz="6000"/>
            </a:lvl7pPr>
            <a:lvl8pPr lvl="7" rtl="0">
              <a:spcBef>
                <a:spcPts val="0"/>
              </a:spcBef>
              <a:spcAft>
                <a:spcPts val="0"/>
              </a:spcAft>
              <a:buSzPts val="6000"/>
              <a:buNone/>
              <a:defRPr sz="6000"/>
            </a:lvl8pPr>
            <a:lvl9pPr lvl="8" rtl="0">
              <a:spcBef>
                <a:spcPts val="0"/>
              </a:spcBef>
              <a:spcAft>
                <a:spcPts val="0"/>
              </a:spcAft>
              <a:buSzPts val="6000"/>
              <a:buNone/>
              <a:defRPr sz="6000"/>
            </a:lvl9pPr>
          </a:lstStyle>
          <a:p>
            <a:endParaRPr/>
          </a:p>
        </p:txBody>
      </p:sp>
      <p:sp>
        <p:nvSpPr>
          <p:cNvPr id="89" name="Google Shape;89;p20"/>
          <p:cNvSpPr txBox="1">
            <a:spLocks noGrp="1"/>
          </p:cNvSpPr>
          <p:nvPr>
            <p:ph type="sldNum" idx="12"/>
          </p:nvPr>
        </p:nvSpPr>
        <p:spPr>
          <a:xfrm>
            <a:off x="8523541" y="4695623"/>
            <a:ext cx="548700" cy="393600"/>
          </a:xfrm>
          <a:prstGeom prst="rect">
            <a:avLst/>
          </a:prstGeom>
        </p:spPr>
        <p:txBody>
          <a:bodyPr spcFirstLastPara="1" wrap="square" lIns="91425" tIns="91425" rIns="91425" bIns="91425" anchor="ctr" anchorCtr="0">
            <a:noAutofit/>
          </a:bodyPr>
          <a:lstStyle>
            <a:lvl1pPr lvl="0" rtl="0">
              <a:buNone/>
              <a:defRPr>
                <a:solidFill>
                  <a:schemeClr val="lt1"/>
                </a:solidFill>
              </a:defRPr>
            </a:lvl1pPr>
            <a:lvl2pPr lvl="1" rtl="0">
              <a:buNone/>
              <a:defRPr>
                <a:solidFill>
                  <a:schemeClr val="lt1"/>
                </a:solidFill>
              </a:defRPr>
            </a:lvl2pPr>
            <a:lvl3pPr lvl="2" rtl="0">
              <a:buNone/>
              <a:defRPr>
                <a:solidFill>
                  <a:schemeClr val="lt1"/>
                </a:solidFill>
              </a:defRPr>
            </a:lvl3pPr>
            <a:lvl4pPr lvl="3" rtl="0">
              <a:buNone/>
              <a:defRPr>
                <a:solidFill>
                  <a:schemeClr val="lt1"/>
                </a:solidFill>
              </a:defRPr>
            </a:lvl4pPr>
            <a:lvl5pPr lvl="4" rtl="0">
              <a:buNone/>
              <a:defRPr>
                <a:solidFill>
                  <a:schemeClr val="lt1"/>
                </a:solidFill>
              </a:defRPr>
            </a:lvl5pPr>
            <a:lvl6pPr lvl="5" rtl="0">
              <a:buNone/>
              <a:defRPr>
                <a:solidFill>
                  <a:schemeClr val="lt1"/>
                </a:solidFill>
              </a:defRPr>
            </a:lvl6pPr>
            <a:lvl7pPr lvl="6" rtl="0">
              <a:buNone/>
              <a:defRPr>
                <a:solidFill>
                  <a:schemeClr val="lt1"/>
                </a:solidFill>
              </a:defRPr>
            </a:lvl7pPr>
            <a:lvl8pPr lvl="7" rtl="0">
              <a:buNone/>
              <a:defRPr>
                <a:solidFill>
                  <a:schemeClr val="lt1"/>
                </a:solidFill>
              </a:defRPr>
            </a:lvl8pPr>
            <a:lvl9pPr lvl="8" rtl="0">
              <a:buNone/>
              <a:defRPr>
                <a:solidFill>
                  <a:schemeClr val="l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90"/>
        <p:cNvGrpSpPr/>
        <p:nvPr/>
      </p:nvGrpSpPr>
      <p:grpSpPr>
        <a:xfrm>
          <a:off x="0" y="0"/>
          <a:ext cx="0" cy="0"/>
          <a:chOff x="0" y="0"/>
          <a:chExt cx="0" cy="0"/>
        </a:xfrm>
      </p:grpSpPr>
      <p:sp>
        <p:nvSpPr>
          <p:cNvPr id="91" name="Google Shape;91;p21"/>
          <p:cNvSpPr/>
          <p:nvPr/>
        </p:nvSpPr>
        <p:spPr>
          <a:xfrm flipH="1">
            <a:off x="0" y="0"/>
            <a:ext cx="4572000" cy="5143500"/>
          </a:xfrm>
          <a:prstGeom prst="rect">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 name="Google Shape;92;p21"/>
          <p:cNvSpPr/>
          <p:nvPr/>
        </p:nvSpPr>
        <p:spPr>
          <a:xfrm rot="5400000">
            <a:off x="1946425" y="2517750"/>
            <a:ext cx="5142900" cy="1086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 name="Google Shape;93;p21"/>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lstStyle>
            <a:lvl1pPr lvl="0" algn="ctr" rtl="0">
              <a:spcBef>
                <a:spcPts val="0"/>
              </a:spcBef>
              <a:spcAft>
                <a:spcPts val="0"/>
              </a:spcAft>
              <a:buClr>
                <a:schemeClr val="dk2"/>
              </a:buClr>
              <a:buSzPts val="4200"/>
              <a:buNone/>
              <a:defRPr sz="4200">
                <a:solidFill>
                  <a:schemeClr val="dk2"/>
                </a:solidFill>
              </a:defRPr>
            </a:lvl1pPr>
            <a:lvl2pPr lvl="1" algn="ctr" rtl="0">
              <a:spcBef>
                <a:spcPts val="0"/>
              </a:spcBef>
              <a:spcAft>
                <a:spcPts val="0"/>
              </a:spcAft>
              <a:buClr>
                <a:schemeClr val="dk2"/>
              </a:buClr>
              <a:buSzPts val="4200"/>
              <a:buNone/>
              <a:defRPr sz="4200">
                <a:solidFill>
                  <a:schemeClr val="dk2"/>
                </a:solidFill>
              </a:defRPr>
            </a:lvl2pPr>
            <a:lvl3pPr lvl="2" algn="ctr" rtl="0">
              <a:spcBef>
                <a:spcPts val="0"/>
              </a:spcBef>
              <a:spcAft>
                <a:spcPts val="0"/>
              </a:spcAft>
              <a:buClr>
                <a:schemeClr val="dk2"/>
              </a:buClr>
              <a:buSzPts val="4200"/>
              <a:buNone/>
              <a:defRPr sz="4200">
                <a:solidFill>
                  <a:schemeClr val="dk2"/>
                </a:solidFill>
              </a:defRPr>
            </a:lvl3pPr>
            <a:lvl4pPr lvl="3" algn="ctr" rtl="0">
              <a:spcBef>
                <a:spcPts val="0"/>
              </a:spcBef>
              <a:spcAft>
                <a:spcPts val="0"/>
              </a:spcAft>
              <a:buClr>
                <a:schemeClr val="dk2"/>
              </a:buClr>
              <a:buSzPts val="4200"/>
              <a:buNone/>
              <a:defRPr sz="4200">
                <a:solidFill>
                  <a:schemeClr val="dk2"/>
                </a:solidFill>
              </a:defRPr>
            </a:lvl4pPr>
            <a:lvl5pPr lvl="4" algn="ctr" rtl="0">
              <a:spcBef>
                <a:spcPts val="0"/>
              </a:spcBef>
              <a:spcAft>
                <a:spcPts val="0"/>
              </a:spcAft>
              <a:buClr>
                <a:schemeClr val="dk2"/>
              </a:buClr>
              <a:buSzPts val="4200"/>
              <a:buNone/>
              <a:defRPr sz="4200">
                <a:solidFill>
                  <a:schemeClr val="dk2"/>
                </a:solidFill>
              </a:defRPr>
            </a:lvl5pPr>
            <a:lvl6pPr lvl="5" algn="ctr" rtl="0">
              <a:spcBef>
                <a:spcPts val="0"/>
              </a:spcBef>
              <a:spcAft>
                <a:spcPts val="0"/>
              </a:spcAft>
              <a:buClr>
                <a:schemeClr val="dk2"/>
              </a:buClr>
              <a:buSzPts val="4200"/>
              <a:buNone/>
              <a:defRPr sz="4200">
                <a:solidFill>
                  <a:schemeClr val="dk2"/>
                </a:solidFill>
              </a:defRPr>
            </a:lvl6pPr>
            <a:lvl7pPr lvl="6" algn="ctr" rtl="0">
              <a:spcBef>
                <a:spcPts val="0"/>
              </a:spcBef>
              <a:spcAft>
                <a:spcPts val="0"/>
              </a:spcAft>
              <a:buClr>
                <a:schemeClr val="dk2"/>
              </a:buClr>
              <a:buSzPts val="4200"/>
              <a:buNone/>
              <a:defRPr sz="4200">
                <a:solidFill>
                  <a:schemeClr val="dk2"/>
                </a:solidFill>
              </a:defRPr>
            </a:lvl7pPr>
            <a:lvl8pPr lvl="7" algn="ctr" rtl="0">
              <a:spcBef>
                <a:spcPts val="0"/>
              </a:spcBef>
              <a:spcAft>
                <a:spcPts val="0"/>
              </a:spcAft>
              <a:buClr>
                <a:schemeClr val="dk2"/>
              </a:buClr>
              <a:buSzPts val="4200"/>
              <a:buNone/>
              <a:defRPr sz="4200">
                <a:solidFill>
                  <a:schemeClr val="dk2"/>
                </a:solidFill>
              </a:defRPr>
            </a:lvl8pPr>
            <a:lvl9pPr lvl="8" algn="ctr" rtl="0">
              <a:spcBef>
                <a:spcPts val="0"/>
              </a:spcBef>
              <a:spcAft>
                <a:spcPts val="0"/>
              </a:spcAft>
              <a:buClr>
                <a:schemeClr val="dk2"/>
              </a:buClr>
              <a:buSzPts val="4200"/>
              <a:buNone/>
              <a:defRPr sz="4200">
                <a:solidFill>
                  <a:schemeClr val="dk2"/>
                </a:solidFill>
              </a:defRPr>
            </a:lvl9pPr>
          </a:lstStyle>
          <a:p>
            <a:endParaRPr/>
          </a:p>
        </p:txBody>
      </p:sp>
      <p:sp>
        <p:nvSpPr>
          <p:cNvPr id="94" name="Google Shape;94;p21"/>
          <p:cNvSpPr txBox="1">
            <a:spLocks noGrp="1"/>
          </p:cNvSpPr>
          <p:nvPr>
            <p:ph type="subTitle" idx="1"/>
          </p:nvPr>
        </p:nvSpPr>
        <p:spPr>
          <a:xfrm>
            <a:off x="265500" y="2779467"/>
            <a:ext cx="4045200" cy="1235100"/>
          </a:xfrm>
          <a:prstGeom prst="rect">
            <a:avLst/>
          </a:prstGeom>
        </p:spPr>
        <p:txBody>
          <a:bodyPr spcFirstLastPara="1" wrap="square" lIns="91425" tIns="91425" rIns="91425" bIns="91425" anchor="t" anchorCtr="0"/>
          <a:lstStyle>
            <a:lvl1pPr lvl="0" algn="ctr" rtl="0">
              <a:lnSpc>
                <a:spcPct val="100000"/>
              </a:lnSpc>
              <a:spcBef>
                <a:spcPts val="0"/>
              </a:spcBef>
              <a:spcAft>
                <a:spcPts val="0"/>
              </a:spcAft>
              <a:buSzPts val="2100"/>
              <a:buNone/>
              <a:defRPr sz="2100"/>
            </a:lvl1pPr>
            <a:lvl2pPr lvl="1" algn="ctr" rtl="0">
              <a:lnSpc>
                <a:spcPct val="100000"/>
              </a:lnSpc>
              <a:spcBef>
                <a:spcPts val="0"/>
              </a:spcBef>
              <a:spcAft>
                <a:spcPts val="0"/>
              </a:spcAft>
              <a:buSzPts val="2100"/>
              <a:buNone/>
              <a:defRPr sz="2100"/>
            </a:lvl2pPr>
            <a:lvl3pPr lvl="2" algn="ctr" rtl="0">
              <a:lnSpc>
                <a:spcPct val="100000"/>
              </a:lnSpc>
              <a:spcBef>
                <a:spcPts val="0"/>
              </a:spcBef>
              <a:spcAft>
                <a:spcPts val="0"/>
              </a:spcAft>
              <a:buSzPts val="2100"/>
              <a:buNone/>
              <a:defRPr sz="2100"/>
            </a:lvl3pPr>
            <a:lvl4pPr lvl="3" algn="ctr" rtl="0">
              <a:lnSpc>
                <a:spcPct val="100000"/>
              </a:lnSpc>
              <a:spcBef>
                <a:spcPts val="0"/>
              </a:spcBef>
              <a:spcAft>
                <a:spcPts val="0"/>
              </a:spcAft>
              <a:buSzPts val="2100"/>
              <a:buNone/>
              <a:defRPr sz="2100"/>
            </a:lvl4pPr>
            <a:lvl5pPr lvl="4" algn="ctr" rtl="0">
              <a:lnSpc>
                <a:spcPct val="100000"/>
              </a:lnSpc>
              <a:spcBef>
                <a:spcPts val="0"/>
              </a:spcBef>
              <a:spcAft>
                <a:spcPts val="0"/>
              </a:spcAft>
              <a:buSzPts val="2100"/>
              <a:buNone/>
              <a:defRPr sz="2100"/>
            </a:lvl5pPr>
            <a:lvl6pPr lvl="5" algn="ctr" rtl="0">
              <a:lnSpc>
                <a:spcPct val="100000"/>
              </a:lnSpc>
              <a:spcBef>
                <a:spcPts val="0"/>
              </a:spcBef>
              <a:spcAft>
                <a:spcPts val="0"/>
              </a:spcAft>
              <a:buSzPts val="2100"/>
              <a:buNone/>
              <a:defRPr sz="2100"/>
            </a:lvl6pPr>
            <a:lvl7pPr lvl="6" algn="ctr" rtl="0">
              <a:lnSpc>
                <a:spcPct val="100000"/>
              </a:lnSpc>
              <a:spcBef>
                <a:spcPts val="0"/>
              </a:spcBef>
              <a:spcAft>
                <a:spcPts val="0"/>
              </a:spcAft>
              <a:buSzPts val="2100"/>
              <a:buNone/>
              <a:defRPr sz="2100"/>
            </a:lvl7pPr>
            <a:lvl8pPr lvl="7" algn="ctr" rtl="0">
              <a:lnSpc>
                <a:spcPct val="100000"/>
              </a:lnSpc>
              <a:spcBef>
                <a:spcPts val="0"/>
              </a:spcBef>
              <a:spcAft>
                <a:spcPts val="0"/>
              </a:spcAft>
              <a:buSzPts val="2100"/>
              <a:buNone/>
              <a:defRPr sz="2100"/>
            </a:lvl8pPr>
            <a:lvl9pPr lvl="8" algn="ctr" rtl="0">
              <a:lnSpc>
                <a:spcPct val="100000"/>
              </a:lnSpc>
              <a:spcBef>
                <a:spcPts val="0"/>
              </a:spcBef>
              <a:spcAft>
                <a:spcPts val="0"/>
              </a:spcAft>
              <a:buSzPts val="2100"/>
              <a:buNone/>
              <a:defRPr sz="2100"/>
            </a:lvl9pPr>
          </a:lstStyle>
          <a:p>
            <a:endParaRPr/>
          </a:p>
        </p:txBody>
      </p:sp>
      <p:sp>
        <p:nvSpPr>
          <p:cNvPr id="95" name="Google Shape;95;p21"/>
          <p:cNvSpPr txBox="1">
            <a:spLocks noGrp="1"/>
          </p:cNvSpPr>
          <p:nvPr>
            <p:ph type="body" idx="2"/>
          </p:nvPr>
        </p:nvSpPr>
        <p:spPr>
          <a:xfrm>
            <a:off x="4939500" y="724200"/>
            <a:ext cx="3837000" cy="3695100"/>
          </a:xfrm>
          <a:prstGeom prst="rect">
            <a:avLst/>
          </a:prstGeom>
        </p:spPr>
        <p:txBody>
          <a:bodyPr spcFirstLastPara="1" wrap="square" lIns="91425" tIns="91425" rIns="91425" bIns="91425" anchor="ctr" anchorCtr="0"/>
          <a:lstStyle>
            <a:lvl1pPr marL="457200" lvl="0" indent="-342900" rtl="0">
              <a:spcBef>
                <a:spcPts val="0"/>
              </a:spcBef>
              <a:spcAft>
                <a:spcPts val="0"/>
              </a:spcAft>
              <a:buClr>
                <a:schemeClr val="lt1"/>
              </a:buClr>
              <a:buSzPts val="1800"/>
              <a:buChar char="●"/>
              <a:defRPr>
                <a:solidFill>
                  <a:schemeClr val="lt1"/>
                </a:solidFill>
              </a:defRPr>
            </a:lvl1pPr>
            <a:lvl2pPr marL="914400" lvl="1" indent="-317500" rtl="0">
              <a:spcBef>
                <a:spcPts val="1600"/>
              </a:spcBef>
              <a:spcAft>
                <a:spcPts val="0"/>
              </a:spcAft>
              <a:buClr>
                <a:schemeClr val="lt1"/>
              </a:buClr>
              <a:buSzPts val="1400"/>
              <a:buChar char="○"/>
              <a:defRPr>
                <a:solidFill>
                  <a:schemeClr val="lt1"/>
                </a:solidFill>
              </a:defRPr>
            </a:lvl2pPr>
            <a:lvl3pPr marL="1371600" lvl="2" indent="-317500" rtl="0">
              <a:spcBef>
                <a:spcPts val="1600"/>
              </a:spcBef>
              <a:spcAft>
                <a:spcPts val="0"/>
              </a:spcAft>
              <a:buClr>
                <a:schemeClr val="lt1"/>
              </a:buClr>
              <a:buSzPts val="1400"/>
              <a:buChar char="■"/>
              <a:defRPr>
                <a:solidFill>
                  <a:schemeClr val="lt1"/>
                </a:solidFill>
              </a:defRPr>
            </a:lvl3pPr>
            <a:lvl4pPr marL="1828800" lvl="3" indent="-317500" rtl="0">
              <a:spcBef>
                <a:spcPts val="1600"/>
              </a:spcBef>
              <a:spcAft>
                <a:spcPts val="0"/>
              </a:spcAft>
              <a:buClr>
                <a:schemeClr val="lt1"/>
              </a:buClr>
              <a:buSzPts val="1400"/>
              <a:buChar char="●"/>
              <a:defRPr>
                <a:solidFill>
                  <a:schemeClr val="lt1"/>
                </a:solidFill>
              </a:defRPr>
            </a:lvl4pPr>
            <a:lvl5pPr marL="2286000" lvl="4" indent="-317500" rtl="0">
              <a:spcBef>
                <a:spcPts val="1600"/>
              </a:spcBef>
              <a:spcAft>
                <a:spcPts val="0"/>
              </a:spcAft>
              <a:buClr>
                <a:schemeClr val="lt1"/>
              </a:buClr>
              <a:buSzPts val="1400"/>
              <a:buChar char="○"/>
              <a:defRPr>
                <a:solidFill>
                  <a:schemeClr val="lt1"/>
                </a:solidFill>
              </a:defRPr>
            </a:lvl5pPr>
            <a:lvl6pPr marL="2743200" lvl="5" indent="-317500" rtl="0">
              <a:spcBef>
                <a:spcPts val="1600"/>
              </a:spcBef>
              <a:spcAft>
                <a:spcPts val="0"/>
              </a:spcAft>
              <a:buClr>
                <a:schemeClr val="lt1"/>
              </a:buClr>
              <a:buSzPts val="1400"/>
              <a:buChar char="■"/>
              <a:defRPr>
                <a:solidFill>
                  <a:schemeClr val="lt1"/>
                </a:solidFill>
              </a:defRPr>
            </a:lvl6pPr>
            <a:lvl7pPr marL="3200400" lvl="6" indent="-317500" rtl="0">
              <a:spcBef>
                <a:spcPts val="1600"/>
              </a:spcBef>
              <a:spcAft>
                <a:spcPts val="0"/>
              </a:spcAft>
              <a:buClr>
                <a:schemeClr val="lt1"/>
              </a:buClr>
              <a:buSzPts val="1400"/>
              <a:buChar char="●"/>
              <a:defRPr>
                <a:solidFill>
                  <a:schemeClr val="lt1"/>
                </a:solidFill>
              </a:defRPr>
            </a:lvl7pPr>
            <a:lvl8pPr marL="3657600" lvl="7" indent="-317500" rtl="0">
              <a:spcBef>
                <a:spcPts val="1600"/>
              </a:spcBef>
              <a:spcAft>
                <a:spcPts val="0"/>
              </a:spcAft>
              <a:buClr>
                <a:schemeClr val="lt1"/>
              </a:buClr>
              <a:buSzPts val="1400"/>
              <a:buChar char="○"/>
              <a:defRPr>
                <a:solidFill>
                  <a:schemeClr val="lt1"/>
                </a:solidFill>
              </a:defRPr>
            </a:lvl8pPr>
            <a:lvl9pPr marL="4114800" lvl="8" indent="-317500" rtl="0">
              <a:spcBef>
                <a:spcPts val="1600"/>
              </a:spcBef>
              <a:spcAft>
                <a:spcPts val="1600"/>
              </a:spcAft>
              <a:buClr>
                <a:schemeClr val="lt1"/>
              </a:buClr>
              <a:buSzPts val="1400"/>
              <a:buChar char="■"/>
              <a:defRPr>
                <a:solidFill>
                  <a:schemeClr val="lt1"/>
                </a:solidFill>
              </a:defRPr>
            </a:lvl9pPr>
          </a:lstStyle>
          <a:p>
            <a:endParaRPr/>
          </a:p>
        </p:txBody>
      </p:sp>
      <p:sp>
        <p:nvSpPr>
          <p:cNvPr id="96" name="Google Shape;96;p21"/>
          <p:cNvSpPr txBox="1">
            <a:spLocks noGrp="1"/>
          </p:cNvSpPr>
          <p:nvPr>
            <p:ph type="sldNum" idx="12"/>
          </p:nvPr>
        </p:nvSpPr>
        <p:spPr>
          <a:xfrm>
            <a:off x="8523541" y="4695623"/>
            <a:ext cx="548700" cy="393600"/>
          </a:xfrm>
          <a:prstGeom prst="rect">
            <a:avLst/>
          </a:prstGeom>
        </p:spPr>
        <p:txBody>
          <a:bodyPr spcFirstLastPara="1" wrap="square" lIns="91425" tIns="91425" rIns="91425" bIns="91425" anchor="ctr" anchorCtr="0">
            <a:noAutofit/>
          </a:bodyPr>
          <a:lstStyle>
            <a:lvl1pPr lvl="0" rtl="0">
              <a:buNone/>
              <a:defRPr>
                <a:solidFill>
                  <a:schemeClr val="lt1"/>
                </a:solidFill>
              </a:defRPr>
            </a:lvl1pPr>
            <a:lvl2pPr lvl="1" rtl="0">
              <a:buNone/>
              <a:defRPr>
                <a:solidFill>
                  <a:schemeClr val="lt1"/>
                </a:solidFill>
              </a:defRPr>
            </a:lvl2pPr>
            <a:lvl3pPr lvl="2" rtl="0">
              <a:buNone/>
              <a:defRPr>
                <a:solidFill>
                  <a:schemeClr val="lt1"/>
                </a:solidFill>
              </a:defRPr>
            </a:lvl3pPr>
            <a:lvl4pPr lvl="3" rtl="0">
              <a:buNone/>
              <a:defRPr>
                <a:solidFill>
                  <a:schemeClr val="lt1"/>
                </a:solidFill>
              </a:defRPr>
            </a:lvl4pPr>
            <a:lvl5pPr lvl="4" rtl="0">
              <a:buNone/>
              <a:defRPr>
                <a:solidFill>
                  <a:schemeClr val="lt1"/>
                </a:solidFill>
              </a:defRPr>
            </a:lvl5pPr>
            <a:lvl6pPr lvl="5" rtl="0">
              <a:buNone/>
              <a:defRPr>
                <a:solidFill>
                  <a:schemeClr val="lt1"/>
                </a:solidFill>
              </a:defRPr>
            </a:lvl6pPr>
            <a:lvl7pPr lvl="6" rtl="0">
              <a:buNone/>
              <a:defRPr>
                <a:solidFill>
                  <a:schemeClr val="lt1"/>
                </a:solidFill>
              </a:defRPr>
            </a:lvl7pPr>
            <a:lvl8pPr lvl="7" rtl="0">
              <a:buNone/>
              <a:defRPr>
                <a:solidFill>
                  <a:schemeClr val="lt1"/>
                </a:solidFill>
              </a:defRPr>
            </a:lvl8pPr>
            <a:lvl9pPr lvl="8" rtl="0">
              <a:buNone/>
              <a:defRPr>
                <a:solidFill>
                  <a:schemeClr val="l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97"/>
        <p:cNvGrpSpPr/>
        <p:nvPr/>
      </p:nvGrpSpPr>
      <p:grpSpPr>
        <a:xfrm>
          <a:off x="0" y="0"/>
          <a:ext cx="0" cy="0"/>
          <a:chOff x="0" y="0"/>
          <a:chExt cx="0" cy="0"/>
        </a:xfrm>
      </p:grpSpPr>
      <p:sp>
        <p:nvSpPr>
          <p:cNvPr id="98" name="Google Shape;98;p22"/>
          <p:cNvSpPr txBox="1"/>
          <p:nvPr/>
        </p:nvSpPr>
        <p:spPr>
          <a:xfrm rot="10800000" flipH="1">
            <a:off x="0" y="0"/>
            <a:ext cx="9144000" cy="4695900"/>
          </a:xfrm>
          <a:prstGeom prst="rect">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 name="Google Shape;99;p22"/>
          <p:cNvSpPr/>
          <p:nvPr/>
        </p:nvSpPr>
        <p:spPr>
          <a:xfrm rot="10800000" flipH="1">
            <a:off x="0" y="4622725"/>
            <a:ext cx="9144000" cy="741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 name="Google Shape;100;p22"/>
          <p:cNvSpPr txBox="1">
            <a:spLocks noGrp="1"/>
          </p:cNvSpPr>
          <p:nvPr>
            <p:ph type="body" idx="1"/>
          </p:nvPr>
        </p:nvSpPr>
        <p:spPr>
          <a:xfrm>
            <a:off x="57150" y="4696825"/>
            <a:ext cx="8382000" cy="446700"/>
          </a:xfrm>
          <a:prstGeom prst="rect">
            <a:avLst/>
          </a:prstGeom>
        </p:spPr>
        <p:txBody>
          <a:bodyPr spcFirstLastPara="1" wrap="square" lIns="91425" tIns="91425" rIns="91425" bIns="91425" anchor="ctr" anchorCtr="0"/>
          <a:lstStyle>
            <a:lvl1pPr marL="457200" lvl="0" indent="-228600" rtl="0">
              <a:lnSpc>
                <a:spcPct val="100000"/>
              </a:lnSpc>
              <a:spcBef>
                <a:spcPts val="0"/>
              </a:spcBef>
              <a:spcAft>
                <a:spcPts val="0"/>
              </a:spcAft>
              <a:buClr>
                <a:schemeClr val="lt1"/>
              </a:buClr>
              <a:buSzPts val="1200"/>
              <a:buNone/>
              <a:defRPr sz="1200">
                <a:solidFill>
                  <a:schemeClr val="lt1"/>
                </a:solidFill>
              </a:defRPr>
            </a:lvl1pPr>
          </a:lstStyle>
          <a:p>
            <a:endParaRPr/>
          </a:p>
        </p:txBody>
      </p:sp>
      <p:sp>
        <p:nvSpPr>
          <p:cNvPr id="101" name="Google Shape;101;p22"/>
          <p:cNvSpPr txBox="1">
            <a:spLocks noGrp="1"/>
          </p:cNvSpPr>
          <p:nvPr>
            <p:ph type="sldNum" idx="12"/>
          </p:nvPr>
        </p:nvSpPr>
        <p:spPr>
          <a:xfrm>
            <a:off x="8523541" y="4695623"/>
            <a:ext cx="548700" cy="393600"/>
          </a:xfrm>
          <a:prstGeom prst="rect">
            <a:avLst/>
          </a:prstGeom>
        </p:spPr>
        <p:txBody>
          <a:bodyPr spcFirstLastPara="1" wrap="square" lIns="91425" tIns="91425" rIns="91425" bIns="91425" anchor="ctr" anchorCtr="0">
            <a:noAutofit/>
          </a:bodyPr>
          <a:lstStyle>
            <a:lvl1pPr lvl="0" rtl="0">
              <a:buNone/>
              <a:defRPr>
                <a:solidFill>
                  <a:schemeClr val="lt1"/>
                </a:solidFill>
              </a:defRPr>
            </a:lvl1pPr>
            <a:lvl2pPr lvl="1" rtl="0">
              <a:buNone/>
              <a:defRPr>
                <a:solidFill>
                  <a:schemeClr val="lt1"/>
                </a:solidFill>
              </a:defRPr>
            </a:lvl2pPr>
            <a:lvl3pPr lvl="2" rtl="0">
              <a:buNone/>
              <a:defRPr>
                <a:solidFill>
                  <a:schemeClr val="lt1"/>
                </a:solidFill>
              </a:defRPr>
            </a:lvl3pPr>
            <a:lvl4pPr lvl="3" rtl="0">
              <a:buNone/>
              <a:defRPr>
                <a:solidFill>
                  <a:schemeClr val="lt1"/>
                </a:solidFill>
              </a:defRPr>
            </a:lvl4pPr>
            <a:lvl5pPr lvl="4" rtl="0">
              <a:buNone/>
              <a:defRPr>
                <a:solidFill>
                  <a:schemeClr val="lt1"/>
                </a:solidFill>
              </a:defRPr>
            </a:lvl5pPr>
            <a:lvl6pPr lvl="5" rtl="0">
              <a:buNone/>
              <a:defRPr>
                <a:solidFill>
                  <a:schemeClr val="lt1"/>
                </a:solidFill>
              </a:defRPr>
            </a:lvl6pPr>
            <a:lvl7pPr lvl="6" rtl="0">
              <a:buNone/>
              <a:defRPr>
                <a:solidFill>
                  <a:schemeClr val="lt1"/>
                </a:solidFill>
              </a:defRPr>
            </a:lvl7pPr>
            <a:lvl8pPr lvl="7" rtl="0">
              <a:buNone/>
              <a:defRPr>
                <a:solidFill>
                  <a:schemeClr val="lt1"/>
                </a:solidFill>
              </a:defRPr>
            </a:lvl8pPr>
            <a:lvl9pPr lvl="8" rtl="0">
              <a:buNone/>
              <a:defRPr>
                <a:solidFill>
                  <a:schemeClr val="l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102"/>
        <p:cNvGrpSpPr/>
        <p:nvPr/>
      </p:nvGrpSpPr>
      <p:grpSpPr>
        <a:xfrm>
          <a:off x="0" y="0"/>
          <a:ext cx="0" cy="0"/>
          <a:chOff x="0" y="0"/>
          <a:chExt cx="0" cy="0"/>
        </a:xfrm>
      </p:grpSpPr>
      <p:sp>
        <p:nvSpPr>
          <p:cNvPr id="103" name="Google Shape;103;p23"/>
          <p:cNvSpPr txBox="1">
            <a:spLocks noGrp="1"/>
          </p:cNvSpPr>
          <p:nvPr>
            <p:ph type="title" hasCustomPrompt="1"/>
          </p:nvPr>
        </p:nvSpPr>
        <p:spPr>
          <a:xfrm>
            <a:off x="475500" y="1258525"/>
            <a:ext cx="8222100" cy="1963500"/>
          </a:xfrm>
          <a:prstGeom prst="rect">
            <a:avLst/>
          </a:prstGeom>
        </p:spPr>
        <p:txBody>
          <a:bodyPr spcFirstLastPara="1" wrap="square" lIns="91425" tIns="91425" rIns="91425" bIns="91425" anchor="b" anchorCtr="0"/>
          <a:lstStyle>
            <a:lvl1pPr lvl="0" algn="ctr" rtl="0">
              <a:spcBef>
                <a:spcPts val="0"/>
              </a:spcBef>
              <a:spcAft>
                <a:spcPts val="0"/>
              </a:spcAft>
              <a:buClr>
                <a:schemeClr val="dk2"/>
              </a:buClr>
              <a:buSzPts val="12000"/>
              <a:buNone/>
              <a:defRPr sz="12000">
                <a:solidFill>
                  <a:schemeClr val="dk2"/>
                </a:solidFill>
              </a:defRPr>
            </a:lvl1pPr>
            <a:lvl2pPr lvl="1" algn="ctr" rtl="0">
              <a:spcBef>
                <a:spcPts val="0"/>
              </a:spcBef>
              <a:spcAft>
                <a:spcPts val="0"/>
              </a:spcAft>
              <a:buClr>
                <a:schemeClr val="dk2"/>
              </a:buClr>
              <a:buSzPts val="12000"/>
              <a:buNone/>
              <a:defRPr sz="12000">
                <a:solidFill>
                  <a:schemeClr val="dk2"/>
                </a:solidFill>
              </a:defRPr>
            </a:lvl2pPr>
            <a:lvl3pPr lvl="2" algn="ctr" rtl="0">
              <a:spcBef>
                <a:spcPts val="0"/>
              </a:spcBef>
              <a:spcAft>
                <a:spcPts val="0"/>
              </a:spcAft>
              <a:buClr>
                <a:schemeClr val="dk2"/>
              </a:buClr>
              <a:buSzPts val="12000"/>
              <a:buNone/>
              <a:defRPr sz="12000">
                <a:solidFill>
                  <a:schemeClr val="dk2"/>
                </a:solidFill>
              </a:defRPr>
            </a:lvl3pPr>
            <a:lvl4pPr lvl="3" algn="ctr" rtl="0">
              <a:spcBef>
                <a:spcPts val="0"/>
              </a:spcBef>
              <a:spcAft>
                <a:spcPts val="0"/>
              </a:spcAft>
              <a:buClr>
                <a:schemeClr val="dk2"/>
              </a:buClr>
              <a:buSzPts val="12000"/>
              <a:buNone/>
              <a:defRPr sz="12000">
                <a:solidFill>
                  <a:schemeClr val="dk2"/>
                </a:solidFill>
              </a:defRPr>
            </a:lvl4pPr>
            <a:lvl5pPr lvl="4" algn="ctr" rtl="0">
              <a:spcBef>
                <a:spcPts val="0"/>
              </a:spcBef>
              <a:spcAft>
                <a:spcPts val="0"/>
              </a:spcAft>
              <a:buClr>
                <a:schemeClr val="dk2"/>
              </a:buClr>
              <a:buSzPts val="12000"/>
              <a:buNone/>
              <a:defRPr sz="12000">
                <a:solidFill>
                  <a:schemeClr val="dk2"/>
                </a:solidFill>
              </a:defRPr>
            </a:lvl5pPr>
            <a:lvl6pPr lvl="5" algn="ctr" rtl="0">
              <a:spcBef>
                <a:spcPts val="0"/>
              </a:spcBef>
              <a:spcAft>
                <a:spcPts val="0"/>
              </a:spcAft>
              <a:buClr>
                <a:schemeClr val="dk2"/>
              </a:buClr>
              <a:buSzPts val="12000"/>
              <a:buNone/>
              <a:defRPr sz="12000">
                <a:solidFill>
                  <a:schemeClr val="dk2"/>
                </a:solidFill>
              </a:defRPr>
            </a:lvl6pPr>
            <a:lvl7pPr lvl="6" algn="ctr" rtl="0">
              <a:spcBef>
                <a:spcPts val="0"/>
              </a:spcBef>
              <a:spcAft>
                <a:spcPts val="0"/>
              </a:spcAft>
              <a:buClr>
                <a:schemeClr val="dk2"/>
              </a:buClr>
              <a:buSzPts val="12000"/>
              <a:buNone/>
              <a:defRPr sz="12000">
                <a:solidFill>
                  <a:schemeClr val="dk2"/>
                </a:solidFill>
              </a:defRPr>
            </a:lvl7pPr>
            <a:lvl8pPr lvl="7" algn="ctr" rtl="0">
              <a:spcBef>
                <a:spcPts val="0"/>
              </a:spcBef>
              <a:spcAft>
                <a:spcPts val="0"/>
              </a:spcAft>
              <a:buClr>
                <a:schemeClr val="dk2"/>
              </a:buClr>
              <a:buSzPts val="12000"/>
              <a:buNone/>
              <a:defRPr sz="12000">
                <a:solidFill>
                  <a:schemeClr val="dk2"/>
                </a:solidFill>
              </a:defRPr>
            </a:lvl8pPr>
            <a:lvl9pPr lvl="8" algn="ctr" rtl="0">
              <a:spcBef>
                <a:spcPts val="0"/>
              </a:spcBef>
              <a:spcAft>
                <a:spcPts val="0"/>
              </a:spcAft>
              <a:buClr>
                <a:schemeClr val="dk2"/>
              </a:buClr>
              <a:buSzPts val="12000"/>
              <a:buNone/>
              <a:defRPr sz="12000">
                <a:solidFill>
                  <a:schemeClr val="dk2"/>
                </a:solidFill>
              </a:defRPr>
            </a:lvl9pPr>
          </a:lstStyle>
          <a:p>
            <a:r>
              <a:t>xx%</a:t>
            </a:r>
          </a:p>
        </p:txBody>
      </p:sp>
      <p:sp>
        <p:nvSpPr>
          <p:cNvPr id="104" name="Google Shape;104;p23"/>
          <p:cNvSpPr txBox="1">
            <a:spLocks noGrp="1"/>
          </p:cNvSpPr>
          <p:nvPr>
            <p:ph type="body" idx="1"/>
          </p:nvPr>
        </p:nvSpPr>
        <p:spPr>
          <a:xfrm>
            <a:off x="475500" y="3304625"/>
            <a:ext cx="8222100" cy="1300800"/>
          </a:xfrm>
          <a:prstGeom prst="rect">
            <a:avLst/>
          </a:prstGeom>
        </p:spPr>
        <p:txBody>
          <a:bodyPr spcFirstLastPara="1" wrap="square" lIns="91425" tIns="91425" rIns="91425" bIns="91425" anchor="t" anchorCtr="0"/>
          <a:lstStyle>
            <a:lvl1pPr marL="457200" lvl="0" indent="-342900" algn="ctr" rtl="0">
              <a:spcBef>
                <a:spcPts val="0"/>
              </a:spcBef>
              <a:spcAft>
                <a:spcPts val="0"/>
              </a:spcAft>
              <a:buSzPts val="1800"/>
              <a:buChar char="●"/>
              <a:defRPr/>
            </a:lvl1pPr>
            <a:lvl2pPr marL="914400" lvl="1" indent="-317500" algn="ctr" rtl="0">
              <a:spcBef>
                <a:spcPts val="1600"/>
              </a:spcBef>
              <a:spcAft>
                <a:spcPts val="0"/>
              </a:spcAft>
              <a:buSzPts val="1400"/>
              <a:buChar char="○"/>
              <a:defRPr/>
            </a:lvl2pPr>
            <a:lvl3pPr marL="1371600" lvl="2" indent="-317500" algn="ctr" rtl="0">
              <a:spcBef>
                <a:spcPts val="1600"/>
              </a:spcBef>
              <a:spcAft>
                <a:spcPts val="0"/>
              </a:spcAft>
              <a:buSzPts val="1400"/>
              <a:buChar char="■"/>
              <a:defRPr/>
            </a:lvl3pPr>
            <a:lvl4pPr marL="1828800" lvl="3" indent="-317500" algn="ctr" rtl="0">
              <a:spcBef>
                <a:spcPts val="1600"/>
              </a:spcBef>
              <a:spcAft>
                <a:spcPts val="0"/>
              </a:spcAft>
              <a:buSzPts val="1400"/>
              <a:buChar char="●"/>
              <a:defRPr/>
            </a:lvl4pPr>
            <a:lvl5pPr marL="2286000" lvl="4" indent="-317500" algn="ctr" rtl="0">
              <a:spcBef>
                <a:spcPts val="1600"/>
              </a:spcBef>
              <a:spcAft>
                <a:spcPts val="0"/>
              </a:spcAft>
              <a:buSzPts val="1400"/>
              <a:buChar char="○"/>
              <a:defRPr/>
            </a:lvl5pPr>
            <a:lvl6pPr marL="2743200" lvl="5" indent="-317500" algn="ctr" rtl="0">
              <a:spcBef>
                <a:spcPts val="1600"/>
              </a:spcBef>
              <a:spcAft>
                <a:spcPts val="0"/>
              </a:spcAft>
              <a:buSzPts val="1400"/>
              <a:buChar char="■"/>
              <a:defRPr/>
            </a:lvl6pPr>
            <a:lvl7pPr marL="3200400" lvl="6" indent="-317500" algn="ctr" rtl="0">
              <a:spcBef>
                <a:spcPts val="1600"/>
              </a:spcBef>
              <a:spcAft>
                <a:spcPts val="0"/>
              </a:spcAft>
              <a:buSzPts val="1400"/>
              <a:buChar char="●"/>
              <a:defRPr/>
            </a:lvl7pPr>
            <a:lvl8pPr marL="3657600" lvl="7" indent="-317500" algn="ctr" rtl="0">
              <a:spcBef>
                <a:spcPts val="1600"/>
              </a:spcBef>
              <a:spcAft>
                <a:spcPts val="0"/>
              </a:spcAft>
              <a:buSzPts val="1400"/>
              <a:buChar char="○"/>
              <a:defRPr/>
            </a:lvl8pPr>
            <a:lvl9pPr marL="4114800" lvl="8" indent="-317500" algn="ctr" rtl="0">
              <a:spcBef>
                <a:spcPts val="1600"/>
              </a:spcBef>
              <a:spcAft>
                <a:spcPts val="1600"/>
              </a:spcAft>
              <a:buSzPts val="1400"/>
              <a:buChar char="■"/>
              <a:defRPr/>
            </a:lvl9pPr>
          </a:lstStyle>
          <a:p>
            <a:endParaRPr/>
          </a:p>
        </p:txBody>
      </p:sp>
      <p:sp>
        <p:nvSpPr>
          <p:cNvPr id="105" name="Google Shape;105;p23"/>
          <p:cNvSpPr txBox="1">
            <a:spLocks noGrp="1"/>
          </p:cNvSpPr>
          <p:nvPr>
            <p:ph type="sldNum" idx="12"/>
          </p:nvPr>
        </p:nvSpPr>
        <p:spPr>
          <a:xfrm>
            <a:off x="8523541" y="4695623"/>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06"/>
        <p:cNvGrpSpPr/>
        <p:nvPr/>
      </p:nvGrpSpPr>
      <p:grpSpPr>
        <a:xfrm>
          <a:off x="0" y="0"/>
          <a:ext cx="0" cy="0"/>
          <a:chOff x="0" y="0"/>
          <a:chExt cx="0" cy="0"/>
        </a:xfrm>
      </p:grpSpPr>
      <p:sp>
        <p:nvSpPr>
          <p:cNvPr id="107" name="Google Shape;107;p24"/>
          <p:cNvSpPr txBox="1">
            <a:spLocks noGrp="1"/>
          </p:cNvSpPr>
          <p:nvPr>
            <p:ph type="sldNum" idx="12"/>
          </p:nvPr>
        </p:nvSpPr>
        <p:spPr>
          <a:xfrm>
            <a:off x="8523541" y="4695623"/>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1600"/>
              </a:spcBef>
              <a:spcAft>
                <a:spcPts val="0"/>
              </a:spcAft>
              <a:buClr>
                <a:schemeClr val="dk2"/>
              </a:buClr>
              <a:buSzPts val="1400"/>
              <a:buChar char="○"/>
              <a:defRPr>
                <a:solidFill>
                  <a:schemeClr val="dk2"/>
                </a:solidFill>
              </a:defRPr>
            </a:lvl2pPr>
            <a:lvl3pPr marL="1371600" lvl="2" indent="-317500">
              <a:lnSpc>
                <a:spcPct val="115000"/>
              </a:lnSpc>
              <a:spcBef>
                <a:spcPts val="1600"/>
              </a:spcBef>
              <a:spcAft>
                <a:spcPts val="0"/>
              </a:spcAft>
              <a:buClr>
                <a:schemeClr val="dk2"/>
              </a:buClr>
              <a:buSzPts val="1400"/>
              <a:buChar char="■"/>
              <a:defRPr>
                <a:solidFill>
                  <a:schemeClr val="dk2"/>
                </a:solidFill>
              </a:defRPr>
            </a:lvl3pPr>
            <a:lvl4pPr marL="1828800" lvl="3" indent="-317500">
              <a:lnSpc>
                <a:spcPct val="115000"/>
              </a:lnSpc>
              <a:spcBef>
                <a:spcPts val="1600"/>
              </a:spcBef>
              <a:spcAft>
                <a:spcPts val="0"/>
              </a:spcAft>
              <a:buClr>
                <a:schemeClr val="dk2"/>
              </a:buClr>
              <a:buSzPts val="1400"/>
              <a:buChar char="●"/>
              <a:defRPr>
                <a:solidFill>
                  <a:schemeClr val="dk2"/>
                </a:solidFill>
              </a:defRPr>
            </a:lvl4pPr>
            <a:lvl5pPr marL="2286000" lvl="4" indent="-317500">
              <a:lnSpc>
                <a:spcPct val="115000"/>
              </a:lnSpc>
              <a:spcBef>
                <a:spcPts val="1600"/>
              </a:spcBef>
              <a:spcAft>
                <a:spcPts val="0"/>
              </a:spcAft>
              <a:buClr>
                <a:schemeClr val="dk2"/>
              </a:buClr>
              <a:buSzPts val="1400"/>
              <a:buChar char="○"/>
              <a:defRPr>
                <a:solidFill>
                  <a:schemeClr val="dk2"/>
                </a:solidFill>
              </a:defRPr>
            </a:lvl5pPr>
            <a:lvl6pPr marL="2743200" lvl="5" indent="-317500">
              <a:lnSpc>
                <a:spcPct val="115000"/>
              </a:lnSpc>
              <a:spcBef>
                <a:spcPts val="1600"/>
              </a:spcBef>
              <a:spcAft>
                <a:spcPts val="0"/>
              </a:spcAft>
              <a:buClr>
                <a:schemeClr val="dk2"/>
              </a:buClr>
              <a:buSzPts val="1400"/>
              <a:buChar char="■"/>
              <a:defRPr>
                <a:solidFill>
                  <a:schemeClr val="dk2"/>
                </a:solidFill>
              </a:defRPr>
            </a:lvl6pPr>
            <a:lvl7pPr marL="3200400" lvl="6" indent="-317500">
              <a:lnSpc>
                <a:spcPct val="115000"/>
              </a:lnSpc>
              <a:spcBef>
                <a:spcPts val="1600"/>
              </a:spcBef>
              <a:spcAft>
                <a:spcPts val="0"/>
              </a:spcAft>
              <a:buClr>
                <a:schemeClr val="dk2"/>
              </a:buClr>
              <a:buSzPts val="1400"/>
              <a:buChar char="●"/>
              <a:defRPr>
                <a:solidFill>
                  <a:schemeClr val="dk2"/>
                </a:solidFill>
              </a:defRPr>
            </a:lvl7pPr>
            <a:lvl8pPr marL="3657600" lvl="7" indent="-317500">
              <a:lnSpc>
                <a:spcPct val="115000"/>
              </a:lnSpc>
              <a:spcBef>
                <a:spcPts val="1600"/>
              </a:spcBef>
              <a:spcAft>
                <a:spcPts val="0"/>
              </a:spcAft>
              <a:buClr>
                <a:schemeClr val="dk2"/>
              </a:buClr>
              <a:buSzPts val="1400"/>
              <a:buChar char="○"/>
              <a:defRPr>
                <a:solidFill>
                  <a:schemeClr val="dk2"/>
                </a:solidFill>
              </a:defRPr>
            </a:lvl8pPr>
            <a:lvl9pPr marL="4114800" lvl="8" indent="-317500">
              <a:lnSpc>
                <a:spcPct val="115000"/>
              </a:lnSpc>
              <a:spcBef>
                <a:spcPts val="1600"/>
              </a:spcBef>
              <a:spcAft>
                <a:spcPts val="160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name="material">
    <p:bg>
      <p:bgPr>
        <a:solidFill>
          <a:srgbClr val="27AE60"/>
        </a:solidFill>
        <a:effectLst/>
      </p:bgPr>
    </p:bg>
    <p:spTree>
      <p:nvGrpSpPr>
        <p:cNvPr id="1" name="Shape 50"/>
        <p:cNvGrpSpPr/>
        <p:nvPr/>
      </p:nvGrpSpPr>
      <p:grpSpPr>
        <a:xfrm>
          <a:off x="0" y="0"/>
          <a:ext cx="0" cy="0"/>
          <a:chOff x="0" y="0"/>
          <a:chExt cx="0" cy="0"/>
        </a:xfrm>
      </p:grpSpPr>
      <p:sp>
        <p:nvSpPr>
          <p:cNvPr id="51" name="Google Shape;51;p13"/>
          <p:cNvSpPr txBox="1">
            <a:spLocks noGrp="1"/>
          </p:cNvSpPr>
          <p:nvPr>
            <p:ph type="title"/>
          </p:nvPr>
        </p:nvSpPr>
        <p:spPr>
          <a:xfrm>
            <a:off x="471900" y="738725"/>
            <a:ext cx="8222100" cy="767700"/>
          </a:xfrm>
          <a:prstGeom prst="rect">
            <a:avLst/>
          </a:prstGeom>
          <a:noFill/>
          <a:ln>
            <a:noFill/>
          </a:ln>
        </p:spPr>
        <p:txBody>
          <a:bodyPr spcFirstLastPara="1" wrap="square" lIns="91425" tIns="91425" rIns="91425" bIns="91425" anchor="b" anchorCtr="0"/>
          <a:lstStyle>
            <a:lvl1pPr lvl="0" rtl="0">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1pPr>
            <a:lvl2pPr lvl="1" rtl="0">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2pPr>
            <a:lvl3pPr lvl="2" rtl="0">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3pPr>
            <a:lvl4pPr lvl="3" rtl="0">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4pPr>
            <a:lvl5pPr lvl="4" rtl="0">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5pPr>
            <a:lvl6pPr lvl="5" rtl="0">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6pPr>
            <a:lvl7pPr lvl="6" rtl="0">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7pPr>
            <a:lvl8pPr lvl="7" rtl="0">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8pPr>
            <a:lvl9pPr lvl="8" rtl="0">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9pPr>
          </a:lstStyle>
          <a:p>
            <a:endParaRPr/>
          </a:p>
        </p:txBody>
      </p:sp>
      <p:sp>
        <p:nvSpPr>
          <p:cNvPr id="52" name="Google Shape;52;p13"/>
          <p:cNvSpPr txBox="1">
            <a:spLocks noGrp="1"/>
          </p:cNvSpPr>
          <p:nvPr>
            <p:ph type="body" idx="1"/>
          </p:nvPr>
        </p:nvSpPr>
        <p:spPr>
          <a:xfrm>
            <a:off x="471900" y="1919075"/>
            <a:ext cx="8222100" cy="2710200"/>
          </a:xfrm>
          <a:prstGeom prst="rect">
            <a:avLst/>
          </a:prstGeom>
          <a:noFill/>
          <a:ln>
            <a:noFill/>
          </a:ln>
        </p:spPr>
        <p:txBody>
          <a:bodyPr spcFirstLastPara="1" wrap="square" lIns="91425" tIns="91425" rIns="91425" bIns="91425" anchor="t" anchorCtr="0"/>
          <a:lstStyle>
            <a:lvl1pPr marL="457200" lvl="0" indent="-342900" rtl="0">
              <a:lnSpc>
                <a:spcPct val="115000"/>
              </a:lnSpc>
              <a:spcBef>
                <a:spcPts val="0"/>
              </a:spcBef>
              <a:spcAft>
                <a:spcPts val="0"/>
              </a:spcAft>
              <a:buClr>
                <a:schemeClr val="lt2"/>
              </a:buClr>
              <a:buSzPts val="1800"/>
              <a:buFont typeface="Roboto"/>
              <a:buChar char="●"/>
              <a:defRPr sz="1800">
                <a:solidFill>
                  <a:schemeClr val="lt2"/>
                </a:solidFill>
                <a:latin typeface="Roboto"/>
                <a:ea typeface="Roboto"/>
                <a:cs typeface="Roboto"/>
                <a:sym typeface="Roboto"/>
              </a:defRPr>
            </a:lvl1pPr>
            <a:lvl2pPr marL="914400" lvl="1" indent="-317500" rtl="0">
              <a:lnSpc>
                <a:spcPct val="115000"/>
              </a:lnSpc>
              <a:spcBef>
                <a:spcPts val="1600"/>
              </a:spcBef>
              <a:spcAft>
                <a:spcPts val="0"/>
              </a:spcAft>
              <a:buClr>
                <a:schemeClr val="lt2"/>
              </a:buClr>
              <a:buSzPts val="1400"/>
              <a:buFont typeface="Roboto"/>
              <a:buChar char="○"/>
              <a:defRPr>
                <a:solidFill>
                  <a:schemeClr val="lt2"/>
                </a:solidFill>
                <a:latin typeface="Roboto"/>
                <a:ea typeface="Roboto"/>
                <a:cs typeface="Roboto"/>
                <a:sym typeface="Roboto"/>
              </a:defRPr>
            </a:lvl2pPr>
            <a:lvl3pPr marL="1371600" lvl="2" indent="-317500" rtl="0">
              <a:lnSpc>
                <a:spcPct val="115000"/>
              </a:lnSpc>
              <a:spcBef>
                <a:spcPts val="1600"/>
              </a:spcBef>
              <a:spcAft>
                <a:spcPts val="0"/>
              </a:spcAft>
              <a:buClr>
                <a:schemeClr val="lt2"/>
              </a:buClr>
              <a:buSzPts val="1400"/>
              <a:buFont typeface="Roboto"/>
              <a:buChar char="■"/>
              <a:defRPr>
                <a:solidFill>
                  <a:schemeClr val="lt2"/>
                </a:solidFill>
                <a:latin typeface="Roboto"/>
                <a:ea typeface="Roboto"/>
                <a:cs typeface="Roboto"/>
                <a:sym typeface="Roboto"/>
              </a:defRPr>
            </a:lvl3pPr>
            <a:lvl4pPr marL="1828800" lvl="3" indent="-317500" rtl="0">
              <a:lnSpc>
                <a:spcPct val="115000"/>
              </a:lnSpc>
              <a:spcBef>
                <a:spcPts val="1600"/>
              </a:spcBef>
              <a:spcAft>
                <a:spcPts val="0"/>
              </a:spcAft>
              <a:buClr>
                <a:schemeClr val="lt2"/>
              </a:buClr>
              <a:buSzPts val="1400"/>
              <a:buFont typeface="Roboto"/>
              <a:buChar char="●"/>
              <a:defRPr>
                <a:solidFill>
                  <a:schemeClr val="lt2"/>
                </a:solidFill>
                <a:latin typeface="Roboto"/>
                <a:ea typeface="Roboto"/>
                <a:cs typeface="Roboto"/>
                <a:sym typeface="Roboto"/>
              </a:defRPr>
            </a:lvl4pPr>
            <a:lvl5pPr marL="2286000" lvl="4" indent="-317500" rtl="0">
              <a:lnSpc>
                <a:spcPct val="115000"/>
              </a:lnSpc>
              <a:spcBef>
                <a:spcPts val="1600"/>
              </a:spcBef>
              <a:spcAft>
                <a:spcPts val="0"/>
              </a:spcAft>
              <a:buClr>
                <a:schemeClr val="lt2"/>
              </a:buClr>
              <a:buSzPts val="1400"/>
              <a:buFont typeface="Roboto"/>
              <a:buChar char="○"/>
              <a:defRPr>
                <a:solidFill>
                  <a:schemeClr val="lt2"/>
                </a:solidFill>
                <a:latin typeface="Roboto"/>
                <a:ea typeface="Roboto"/>
                <a:cs typeface="Roboto"/>
                <a:sym typeface="Roboto"/>
              </a:defRPr>
            </a:lvl5pPr>
            <a:lvl6pPr marL="2743200" lvl="5" indent="-317500" rtl="0">
              <a:lnSpc>
                <a:spcPct val="115000"/>
              </a:lnSpc>
              <a:spcBef>
                <a:spcPts val="1600"/>
              </a:spcBef>
              <a:spcAft>
                <a:spcPts val="0"/>
              </a:spcAft>
              <a:buClr>
                <a:schemeClr val="lt2"/>
              </a:buClr>
              <a:buSzPts val="1400"/>
              <a:buFont typeface="Roboto"/>
              <a:buChar char="■"/>
              <a:defRPr>
                <a:solidFill>
                  <a:schemeClr val="lt2"/>
                </a:solidFill>
                <a:latin typeface="Roboto"/>
                <a:ea typeface="Roboto"/>
                <a:cs typeface="Roboto"/>
                <a:sym typeface="Roboto"/>
              </a:defRPr>
            </a:lvl6pPr>
            <a:lvl7pPr marL="3200400" lvl="6" indent="-317500" rtl="0">
              <a:lnSpc>
                <a:spcPct val="115000"/>
              </a:lnSpc>
              <a:spcBef>
                <a:spcPts val="1600"/>
              </a:spcBef>
              <a:spcAft>
                <a:spcPts val="0"/>
              </a:spcAft>
              <a:buClr>
                <a:schemeClr val="lt2"/>
              </a:buClr>
              <a:buSzPts val="1400"/>
              <a:buFont typeface="Roboto"/>
              <a:buChar char="●"/>
              <a:defRPr>
                <a:solidFill>
                  <a:schemeClr val="lt2"/>
                </a:solidFill>
                <a:latin typeface="Roboto"/>
                <a:ea typeface="Roboto"/>
                <a:cs typeface="Roboto"/>
                <a:sym typeface="Roboto"/>
              </a:defRPr>
            </a:lvl7pPr>
            <a:lvl8pPr marL="3657600" lvl="7" indent="-317500" rtl="0">
              <a:lnSpc>
                <a:spcPct val="115000"/>
              </a:lnSpc>
              <a:spcBef>
                <a:spcPts val="1600"/>
              </a:spcBef>
              <a:spcAft>
                <a:spcPts val="0"/>
              </a:spcAft>
              <a:buClr>
                <a:schemeClr val="lt2"/>
              </a:buClr>
              <a:buSzPts val="1400"/>
              <a:buFont typeface="Roboto"/>
              <a:buChar char="○"/>
              <a:defRPr>
                <a:solidFill>
                  <a:schemeClr val="lt2"/>
                </a:solidFill>
                <a:latin typeface="Roboto"/>
                <a:ea typeface="Roboto"/>
                <a:cs typeface="Roboto"/>
                <a:sym typeface="Roboto"/>
              </a:defRPr>
            </a:lvl8pPr>
            <a:lvl9pPr marL="4114800" lvl="8" indent="-317500" rtl="0">
              <a:lnSpc>
                <a:spcPct val="115000"/>
              </a:lnSpc>
              <a:spcBef>
                <a:spcPts val="1600"/>
              </a:spcBef>
              <a:spcAft>
                <a:spcPts val="1600"/>
              </a:spcAft>
              <a:buClr>
                <a:schemeClr val="lt2"/>
              </a:buClr>
              <a:buSzPts val="1400"/>
              <a:buFont typeface="Roboto"/>
              <a:buChar char="■"/>
              <a:defRPr>
                <a:solidFill>
                  <a:schemeClr val="lt2"/>
                </a:solidFill>
                <a:latin typeface="Roboto"/>
                <a:ea typeface="Roboto"/>
                <a:cs typeface="Roboto"/>
                <a:sym typeface="Roboto"/>
              </a:defRPr>
            </a:lvl9pPr>
          </a:lstStyle>
          <a:p>
            <a:endParaRPr/>
          </a:p>
        </p:txBody>
      </p:sp>
      <p:sp>
        <p:nvSpPr>
          <p:cNvPr id="53" name="Google Shape;53;p13"/>
          <p:cNvSpPr txBox="1">
            <a:spLocks noGrp="1"/>
          </p:cNvSpPr>
          <p:nvPr>
            <p:ph type="sldNum" idx="12"/>
          </p:nvPr>
        </p:nvSpPr>
        <p:spPr>
          <a:xfrm>
            <a:off x="8523541" y="4695623"/>
            <a:ext cx="548700" cy="393600"/>
          </a:xfrm>
          <a:prstGeom prst="rect">
            <a:avLst/>
          </a:prstGeom>
          <a:noFill/>
          <a:ln>
            <a:noFill/>
          </a:ln>
        </p:spPr>
        <p:txBody>
          <a:bodyPr spcFirstLastPara="1" wrap="square" lIns="91425" tIns="91425" rIns="91425" bIns="91425" anchor="ctr" anchorCtr="0">
            <a:noAutofit/>
          </a:bodyPr>
          <a:lstStyle>
            <a:lvl1pPr lvl="0" algn="r" rtl="0">
              <a:buNone/>
              <a:defRPr sz="1000">
                <a:solidFill>
                  <a:schemeClr val="lt2"/>
                </a:solidFill>
                <a:latin typeface="Roboto"/>
                <a:ea typeface="Roboto"/>
                <a:cs typeface="Roboto"/>
                <a:sym typeface="Roboto"/>
              </a:defRPr>
            </a:lvl1pPr>
            <a:lvl2pPr lvl="1" algn="r" rtl="0">
              <a:buNone/>
              <a:defRPr sz="1000">
                <a:solidFill>
                  <a:schemeClr val="lt2"/>
                </a:solidFill>
                <a:latin typeface="Roboto"/>
                <a:ea typeface="Roboto"/>
                <a:cs typeface="Roboto"/>
                <a:sym typeface="Roboto"/>
              </a:defRPr>
            </a:lvl2pPr>
            <a:lvl3pPr lvl="2" algn="r" rtl="0">
              <a:buNone/>
              <a:defRPr sz="1000">
                <a:solidFill>
                  <a:schemeClr val="lt2"/>
                </a:solidFill>
                <a:latin typeface="Roboto"/>
                <a:ea typeface="Roboto"/>
                <a:cs typeface="Roboto"/>
                <a:sym typeface="Roboto"/>
              </a:defRPr>
            </a:lvl3pPr>
            <a:lvl4pPr lvl="3" algn="r" rtl="0">
              <a:buNone/>
              <a:defRPr sz="1000">
                <a:solidFill>
                  <a:schemeClr val="lt2"/>
                </a:solidFill>
                <a:latin typeface="Roboto"/>
                <a:ea typeface="Roboto"/>
                <a:cs typeface="Roboto"/>
                <a:sym typeface="Roboto"/>
              </a:defRPr>
            </a:lvl4pPr>
            <a:lvl5pPr lvl="4" algn="r" rtl="0">
              <a:buNone/>
              <a:defRPr sz="1000">
                <a:solidFill>
                  <a:schemeClr val="lt2"/>
                </a:solidFill>
                <a:latin typeface="Roboto"/>
                <a:ea typeface="Roboto"/>
                <a:cs typeface="Roboto"/>
                <a:sym typeface="Roboto"/>
              </a:defRPr>
            </a:lvl5pPr>
            <a:lvl6pPr lvl="5" algn="r" rtl="0">
              <a:buNone/>
              <a:defRPr sz="1000">
                <a:solidFill>
                  <a:schemeClr val="lt2"/>
                </a:solidFill>
                <a:latin typeface="Roboto"/>
                <a:ea typeface="Roboto"/>
                <a:cs typeface="Roboto"/>
                <a:sym typeface="Roboto"/>
              </a:defRPr>
            </a:lvl6pPr>
            <a:lvl7pPr lvl="6" algn="r" rtl="0">
              <a:buNone/>
              <a:defRPr sz="1000">
                <a:solidFill>
                  <a:schemeClr val="lt2"/>
                </a:solidFill>
                <a:latin typeface="Roboto"/>
                <a:ea typeface="Roboto"/>
                <a:cs typeface="Roboto"/>
                <a:sym typeface="Roboto"/>
              </a:defRPr>
            </a:lvl7pPr>
            <a:lvl8pPr lvl="7" algn="r" rtl="0">
              <a:buNone/>
              <a:defRPr sz="1000">
                <a:solidFill>
                  <a:schemeClr val="lt2"/>
                </a:solidFill>
                <a:latin typeface="Roboto"/>
                <a:ea typeface="Roboto"/>
                <a:cs typeface="Roboto"/>
                <a:sym typeface="Roboto"/>
              </a:defRPr>
            </a:lvl8pPr>
            <a:lvl9pPr lvl="8" algn="r" rtl="0">
              <a:buNone/>
              <a:defRPr sz="1000">
                <a:solidFill>
                  <a:schemeClr val="lt2"/>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2.xml"/><Relationship Id="rId1" Type="http://schemas.openxmlformats.org/officeDocument/2006/relationships/slideLayout" Target="../slideLayouts/slideLayout19.xml"/></Relationships>
</file>

<file path=ppt/slides/_rels/slide3.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3.xml"/><Relationship Id="rId1" Type="http://schemas.openxmlformats.org/officeDocument/2006/relationships/slideLayout" Target="../slideLayouts/slideLayout19.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4.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4.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4.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4.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4.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4.xml"/></Relationships>
</file>

<file path=ppt/slides/_rels/slide11.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11.xml"/><Relationship Id="rId1" Type="http://schemas.openxmlformats.org/officeDocument/2006/relationships/slideLayout" Target="../slideLayouts/slideLayout19.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4.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4.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4.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4.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4.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4.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4.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4.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4.xml"/></Relationships>
</file>

<file path=ppt/slides/_rels/slide2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1.xml"/><Relationship Id="rId1" Type="http://schemas.openxmlformats.org/officeDocument/2006/relationships/slideLayout" Target="../slideLayouts/slideLayout14.xml"/></Relationships>
</file>

<file path=ppt/slides/_rels/slide2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2.xml"/><Relationship Id="rId1" Type="http://schemas.openxmlformats.org/officeDocument/2006/relationships/slideLayout" Target="../slideLayouts/slideLayout14.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4.xml"/></Relationships>
</file>

<file path=ppt/slides/_rels/slide2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4.xml"/><Relationship Id="rId1" Type="http://schemas.openxmlformats.org/officeDocument/2006/relationships/slideLayout" Target="../slideLayouts/slideLayout14.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4.xml"/></Relationships>
</file>

<file path=ppt/slides/_rels/slide26.xml.rels><?xml version="1.0" encoding="UTF-8" standalone="yes"?>
<Relationships xmlns="http://schemas.openxmlformats.org/package/2006/relationships"><Relationship Id="rId3" Type="http://schemas.openxmlformats.org/officeDocument/2006/relationships/image" Target="NULL"/><Relationship Id="rId2" Type="http://schemas.openxmlformats.org/officeDocument/2006/relationships/notesSlide" Target="../notesSlides/notesSlide26.xml"/><Relationship Id="rId1" Type="http://schemas.openxmlformats.org/officeDocument/2006/relationships/slideLayout" Target="../slideLayouts/slideLayout14.xml"/><Relationship Id="rId4" Type="http://schemas.openxmlformats.org/officeDocument/2006/relationships/image" Target="NUL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4.xml"/></Relationships>
</file>

<file path=ppt/slides/_rels/slide2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8.xml"/><Relationship Id="rId1" Type="http://schemas.openxmlformats.org/officeDocument/2006/relationships/slideLayout" Target="../slideLayouts/slideLayout14.xml"/><Relationship Id="rId4" Type="http://schemas.openxmlformats.org/officeDocument/2006/relationships/image" Target="../media/image16.png"/></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4.xml"/></Relationships>
</file>

<file path=ppt/slides/_rels/slide30.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30.xml"/><Relationship Id="rId1" Type="http://schemas.openxmlformats.org/officeDocument/2006/relationships/slideLayout" Target="../slideLayouts/slideLayout14.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4.xml"/></Relationships>
</file>

<file path=ppt/slides/_rels/slide32.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32.xml"/><Relationship Id="rId1" Type="http://schemas.openxmlformats.org/officeDocument/2006/relationships/slideLayout" Target="../slideLayouts/slideLayout14.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4.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4.xml"/></Relationships>
</file>

<file path=ppt/slides/_rels/slide3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5.xml"/><Relationship Id="rId1" Type="http://schemas.openxmlformats.org/officeDocument/2006/relationships/slideLayout" Target="../slideLayouts/slideLayout14.xml"/><Relationship Id="rId4" Type="http://schemas.openxmlformats.org/officeDocument/2006/relationships/image" Target="../media/image4.jpg"/></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4.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4.xml"/></Relationships>
</file>

<file path=ppt/slides/_rels/slide3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8.xml"/><Relationship Id="rId1" Type="http://schemas.openxmlformats.org/officeDocument/2006/relationships/slideLayout" Target="../slideLayouts/slideLayout14.xml"/><Relationship Id="rId4" Type="http://schemas.openxmlformats.org/officeDocument/2006/relationships/image" Target="../media/image9.png"/></Relationships>
</file>

<file path=ppt/slides/_rels/slide3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9.xml"/><Relationship Id="rId1" Type="http://schemas.openxmlformats.org/officeDocument/2006/relationships/slideLayout" Target="../slideLayouts/slideLayout14.xml"/><Relationship Id="rId5" Type="http://schemas.openxmlformats.org/officeDocument/2006/relationships/image" Target="../media/image12.png"/><Relationship Id="rId4" Type="http://schemas.openxmlformats.org/officeDocument/2006/relationships/image" Target="../media/image11.png"/></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14.xml"/></Relationships>
</file>

<file path=ppt/slides/_rels/slide4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41.xml"/><Relationship Id="rId1" Type="http://schemas.openxmlformats.org/officeDocument/2006/relationships/slideLayout" Target="../slideLayouts/slideLayout14.xml"/><Relationship Id="rId4" Type="http://schemas.openxmlformats.org/officeDocument/2006/relationships/image" Target="../media/image14.png"/></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14.xml"/></Relationships>
</file>

<file path=ppt/slides/_rels/slide43.xml.rels><?xml version="1.0" encoding="UTF-8" standalone="yes"?>
<Relationships xmlns="http://schemas.openxmlformats.org/package/2006/relationships"><Relationship Id="rId3" Type="http://schemas.openxmlformats.org/officeDocument/2006/relationships/image" Target="NULL"/><Relationship Id="rId2" Type="http://schemas.openxmlformats.org/officeDocument/2006/relationships/notesSlide" Target="../notesSlides/notesSlide43.xml"/><Relationship Id="rId1" Type="http://schemas.openxmlformats.org/officeDocument/2006/relationships/slideLayout" Target="../slideLayouts/slideLayout19.xml"/><Relationship Id="rId4" Type="http://schemas.openxmlformats.org/officeDocument/2006/relationships/image" Target="../media/image5.jpg"/></Relationships>
</file>

<file path=ppt/slides/_rels/slide44.xml.rels><?xml version="1.0" encoding="UTF-8" standalone="yes"?>
<Relationships xmlns="http://schemas.openxmlformats.org/package/2006/relationships"><Relationship Id="rId3" Type="http://schemas.openxmlformats.org/officeDocument/2006/relationships/image" Target="NULL"/><Relationship Id="rId2" Type="http://schemas.openxmlformats.org/officeDocument/2006/relationships/notesSlide" Target="../notesSlides/notesSlide44.xml"/><Relationship Id="rId1" Type="http://schemas.openxmlformats.org/officeDocument/2006/relationships/slideLayout" Target="../slideLayouts/slideLayout14.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14.xml"/></Relationships>
</file>

<file path=ppt/slides/_rels/slide46.xml.rels><?xml version="1.0" encoding="UTF-8" standalone="yes"?>
<Relationships xmlns="http://schemas.openxmlformats.org/package/2006/relationships"><Relationship Id="rId3" Type="http://schemas.openxmlformats.org/officeDocument/2006/relationships/image" Target="../media/image101.png"/><Relationship Id="rId2" Type="http://schemas.openxmlformats.org/officeDocument/2006/relationships/notesSlide" Target="../notesSlides/notesSlide46.xml"/><Relationship Id="rId1" Type="http://schemas.openxmlformats.org/officeDocument/2006/relationships/slideLayout" Target="../slideLayouts/slideLayout14.xml"/></Relationships>
</file>

<file path=ppt/slides/_rels/slide47.xml.rels><?xml version="1.0" encoding="UTF-8" standalone="yes"?>
<Relationships xmlns="http://schemas.openxmlformats.org/package/2006/relationships"><Relationship Id="rId3" Type="http://schemas.openxmlformats.org/officeDocument/2006/relationships/image" Target="NULL"/><Relationship Id="rId2" Type="http://schemas.openxmlformats.org/officeDocument/2006/relationships/notesSlide" Target="../notesSlides/notesSlide47.xml"/><Relationship Id="rId1" Type="http://schemas.openxmlformats.org/officeDocument/2006/relationships/slideLayout" Target="../slideLayouts/slideLayout14.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14.xml"/></Relationships>
</file>

<file path=ppt/slides/_rels/slide49.xml.rels><?xml version="1.0" encoding="UTF-8" standalone="yes"?>
<Relationships xmlns="http://schemas.openxmlformats.org/package/2006/relationships"><Relationship Id="rId3" Type="http://schemas.openxmlformats.org/officeDocument/2006/relationships/image" Target="NULL"/><Relationship Id="rId2" Type="http://schemas.openxmlformats.org/officeDocument/2006/relationships/notesSlide" Target="../notesSlides/notesSlide49.xml"/><Relationship Id="rId1" Type="http://schemas.openxmlformats.org/officeDocument/2006/relationships/slideLayout" Target="../slideLayouts/slideLayout14.xml"/></Relationships>
</file>

<file path=ppt/slides/_rels/slide50.xml.rels><?xml version="1.0" encoding="UTF-8" standalone="yes"?>
<Relationships xmlns="http://schemas.openxmlformats.org/package/2006/relationships"><Relationship Id="rId3" Type="http://schemas.openxmlformats.org/officeDocument/2006/relationships/image" Target="NULL"/><Relationship Id="rId2" Type="http://schemas.openxmlformats.org/officeDocument/2006/relationships/notesSlide" Target="../notesSlides/notesSlide50.xml"/><Relationship Id="rId1" Type="http://schemas.openxmlformats.org/officeDocument/2006/relationships/slideLayout" Target="../slideLayouts/slideLayout14.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14.xml"/></Relationships>
</file>

<file path=ppt/slides/_rels/slide52.xml.rels><?xml version="1.0" encoding="UTF-8" standalone="yes"?>
<Relationships xmlns="http://schemas.openxmlformats.org/package/2006/relationships"><Relationship Id="rId3" Type="http://schemas.openxmlformats.org/officeDocument/2006/relationships/image" Target="NULL"/><Relationship Id="rId2" Type="http://schemas.openxmlformats.org/officeDocument/2006/relationships/notesSlide" Target="../notesSlides/notesSlide52.xml"/><Relationship Id="rId1" Type="http://schemas.openxmlformats.org/officeDocument/2006/relationships/slideLayout" Target="../slideLayouts/slideLayout14.xml"/></Relationships>
</file>

<file path=ppt/slides/_rels/slide53.xml.rels><?xml version="1.0" encoding="UTF-8" standalone="yes"?>
<Relationships xmlns="http://schemas.openxmlformats.org/package/2006/relationships"><Relationship Id="rId3" Type="http://schemas.openxmlformats.org/officeDocument/2006/relationships/image" Target="NULL"/><Relationship Id="rId2" Type="http://schemas.openxmlformats.org/officeDocument/2006/relationships/notesSlide" Target="../notesSlides/notesSlide53.xml"/><Relationship Id="rId1" Type="http://schemas.openxmlformats.org/officeDocument/2006/relationships/slideLayout" Target="../slideLayouts/slideLayout14.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14.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14.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14.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14.xml"/></Relationships>
</file>

<file path=ppt/slides/_rels/slide5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8.xml"/><Relationship Id="rId1" Type="http://schemas.openxmlformats.org/officeDocument/2006/relationships/slideLayout" Target="../slideLayouts/slideLayout14.xml"/></Relationships>
</file>

<file path=ppt/slides/_rels/slide5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59.xml"/><Relationship Id="rId1" Type="http://schemas.openxmlformats.org/officeDocument/2006/relationships/slideLayout" Target="../slideLayouts/slideLayout14.xml"/></Relationships>
</file>

<file path=ppt/slides/_rels/slide60.xml.rels><?xml version="1.0" encoding="UTF-8" standalone="yes"?>
<Relationships xmlns="http://schemas.openxmlformats.org/package/2006/relationships"><Relationship Id="rId3" Type="http://schemas.openxmlformats.org/officeDocument/2006/relationships/image" Target="../media/image18.jpg"/><Relationship Id="rId2" Type="http://schemas.openxmlformats.org/officeDocument/2006/relationships/notesSlide" Target="../notesSlides/notesSlide60.xml"/><Relationship Id="rId1" Type="http://schemas.openxmlformats.org/officeDocument/2006/relationships/slideLayout" Target="../slideLayouts/slideLayout14.xml"/></Relationships>
</file>

<file path=ppt/slides/_rels/slide61.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61.xml"/><Relationship Id="rId1" Type="http://schemas.openxmlformats.org/officeDocument/2006/relationships/slideLayout" Target="../slideLayouts/slideLayout14.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14.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14.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14.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14.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19.xml"/></Relationships>
</file>

<file path=ppt/slides/_rels/slide67.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67.xml"/><Relationship Id="rId1" Type="http://schemas.openxmlformats.org/officeDocument/2006/relationships/slideLayout" Target="../slideLayouts/slideLayout19.xml"/></Relationships>
</file>

<file path=ppt/slides/_rels/slide68.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68.xml"/><Relationship Id="rId1" Type="http://schemas.openxmlformats.org/officeDocument/2006/relationships/slideLayout" Target="../slideLayouts/slideLayout19.xml"/></Relationships>
</file>

<file path=ppt/slides/_rels/slide69.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69.xml"/><Relationship Id="rId1" Type="http://schemas.openxmlformats.org/officeDocument/2006/relationships/slideLayout" Target="../slideLayouts/slideLayout19.xml"/></Relationships>
</file>

<file path=ppt/slides/_rels/slide70.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70.xml"/><Relationship Id="rId1" Type="http://schemas.openxmlformats.org/officeDocument/2006/relationships/slideLayout" Target="../slideLayouts/slideLayout19.xml"/></Relationships>
</file>

<file path=ppt/slides/_rels/slide71.xml.rels><?xml version="1.0" encoding="UTF-8" standalone="yes"?>
<Relationships xmlns="http://schemas.openxmlformats.org/package/2006/relationships"><Relationship Id="rId3" Type="http://schemas.openxmlformats.org/officeDocument/2006/relationships/image" Target="../media/image23.jpg"/><Relationship Id="rId2" Type="http://schemas.openxmlformats.org/officeDocument/2006/relationships/notesSlide" Target="../notesSlides/notesSlide71.xml"/><Relationship Id="rId1" Type="http://schemas.openxmlformats.org/officeDocument/2006/relationships/slideLayout" Target="../slideLayouts/slideLayout19.xml"/></Relationships>
</file>

<file path=ppt/slides/_rels/slide72.xml.rels><?xml version="1.0" encoding="UTF-8" standalone="yes"?>
<Relationships xmlns="http://schemas.openxmlformats.org/package/2006/relationships"><Relationship Id="rId3" Type="http://schemas.openxmlformats.org/officeDocument/2006/relationships/image" Target="../media/image24.jpg"/><Relationship Id="rId2" Type="http://schemas.openxmlformats.org/officeDocument/2006/relationships/notesSlide" Target="../notesSlides/notesSlide72.xml"/><Relationship Id="rId1" Type="http://schemas.openxmlformats.org/officeDocument/2006/relationships/slideLayout" Target="../slideLayouts/slideLayout1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11"/>
        <p:cNvGrpSpPr/>
        <p:nvPr/>
      </p:nvGrpSpPr>
      <p:grpSpPr>
        <a:xfrm>
          <a:off x="0" y="0"/>
          <a:ext cx="0" cy="0"/>
          <a:chOff x="0" y="0"/>
          <a:chExt cx="0" cy="0"/>
        </a:xfrm>
      </p:grpSpPr>
      <p:sp>
        <p:nvSpPr>
          <p:cNvPr id="112" name="Google Shape;112;p25"/>
          <p:cNvSpPr txBox="1">
            <a:spLocks noGrp="1"/>
          </p:cNvSpPr>
          <p:nvPr>
            <p:ph type="ctrTitle"/>
          </p:nvPr>
        </p:nvSpPr>
        <p:spPr>
          <a:xfrm>
            <a:off x="562550" y="1169700"/>
            <a:ext cx="8222100" cy="933600"/>
          </a:xfrm>
          <a:prstGeom prst="rect">
            <a:avLst/>
          </a:prstGeom>
        </p:spPr>
        <p:txBody>
          <a:bodyPr spcFirstLastPara="1" wrap="square" lIns="91425" tIns="91425" rIns="91425" bIns="91425" anchor="b" anchorCtr="0">
            <a:noAutofit/>
          </a:bodyPr>
          <a:lstStyle/>
          <a:p>
            <a:pPr lvl="0"/>
            <a:r>
              <a:rPr lang="en-IN" dirty="0">
                <a:latin typeface="Calibri" panose="020F0502020204030204" pitchFamily="34" charset="0"/>
                <a:cs typeface="Calibri" panose="020F0502020204030204" pitchFamily="34" charset="0"/>
              </a:rPr>
              <a:t>Equilibria</a:t>
            </a:r>
            <a:endParaRPr dirty="0">
              <a:latin typeface="Calibri" panose="020F0502020204030204" pitchFamily="34" charset="0"/>
              <a:cs typeface="Calibri" panose="020F0502020204030204" pitchFamily="34" charset="0"/>
            </a:endParaRPr>
          </a:p>
        </p:txBody>
      </p:sp>
      <p:sp>
        <p:nvSpPr>
          <p:cNvPr id="2" name="TextBox 1">
            <a:extLst>
              <a:ext uri="{FF2B5EF4-FFF2-40B4-BE49-F238E27FC236}">
                <a16:creationId xmlns:a16="http://schemas.microsoft.com/office/drawing/2014/main" id="{C7102D07-8E23-4170-B7F3-9D98EF8C329F}"/>
              </a:ext>
            </a:extLst>
          </p:cNvPr>
          <p:cNvSpPr txBox="1"/>
          <p:nvPr/>
        </p:nvSpPr>
        <p:spPr>
          <a:xfrm>
            <a:off x="699911" y="2404533"/>
            <a:ext cx="6718506" cy="1006429"/>
          </a:xfrm>
          <a:prstGeom prst="rect">
            <a:avLst/>
          </a:prstGeom>
          <a:noFill/>
        </p:spPr>
        <p:txBody>
          <a:bodyPr wrap="none" rtlCol="0">
            <a:spAutoFit/>
          </a:bodyPr>
          <a:lstStyle/>
          <a:p>
            <a:pPr>
              <a:lnSpc>
                <a:spcPct val="115000"/>
              </a:lnSpc>
              <a:buSzPts val="1500"/>
            </a:pPr>
            <a:r>
              <a:rPr lang="en-US" sz="1800" dirty="0">
                <a:solidFill>
                  <a:schemeClr val="bg1"/>
                </a:solidFill>
                <a:latin typeface="Calibri" panose="020F0502020204030204" pitchFamily="34" charset="0"/>
              </a:rPr>
              <a:t>7.1 Chemical equilibria: Reversible reactions and dynamic equilibrium</a:t>
            </a:r>
          </a:p>
          <a:p>
            <a:pPr>
              <a:lnSpc>
                <a:spcPct val="115000"/>
              </a:lnSpc>
              <a:buSzPts val="1500"/>
            </a:pPr>
            <a:r>
              <a:rPr lang="en-US" sz="1800" dirty="0">
                <a:solidFill>
                  <a:schemeClr val="bg1"/>
                </a:solidFill>
                <a:latin typeface="Calibri" panose="020F0502020204030204" pitchFamily="34" charset="0"/>
              </a:rPr>
              <a:t>7.2 </a:t>
            </a:r>
            <a:r>
              <a:rPr lang="en-US" sz="1800" dirty="0" err="1">
                <a:solidFill>
                  <a:schemeClr val="bg1"/>
                </a:solidFill>
                <a:latin typeface="Calibri" panose="020F0502020204030204" pitchFamily="34" charset="0"/>
              </a:rPr>
              <a:t>Brønsted</a:t>
            </a:r>
            <a:r>
              <a:rPr lang="en-US" sz="1800" dirty="0">
                <a:solidFill>
                  <a:schemeClr val="bg1"/>
                </a:solidFill>
                <a:latin typeface="Calibri" panose="020F0502020204030204" pitchFamily="34" charset="0"/>
              </a:rPr>
              <a:t>–Lowry theory of acids and bases</a:t>
            </a:r>
          </a:p>
          <a:p>
            <a:endParaRPr lang="en-IN" sz="1800" dirty="0">
              <a:latin typeface="Calibri" panose="020F0502020204030204" pitchFamily="34"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22"/>
        <p:cNvGrpSpPr/>
        <p:nvPr/>
      </p:nvGrpSpPr>
      <p:grpSpPr>
        <a:xfrm>
          <a:off x="0" y="0"/>
          <a:ext cx="0" cy="0"/>
          <a:chOff x="0" y="0"/>
          <a:chExt cx="0" cy="0"/>
        </a:xfrm>
      </p:grpSpPr>
      <p:sp>
        <p:nvSpPr>
          <p:cNvPr id="123" name="Google Shape;123;p27"/>
          <p:cNvSpPr txBox="1">
            <a:spLocks noGrp="1"/>
          </p:cNvSpPr>
          <p:nvPr>
            <p:ph type="title"/>
          </p:nvPr>
        </p:nvSpPr>
        <p:spPr>
          <a:xfrm>
            <a:off x="662950" y="198850"/>
            <a:ext cx="3362400" cy="1001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IN" sz="3200" dirty="0">
                <a:latin typeface="Calibri" panose="020F0502020204030204" pitchFamily="34" charset="0"/>
                <a:cs typeface="Calibri" panose="020F0502020204030204" pitchFamily="34" charset="0"/>
              </a:rPr>
              <a:t>Introduction</a:t>
            </a:r>
            <a:endParaRPr sz="3200" dirty="0">
              <a:latin typeface="Calibri" panose="020F0502020204030204" pitchFamily="34" charset="0"/>
              <a:cs typeface="Calibri" panose="020F0502020204030204" pitchFamily="34" charset="0"/>
            </a:endParaRPr>
          </a:p>
        </p:txBody>
      </p:sp>
      <p:sp>
        <p:nvSpPr>
          <p:cNvPr id="124" name="Google Shape;124;p27"/>
          <p:cNvSpPr txBox="1">
            <a:spLocks noGrp="1"/>
          </p:cNvSpPr>
          <p:nvPr>
            <p:ph type="body" idx="2"/>
          </p:nvPr>
        </p:nvSpPr>
        <p:spPr>
          <a:xfrm>
            <a:off x="4939500" y="724200"/>
            <a:ext cx="3837000" cy="3695100"/>
          </a:xfrm>
          <a:prstGeom prst="rect">
            <a:avLst/>
          </a:prstGeom>
        </p:spPr>
        <p:txBody>
          <a:bodyPr spcFirstLastPara="1" wrap="square" lIns="91425" tIns="91425" rIns="91425" bIns="91425" anchor="t" anchorCtr="0">
            <a:noAutofit/>
          </a:bodyPr>
          <a:lstStyle/>
          <a:p>
            <a:pPr lvl="0">
              <a:spcBef>
                <a:spcPts val="600"/>
              </a:spcBef>
              <a:buFont typeface="Arial" panose="020B0604020202020204" pitchFamily="34" charset="0"/>
              <a:buChar char="•"/>
            </a:pPr>
            <a:r>
              <a:rPr lang="en-IN" sz="1600" dirty="0">
                <a:latin typeface="Calibri" panose="020F0502020204030204" pitchFamily="34" charset="0"/>
                <a:cs typeface="Calibri" panose="020F0502020204030204" pitchFamily="34" charset="0"/>
              </a:rPr>
              <a:t>When two objects have the same mass, they are said to be in physical equilibrium.</a:t>
            </a:r>
          </a:p>
          <a:p>
            <a:pPr lvl="0">
              <a:spcBef>
                <a:spcPts val="600"/>
              </a:spcBef>
              <a:buFont typeface="Arial" panose="020B0604020202020204" pitchFamily="34" charset="0"/>
              <a:buChar char="•"/>
            </a:pPr>
            <a:r>
              <a:rPr lang="en-IN" sz="1600" dirty="0">
                <a:latin typeface="Calibri" panose="020F0502020204030204" pitchFamily="34" charset="0"/>
                <a:cs typeface="Calibri" panose="020F0502020204030204" pitchFamily="34" charset="0"/>
              </a:rPr>
              <a:t> Chemical equilibrium deals with reversible reactions.</a:t>
            </a:r>
          </a:p>
          <a:p>
            <a:pPr lvl="0">
              <a:spcBef>
                <a:spcPts val="600"/>
              </a:spcBef>
              <a:buFont typeface="Arial" panose="020B0604020202020204" pitchFamily="34" charset="0"/>
              <a:buChar char="•"/>
            </a:pPr>
            <a:r>
              <a:rPr lang="en-IN" sz="1600" dirty="0">
                <a:latin typeface="Calibri" panose="020F0502020204030204" pitchFamily="34" charset="0"/>
                <a:cs typeface="Calibri" panose="020F0502020204030204" pitchFamily="34" charset="0"/>
              </a:rPr>
              <a:t> When the rate of forward reaction is equal to the rate of backward reaction in a closed container, the system is said to be in dynamic equilibrium.</a:t>
            </a:r>
            <a:endParaRPr sz="1600" dirty="0">
              <a:latin typeface="Calibri" panose="020F0502020204030204" pitchFamily="34" charset="0"/>
              <a:cs typeface="Calibri" panose="020F0502020204030204" pitchFamily="34" charset="0"/>
            </a:endParaRPr>
          </a:p>
        </p:txBody>
      </p:sp>
      <p:sp>
        <p:nvSpPr>
          <p:cNvPr id="126" name="Google Shape;126;p27"/>
          <p:cNvSpPr txBox="1"/>
          <p:nvPr/>
        </p:nvSpPr>
        <p:spPr>
          <a:xfrm>
            <a:off x="3128525" y="4546950"/>
            <a:ext cx="1206300" cy="278400"/>
          </a:xfrm>
          <a:prstGeom prst="rect">
            <a:avLst/>
          </a:prstGeom>
          <a:noFill/>
          <a:ln>
            <a:noFill/>
          </a:ln>
        </p:spPr>
        <p:txBody>
          <a:bodyPr spcFirstLastPara="1" wrap="square" lIns="91425" tIns="91425" rIns="91425" bIns="91425" anchor="t" anchorCtr="0">
            <a:noAutofit/>
          </a:bodyPr>
          <a:lstStyle/>
          <a:p>
            <a:pPr lvl="0"/>
            <a:r>
              <a:rPr lang="en-IN" sz="1100" dirty="0">
                <a:solidFill>
                  <a:srgbClr val="666666"/>
                </a:solidFill>
              </a:rPr>
              <a:t>Equilibrium</a:t>
            </a:r>
            <a:endParaRPr sz="1100" dirty="0">
              <a:solidFill>
                <a:srgbClr val="666666"/>
              </a:solidFill>
            </a:endParaRPr>
          </a:p>
        </p:txBody>
      </p:sp>
      <p:pic>
        <p:nvPicPr>
          <p:cNvPr id="3" name="Picture 2">
            <a:extLst>
              <a:ext uri="{FF2B5EF4-FFF2-40B4-BE49-F238E27FC236}">
                <a16:creationId xmlns:a16="http://schemas.microsoft.com/office/drawing/2014/main" id="{B371B72E-C32E-4B86-84EE-4C836D3CED86}"/>
              </a:ext>
            </a:extLst>
          </p:cNvPr>
          <p:cNvPicPr>
            <a:picLocks noChangeAspect="1"/>
          </p:cNvPicPr>
          <p:nvPr/>
        </p:nvPicPr>
        <p:blipFill>
          <a:blip r:embed="rId3"/>
          <a:stretch>
            <a:fillRect/>
          </a:stretch>
        </p:blipFill>
        <p:spPr>
          <a:xfrm>
            <a:off x="190841" y="1514342"/>
            <a:ext cx="4291584" cy="2718816"/>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22"/>
        <p:cNvGrpSpPr/>
        <p:nvPr/>
      </p:nvGrpSpPr>
      <p:grpSpPr>
        <a:xfrm>
          <a:off x="0" y="0"/>
          <a:ext cx="0" cy="0"/>
          <a:chOff x="0" y="0"/>
          <a:chExt cx="0" cy="0"/>
        </a:xfrm>
      </p:grpSpPr>
      <p:sp>
        <p:nvSpPr>
          <p:cNvPr id="123" name="Google Shape;123;p27"/>
          <p:cNvSpPr txBox="1">
            <a:spLocks noGrp="1"/>
          </p:cNvSpPr>
          <p:nvPr>
            <p:ph type="title"/>
          </p:nvPr>
        </p:nvSpPr>
        <p:spPr>
          <a:xfrm>
            <a:off x="662950" y="198850"/>
            <a:ext cx="3362400" cy="1001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sz="3200" dirty="0">
                <a:solidFill>
                  <a:srgbClr val="000000"/>
                </a:solidFill>
                <a:latin typeface="+mn-lt"/>
              </a:rPr>
              <a:t>Introduction</a:t>
            </a:r>
            <a:endParaRPr sz="3200" dirty="0">
              <a:solidFill>
                <a:srgbClr val="000000"/>
              </a:solidFill>
              <a:latin typeface="+mn-lt"/>
            </a:endParaRPr>
          </a:p>
        </p:txBody>
      </p:sp>
      <p:sp>
        <p:nvSpPr>
          <p:cNvPr id="124" name="Google Shape;124;p27"/>
          <p:cNvSpPr txBox="1">
            <a:spLocks noGrp="1"/>
          </p:cNvSpPr>
          <p:nvPr>
            <p:ph type="body" idx="2"/>
          </p:nvPr>
        </p:nvSpPr>
        <p:spPr>
          <a:xfrm>
            <a:off x="4939500" y="724200"/>
            <a:ext cx="3837000" cy="3695100"/>
          </a:xfrm>
          <a:prstGeom prst="rect">
            <a:avLst/>
          </a:prstGeom>
        </p:spPr>
        <p:txBody>
          <a:bodyPr spcFirstLastPara="1" wrap="square" lIns="91425" tIns="91425" rIns="91425" bIns="91425" anchor="t" anchorCtr="0">
            <a:noAutofit/>
          </a:bodyPr>
          <a:lstStyle/>
          <a:p>
            <a:pPr lvl="0"/>
            <a:r>
              <a:rPr lang="en-IN" sz="1400">
                <a:latin typeface="+mn-lt"/>
              </a:rPr>
              <a:t>Weak </a:t>
            </a:r>
            <a:r>
              <a:rPr lang="en-IN" sz="1400" dirty="0">
                <a:latin typeface="+mn-lt"/>
              </a:rPr>
              <a:t>acids do not dissociate in aqueous solutions. Strong acids dissociate completely in aqueous solution. </a:t>
            </a:r>
          </a:p>
          <a:p>
            <a:pPr lvl="0"/>
            <a:r>
              <a:rPr lang="en-IN" sz="1400" dirty="0">
                <a:latin typeface="+mn-lt"/>
              </a:rPr>
              <a:t>Buffers are solution whose pH value does not change with small addition of acid or base. </a:t>
            </a:r>
          </a:p>
          <a:p>
            <a:pPr lvl="0"/>
            <a:r>
              <a:rPr lang="en-IN" sz="1400" dirty="0">
                <a:latin typeface="+mn-lt"/>
              </a:rPr>
              <a:t>Calculation of pH values of strong acid, weak acid, strong base and buffer will be discussed. </a:t>
            </a:r>
          </a:p>
          <a:p>
            <a:pPr lvl="0"/>
            <a:r>
              <a:rPr lang="en-IN" sz="1400" dirty="0">
                <a:latin typeface="+mn-lt"/>
              </a:rPr>
              <a:t>Neutralisation and various types of indicators used for different scenarios will be discussed.</a:t>
            </a:r>
          </a:p>
          <a:p>
            <a:pPr marL="0" lvl="0" indent="0" algn="l" rtl="0">
              <a:spcBef>
                <a:spcPts val="1600"/>
              </a:spcBef>
              <a:spcAft>
                <a:spcPts val="1600"/>
              </a:spcAft>
              <a:buNone/>
            </a:pPr>
            <a:endParaRPr dirty="0"/>
          </a:p>
        </p:txBody>
      </p:sp>
      <p:sp>
        <p:nvSpPr>
          <p:cNvPr id="126" name="Google Shape;126;p27"/>
          <p:cNvSpPr txBox="1"/>
          <p:nvPr/>
        </p:nvSpPr>
        <p:spPr>
          <a:xfrm>
            <a:off x="3128525" y="4546950"/>
            <a:ext cx="1206300" cy="278400"/>
          </a:xfrm>
          <a:prstGeom prst="rect">
            <a:avLst/>
          </a:prstGeom>
          <a:noFill/>
          <a:ln>
            <a:noFill/>
          </a:ln>
        </p:spPr>
        <p:txBody>
          <a:bodyPr spcFirstLastPara="1" wrap="square" lIns="91425" tIns="91425" rIns="91425" bIns="91425" anchor="t" anchorCtr="0">
            <a:noAutofit/>
          </a:bodyPr>
          <a:lstStyle/>
          <a:p>
            <a:pPr lvl="0"/>
            <a:r>
              <a:rPr lang="en-IN" sz="1100" dirty="0">
                <a:solidFill>
                  <a:srgbClr val="666666"/>
                </a:solidFill>
              </a:rPr>
              <a:t>pH range</a:t>
            </a:r>
          </a:p>
        </p:txBody>
      </p:sp>
      <p:pic>
        <p:nvPicPr>
          <p:cNvPr id="2" name="Picture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43219" y="2206577"/>
            <a:ext cx="4273618" cy="1384921"/>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16"/>
        <p:cNvGrpSpPr/>
        <p:nvPr/>
      </p:nvGrpSpPr>
      <p:grpSpPr>
        <a:xfrm>
          <a:off x="0" y="0"/>
          <a:ext cx="0" cy="0"/>
          <a:chOff x="0" y="0"/>
          <a:chExt cx="0" cy="0"/>
        </a:xfrm>
      </p:grpSpPr>
      <p:sp>
        <p:nvSpPr>
          <p:cNvPr id="117" name="Google Shape;117;p26"/>
          <p:cNvSpPr txBox="1">
            <a:spLocks noGrp="1"/>
          </p:cNvSpPr>
          <p:nvPr>
            <p:ph type="title"/>
          </p:nvPr>
        </p:nvSpPr>
        <p:spPr>
          <a:xfrm>
            <a:off x="933025" y="592925"/>
            <a:ext cx="6305100" cy="767700"/>
          </a:xfrm>
          <a:prstGeom prst="rect">
            <a:avLst/>
          </a:prstGeom>
        </p:spPr>
        <p:txBody>
          <a:bodyPr spcFirstLastPara="1" wrap="square" lIns="91425" tIns="91425" rIns="91425" bIns="91425" anchor="b" anchorCtr="0">
            <a:noAutofit/>
          </a:bodyPr>
          <a:lstStyle/>
          <a:p>
            <a:pPr lvl="0"/>
            <a:r>
              <a:rPr lang="en-IN" dirty="0"/>
              <a:t>Reversible reactions</a:t>
            </a:r>
          </a:p>
        </p:txBody>
      </p:sp>
      <p:sp>
        <p:nvSpPr>
          <p:cNvPr id="118" name="Google Shape;118;p26"/>
          <p:cNvSpPr txBox="1"/>
          <p:nvPr/>
        </p:nvSpPr>
        <p:spPr>
          <a:xfrm>
            <a:off x="702600" y="1852379"/>
            <a:ext cx="7330800" cy="2492100"/>
          </a:xfrm>
          <a:prstGeom prst="rect">
            <a:avLst/>
          </a:prstGeom>
          <a:noFill/>
          <a:ln>
            <a:noFill/>
          </a:ln>
        </p:spPr>
        <p:txBody>
          <a:bodyPr spcFirstLastPara="1" wrap="square" lIns="91425" tIns="91425" rIns="91425" bIns="91425" anchor="t" anchorCtr="0">
            <a:noAutofit/>
          </a:bodyPr>
          <a:lstStyle/>
          <a:p>
            <a:pPr marL="457200" lvl="0" indent="-342900">
              <a:lnSpc>
                <a:spcPct val="114000"/>
              </a:lnSpc>
              <a:spcBef>
                <a:spcPts val="600"/>
              </a:spcBef>
              <a:buSzPts val="1800"/>
              <a:buFont typeface="Arial" panose="020B0604020202020204" pitchFamily="34" charset="0"/>
              <a:buChar char="•"/>
            </a:pPr>
            <a:r>
              <a:rPr lang="en-IN" sz="1600" dirty="0">
                <a:latin typeface="Calibri" panose="020F0502020204030204" pitchFamily="34" charset="0"/>
                <a:cs typeface="Calibri" panose="020F0502020204030204" pitchFamily="34" charset="0"/>
              </a:rPr>
              <a:t>A reaction in which the products can react to form the original reactants is called a reversible reaction. </a:t>
            </a:r>
          </a:p>
          <a:p>
            <a:pPr marL="457200" lvl="0" indent="-342900">
              <a:lnSpc>
                <a:spcPct val="114000"/>
              </a:lnSpc>
              <a:spcBef>
                <a:spcPts val="600"/>
              </a:spcBef>
              <a:buSzPts val="1800"/>
              <a:buFont typeface="Arial" panose="020B0604020202020204" pitchFamily="34" charset="0"/>
              <a:buChar char="•"/>
            </a:pPr>
            <a:r>
              <a:rPr lang="en-IN" sz="1600" dirty="0">
                <a:latin typeface="Calibri" panose="020F0502020204030204" pitchFamily="34" charset="0"/>
                <a:cs typeface="Calibri" panose="020F0502020204030204" pitchFamily="34" charset="0"/>
              </a:rPr>
              <a:t>For example: Hydrated copper sulphate which is blue in colour is heated to form anhydrous copper sulphate which is white in colour. This is the forward reaction. </a:t>
            </a:r>
          </a:p>
          <a:p>
            <a:pPr marL="457200" lvl="0" indent="-342900">
              <a:lnSpc>
                <a:spcPct val="114000"/>
              </a:lnSpc>
              <a:spcBef>
                <a:spcPts val="600"/>
              </a:spcBef>
              <a:buSzPts val="1800"/>
              <a:buFont typeface="Arial" panose="020B0604020202020204" pitchFamily="34" charset="0"/>
              <a:buChar char="•"/>
            </a:pPr>
            <a:r>
              <a:rPr lang="en-IN" sz="1600" dirty="0">
                <a:latin typeface="Calibri" panose="020F0502020204030204" pitchFamily="34" charset="0"/>
                <a:cs typeface="Calibri" panose="020F0502020204030204" pitchFamily="34" charset="0"/>
              </a:rPr>
              <a:t>The anhydrous copper sulphate dissolves in water to form hydrated copper sulphate. This is the backward reaction. </a:t>
            </a:r>
          </a:p>
          <a:p>
            <a:pPr marL="127000" indent="0" algn="ctr">
              <a:lnSpc>
                <a:spcPct val="114000"/>
              </a:lnSpc>
              <a:spcBef>
                <a:spcPts val="600"/>
              </a:spcBef>
              <a:buNone/>
            </a:pPr>
            <a:r>
              <a:rPr lang="en-IN" sz="1600" dirty="0">
                <a:latin typeface="Calibri" panose="020F0502020204030204" pitchFamily="34" charset="0"/>
                <a:cs typeface="Calibri" panose="020F0502020204030204" pitchFamily="34" charset="0"/>
              </a:rPr>
              <a:t>Reversible reaction: CuSO</a:t>
            </a:r>
            <a:r>
              <a:rPr lang="en-IN" sz="1600" baseline="-25000" dirty="0">
                <a:latin typeface="Calibri" panose="020F0502020204030204" pitchFamily="34" charset="0"/>
                <a:cs typeface="Calibri" panose="020F0502020204030204" pitchFamily="34" charset="0"/>
              </a:rPr>
              <a:t>4</a:t>
            </a:r>
            <a:r>
              <a:rPr lang="en-IN" sz="1600" dirty="0">
                <a:latin typeface="Calibri" panose="020F0502020204030204" pitchFamily="34" charset="0"/>
                <a:cs typeface="Calibri" panose="020F0502020204030204" pitchFamily="34" charset="0"/>
              </a:rPr>
              <a:t>.5H</a:t>
            </a:r>
            <a:r>
              <a:rPr lang="en-IN" sz="1600" baseline="-25000" dirty="0">
                <a:latin typeface="Calibri" panose="020F0502020204030204" pitchFamily="34" charset="0"/>
                <a:cs typeface="Calibri" panose="020F0502020204030204" pitchFamily="34" charset="0"/>
              </a:rPr>
              <a:t>2</a:t>
            </a:r>
            <a:r>
              <a:rPr lang="en-IN" sz="1600" dirty="0">
                <a:latin typeface="Calibri" panose="020F0502020204030204" pitchFamily="34" charset="0"/>
                <a:cs typeface="Calibri" panose="020F0502020204030204" pitchFamily="34" charset="0"/>
              </a:rPr>
              <a:t>O(s) ⇋ CuSO</a:t>
            </a:r>
            <a:r>
              <a:rPr lang="en-IN" sz="1600" baseline="-25000" dirty="0">
                <a:latin typeface="Calibri" panose="020F0502020204030204" pitchFamily="34" charset="0"/>
                <a:cs typeface="Calibri" panose="020F0502020204030204" pitchFamily="34" charset="0"/>
              </a:rPr>
              <a:t>4</a:t>
            </a:r>
            <a:r>
              <a:rPr lang="en-IN" sz="1600" dirty="0">
                <a:latin typeface="Calibri" panose="020F0502020204030204" pitchFamily="34" charset="0"/>
                <a:cs typeface="Calibri" panose="020F0502020204030204" pitchFamily="34" charset="0"/>
              </a:rPr>
              <a:t> (s) +5H</a:t>
            </a:r>
            <a:r>
              <a:rPr lang="en-IN" sz="1600" baseline="-25000" dirty="0">
                <a:latin typeface="Calibri" panose="020F0502020204030204" pitchFamily="34" charset="0"/>
                <a:cs typeface="Calibri" panose="020F0502020204030204" pitchFamily="34" charset="0"/>
              </a:rPr>
              <a:t>2</a:t>
            </a:r>
            <a:r>
              <a:rPr lang="en-IN" sz="1600" dirty="0">
                <a:latin typeface="Calibri" panose="020F0502020204030204" pitchFamily="34" charset="0"/>
                <a:cs typeface="Calibri" panose="020F0502020204030204" pitchFamily="34" charset="0"/>
              </a:rPr>
              <a:t>O (l)</a:t>
            </a:r>
          </a:p>
          <a:p>
            <a:pPr marL="127000" indent="0" algn="ctr">
              <a:lnSpc>
                <a:spcPct val="114000"/>
              </a:lnSpc>
              <a:spcBef>
                <a:spcPts val="600"/>
              </a:spcBef>
              <a:buNone/>
            </a:pPr>
            <a:r>
              <a:rPr lang="en-IN" sz="1600" dirty="0">
                <a:latin typeface="Calibri" panose="020F0502020204030204" pitchFamily="34" charset="0"/>
                <a:cs typeface="Calibri" panose="020F0502020204030204" pitchFamily="34" charset="0"/>
              </a:rPr>
              <a:t>Forward reaction: CuSO</a:t>
            </a:r>
            <a:r>
              <a:rPr lang="en-IN" sz="1600" baseline="-25000" dirty="0">
                <a:latin typeface="Calibri" panose="020F0502020204030204" pitchFamily="34" charset="0"/>
                <a:cs typeface="Calibri" panose="020F0502020204030204" pitchFamily="34" charset="0"/>
              </a:rPr>
              <a:t>4</a:t>
            </a:r>
            <a:r>
              <a:rPr lang="en-IN" sz="1600" dirty="0">
                <a:latin typeface="Calibri" panose="020F0502020204030204" pitchFamily="34" charset="0"/>
                <a:cs typeface="Calibri" panose="020F0502020204030204" pitchFamily="34" charset="0"/>
              </a:rPr>
              <a:t>.5H</a:t>
            </a:r>
            <a:r>
              <a:rPr lang="en-IN" sz="1600" baseline="-25000" dirty="0">
                <a:latin typeface="Calibri" panose="020F0502020204030204" pitchFamily="34" charset="0"/>
                <a:cs typeface="Calibri" panose="020F0502020204030204" pitchFamily="34" charset="0"/>
              </a:rPr>
              <a:t>2</a:t>
            </a:r>
            <a:r>
              <a:rPr lang="en-IN" sz="1600" dirty="0">
                <a:latin typeface="Calibri" panose="020F0502020204030204" pitchFamily="34" charset="0"/>
                <a:cs typeface="Calibri" panose="020F0502020204030204" pitchFamily="34" charset="0"/>
              </a:rPr>
              <a:t>O(s) → CuSO</a:t>
            </a:r>
            <a:r>
              <a:rPr lang="en-IN" sz="1600" baseline="-25000" dirty="0">
                <a:latin typeface="Calibri" panose="020F0502020204030204" pitchFamily="34" charset="0"/>
                <a:cs typeface="Calibri" panose="020F0502020204030204" pitchFamily="34" charset="0"/>
              </a:rPr>
              <a:t>4</a:t>
            </a:r>
            <a:r>
              <a:rPr lang="en-IN" sz="1600" dirty="0">
                <a:latin typeface="Calibri" panose="020F0502020204030204" pitchFamily="34" charset="0"/>
                <a:cs typeface="Calibri" panose="020F0502020204030204" pitchFamily="34" charset="0"/>
              </a:rPr>
              <a:t> (s) +5H</a:t>
            </a:r>
            <a:r>
              <a:rPr lang="en-IN" sz="1600" baseline="-25000" dirty="0">
                <a:latin typeface="Calibri" panose="020F0502020204030204" pitchFamily="34" charset="0"/>
                <a:cs typeface="Calibri" panose="020F0502020204030204" pitchFamily="34" charset="0"/>
              </a:rPr>
              <a:t>2</a:t>
            </a:r>
            <a:r>
              <a:rPr lang="en-IN" sz="1600" dirty="0">
                <a:latin typeface="Calibri" panose="020F0502020204030204" pitchFamily="34" charset="0"/>
                <a:cs typeface="Calibri" panose="020F0502020204030204" pitchFamily="34" charset="0"/>
              </a:rPr>
              <a:t>O (l)</a:t>
            </a:r>
          </a:p>
          <a:p>
            <a:pPr marL="127000" indent="0" algn="ctr">
              <a:lnSpc>
                <a:spcPct val="114000"/>
              </a:lnSpc>
              <a:spcBef>
                <a:spcPts val="600"/>
              </a:spcBef>
              <a:buNone/>
            </a:pPr>
            <a:r>
              <a:rPr lang="en-IN" sz="1600" dirty="0">
                <a:latin typeface="Calibri" panose="020F0502020204030204" pitchFamily="34" charset="0"/>
                <a:cs typeface="Calibri" panose="020F0502020204030204" pitchFamily="34" charset="0"/>
              </a:rPr>
              <a:t>Backward reaction: CuSO</a:t>
            </a:r>
            <a:r>
              <a:rPr lang="en-IN" sz="1600" baseline="-25000" dirty="0">
                <a:latin typeface="Calibri" panose="020F0502020204030204" pitchFamily="34" charset="0"/>
                <a:cs typeface="Calibri" panose="020F0502020204030204" pitchFamily="34" charset="0"/>
              </a:rPr>
              <a:t>4</a:t>
            </a:r>
            <a:r>
              <a:rPr lang="en-IN" sz="1600" dirty="0">
                <a:latin typeface="Calibri" panose="020F0502020204030204" pitchFamily="34" charset="0"/>
                <a:cs typeface="Calibri" panose="020F0502020204030204" pitchFamily="34" charset="0"/>
              </a:rPr>
              <a:t> (s) +5H</a:t>
            </a:r>
            <a:r>
              <a:rPr lang="en-IN" sz="1600" baseline="-25000" dirty="0">
                <a:latin typeface="Calibri" panose="020F0502020204030204" pitchFamily="34" charset="0"/>
                <a:cs typeface="Calibri" panose="020F0502020204030204" pitchFamily="34" charset="0"/>
              </a:rPr>
              <a:t>2</a:t>
            </a:r>
            <a:r>
              <a:rPr lang="en-IN" sz="1600" dirty="0">
                <a:latin typeface="Calibri" panose="020F0502020204030204" pitchFamily="34" charset="0"/>
                <a:cs typeface="Calibri" panose="020F0502020204030204" pitchFamily="34" charset="0"/>
              </a:rPr>
              <a:t>O (l) → CuSO</a:t>
            </a:r>
            <a:r>
              <a:rPr lang="en-IN" sz="1600" baseline="-25000" dirty="0">
                <a:latin typeface="Calibri" panose="020F0502020204030204" pitchFamily="34" charset="0"/>
                <a:cs typeface="Calibri" panose="020F0502020204030204" pitchFamily="34" charset="0"/>
              </a:rPr>
              <a:t>4</a:t>
            </a:r>
            <a:r>
              <a:rPr lang="en-IN" sz="1600" dirty="0">
                <a:latin typeface="Calibri" panose="020F0502020204030204" pitchFamily="34" charset="0"/>
                <a:cs typeface="Calibri" panose="020F0502020204030204" pitchFamily="34" charset="0"/>
              </a:rPr>
              <a:t>.5H</a:t>
            </a:r>
            <a:r>
              <a:rPr lang="en-IN" sz="1600" baseline="-25000" dirty="0">
                <a:latin typeface="Calibri" panose="020F0502020204030204" pitchFamily="34" charset="0"/>
                <a:cs typeface="Calibri" panose="020F0502020204030204" pitchFamily="34" charset="0"/>
              </a:rPr>
              <a:t>2</a:t>
            </a:r>
            <a:r>
              <a:rPr lang="en-IN" sz="1600" dirty="0">
                <a:latin typeface="Calibri" panose="020F0502020204030204" pitchFamily="34" charset="0"/>
                <a:cs typeface="Calibri" panose="020F0502020204030204" pitchFamily="34" charset="0"/>
              </a:rPr>
              <a:t>O(s)</a:t>
            </a:r>
          </a:p>
          <a:p>
            <a:pPr marL="114300" lvl="0" algn="l" rtl="0">
              <a:lnSpc>
                <a:spcPct val="114000"/>
              </a:lnSpc>
              <a:spcBef>
                <a:spcPts val="600"/>
              </a:spcBef>
              <a:spcAft>
                <a:spcPts val="0"/>
              </a:spcAft>
              <a:buSzPts val="1800"/>
            </a:pPr>
            <a:endParaRPr sz="1600" dirty="0"/>
          </a:p>
          <a:p>
            <a:pPr marL="0" lvl="0" indent="0" algn="l" rtl="0">
              <a:lnSpc>
                <a:spcPct val="114000"/>
              </a:lnSpc>
              <a:spcBef>
                <a:spcPts val="600"/>
              </a:spcBef>
              <a:spcAft>
                <a:spcPts val="0"/>
              </a:spcAft>
              <a:buNone/>
            </a:pPr>
            <a:endParaRPr sz="1600" dirty="0"/>
          </a:p>
          <a:p>
            <a:pPr marL="0" lvl="0" indent="0" algn="l" rtl="0">
              <a:lnSpc>
                <a:spcPct val="114000"/>
              </a:lnSpc>
              <a:spcBef>
                <a:spcPts val="600"/>
              </a:spcBef>
              <a:spcAft>
                <a:spcPts val="0"/>
              </a:spcAft>
              <a:buNone/>
            </a:pPr>
            <a:endParaRPr sz="16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16"/>
        <p:cNvGrpSpPr/>
        <p:nvPr/>
      </p:nvGrpSpPr>
      <p:grpSpPr>
        <a:xfrm>
          <a:off x="0" y="0"/>
          <a:ext cx="0" cy="0"/>
          <a:chOff x="0" y="0"/>
          <a:chExt cx="0" cy="0"/>
        </a:xfrm>
      </p:grpSpPr>
      <p:sp>
        <p:nvSpPr>
          <p:cNvPr id="117" name="Google Shape;117;p26"/>
          <p:cNvSpPr txBox="1">
            <a:spLocks noGrp="1"/>
          </p:cNvSpPr>
          <p:nvPr>
            <p:ph type="title"/>
          </p:nvPr>
        </p:nvSpPr>
        <p:spPr>
          <a:xfrm>
            <a:off x="933025" y="592925"/>
            <a:ext cx="6305100" cy="767700"/>
          </a:xfrm>
          <a:prstGeom prst="rect">
            <a:avLst/>
          </a:prstGeom>
        </p:spPr>
        <p:txBody>
          <a:bodyPr spcFirstLastPara="1" wrap="square" lIns="91425" tIns="91425" rIns="91425" bIns="91425" anchor="b" anchorCtr="0">
            <a:noAutofit/>
          </a:bodyPr>
          <a:lstStyle/>
          <a:p>
            <a:pPr lvl="0"/>
            <a:r>
              <a:rPr lang="en-IN" dirty="0"/>
              <a:t>Reversible reactions</a:t>
            </a:r>
          </a:p>
        </p:txBody>
      </p:sp>
      <p:sp>
        <p:nvSpPr>
          <p:cNvPr id="118" name="Google Shape;118;p26"/>
          <p:cNvSpPr txBox="1"/>
          <p:nvPr/>
        </p:nvSpPr>
        <p:spPr>
          <a:xfrm>
            <a:off x="702600" y="2058475"/>
            <a:ext cx="7330800" cy="2492100"/>
          </a:xfrm>
          <a:prstGeom prst="rect">
            <a:avLst/>
          </a:prstGeom>
          <a:noFill/>
          <a:ln>
            <a:noFill/>
          </a:ln>
        </p:spPr>
        <p:txBody>
          <a:bodyPr spcFirstLastPara="1" wrap="square" lIns="91425" tIns="91425" rIns="91425" bIns="91425" anchor="t" anchorCtr="0">
            <a:noAutofit/>
          </a:bodyPr>
          <a:lstStyle/>
          <a:p>
            <a:pPr marL="400050" lvl="0" indent="-285750">
              <a:lnSpc>
                <a:spcPct val="114000"/>
              </a:lnSpc>
              <a:buSzPts val="1800"/>
              <a:buFont typeface="Arial" panose="020B0604020202020204" pitchFamily="34" charset="0"/>
              <a:buChar char="•"/>
            </a:pPr>
            <a:r>
              <a:rPr lang="en-IN" sz="1600" dirty="0">
                <a:latin typeface="Calibri" panose="020F0502020204030204" pitchFamily="34" charset="0"/>
                <a:cs typeface="Calibri" panose="020F0502020204030204" pitchFamily="34" charset="0"/>
              </a:rPr>
              <a:t>In some chemical reactions, the forward and backward reactions take place at the same time. For example: reaction between hydrogen and iodine in a closed container at 673 K.</a:t>
            </a:r>
          </a:p>
          <a:p>
            <a:pPr marL="127000" algn="ctr">
              <a:lnSpc>
                <a:spcPct val="114000"/>
              </a:lnSpc>
            </a:pPr>
            <a:r>
              <a:rPr lang="en-IN" sz="1600" dirty="0">
                <a:latin typeface="Calibri" panose="020F0502020204030204" pitchFamily="34" charset="0"/>
                <a:cs typeface="Calibri" panose="020F0502020204030204" pitchFamily="34" charset="0"/>
              </a:rPr>
              <a:t>H</a:t>
            </a:r>
            <a:r>
              <a:rPr lang="en-IN" sz="1600" baseline="-25000" dirty="0">
                <a:latin typeface="Calibri" panose="020F0502020204030204" pitchFamily="34" charset="0"/>
                <a:cs typeface="Calibri" panose="020F0502020204030204" pitchFamily="34" charset="0"/>
              </a:rPr>
              <a:t>2</a:t>
            </a:r>
            <a:r>
              <a:rPr lang="en-IN" sz="1600" dirty="0">
                <a:latin typeface="Calibri" panose="020F0502020204030204" pitchFamily="34" charset="0"/>
                <a:cs typeface="Calibri" panose="020F0502020204030204" pitchFamily="34" charset="0"/>
              </a:rPr>
              <a:t>(g) + I</a:t>
            </a:r>
            <a:r>
              <a:rPr lang="en-IN" sz="1600" baseline="-25000" dirty="0">
                <a:latin typeface="Calibri" panose="020F0502020204030204" pitchFamily="34" charset="0"/>
                <a:cs typeface="Calibri" panose="020F0502020204030204" pitchFamily="34" charset="0"/>
              </a:rPr>
              <a:t>2</a:t>
            </a:r>
            <a:r>
              <a:rPr lang="en-IN" sz="1600" dirty="0">
                <a:latin typeface="Calibri" panose="020F0502020204030204" pitchFamily="34" charset="0"/>
                <a:cs typeface="Calibri" panose="020F0502020204030204" pitchFamily="34" charset="0"/>
              </a:rPr>
              <a:t>(g) ⇋ 2HI (g)</a:t>
            </a:r>
          </a:p>
          <a:p>
            <a:pPr marL="400050" lvl="0" indent="-285750">
              <a:lnSpc>
                <a:spcPct val="114000"/>
              </a:lnSpc>
              <a:buSzPts val="1800"/>
              <a:buFont typeface="Arial" panose="020B0604020202020204" pitchFamily="34" charset="0"/>
              <a:buChar char="•"/>
            </a:pPr>
            <a:r>
              <a:rPr lang="en-IN" sz="1600" dirty="0">
                <a:latin typeface="Calibri" panose="020F0502020204030204" pitchFamily="34" charset="0"/>
                <a:cs typeface="Calibri" panose="020F0502020204030204" pitchFamily="34" charset="0"/>
              </a:rPr>
              <a:t>The hydrogen and iodine molecules combine to form hydrogen iodide molecules. At the same time hydrogen iodide molecules break down to form hydrogen and iodine molecules. </a:t>
            </a:r>
          </a:p>
          <a:p>
            <a:pPr marL="400050" lvl="0" indent="-285750">
              <a:lnSpc>
                <a:spcPct val="114000"/>
              </a:lnSpc>
              <a:buSzPts val="1800"/>
              <a:buFont typeface="Arial" panose="020B0604020202020204" pitchFamily="34" charset="0"/>
              <a:buChar char="•"/>
            </a:pPr>
            <a:r>
              <a:rPr lang="en-IN" sz="1600" dirty="0">
                <a:latin typeface="Calibri" panose="020F0502020204030204" pitchFamily="34" charset="0"/>
                <a:cs typeface="Calibri" panose="020F0502020204030204" pitchFamily="34" charset="0"/>
              </a:rPr>
              <a:t>This type of reversible reaction is called equilibrium reactions.  </a:t>
            </a:r>
          </a:p>
          <a:p>
            <a:pPr marL="0" lvl="0" indent="0" algn="l" rtl="0">
              <a:spcBef>
                <a:spcPts val="0"/>
              </a:spcBef>
              <a:spcAft>
                <a:spcPts val="0"/>
              </a:spcAft>
              <a:buNone/>
            </a:pPr>
            <a:endParaRPr sz="1600" dirty="0"/>
          </a:p>
        </p:txBody>
      </p:sp>
    </p:spTree>
    <p:extLst>
      <p:ext uri="{BB962C8B-B14F-4D97-AF65-F5344CB8AC3E}">
        <p14:creationId xmlns:p14="http://schemas.microsoft.com/office/powerpoint/2010/main" val="408858776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16"/>
        <p:cNvGrpSpPr/>
        <p:nvPr/>
      </p:nvGrpSpPr>
      <p:grpSpPr>
        <a:xfrm>
          <a:off x="0" y="0"/>
          <a:ext cx="0" cy="0"/>
          <a:chOff x="0" y="0"/>
          <a:chExt cx="0" cy="0"/>
        </a:xfrm>
      </p:grpSpPr>
      <p:sp>
        <p:nvSpPr>
          <p:cNvPr id="117" name="Google Shape;117;p26"/>
          <p:cNvSpPr txBox="1">
            <a:spLocks noGrp="1"/>
          </p:cNvSpPr>
          <p:nvPr>
            <p:ph type="title"/>
          </p:nvPr>
        </p:nvSpPr>
        <p:spPr>
          <a:xfrm>
            <a:off x="933025" y="592925"/>
            <a:ext cx="6305100" cy="767700"/>
          </a:xfrm>
          <a:prstGeom prst="rect">
            <a:avLst/>
          </a:prstGeom>
        </p:spPr>
        <p:txBody>
          <a:bodyPr spcFirstLastPara="1" wrap="square" lIns="91425" tIns="91425" rIns="91425" bIns="91425" anchor="b" anchorCtr="0">
            <a:noAutofit/>
          </a:bodyPr>
          <a:lstStyle/>
          <a:p>
            <a:pPr lvl="0"/>
            <a:r>
              <a:rPr lang="en-IN" dirty="0"/>
              <a:t>Dynamic equilibrium</a:t>
            </a:r>
          </a:p>
        </p:txBody>
      </p:sp>
      <p:sp>
        <p:nvSpPr>
          <p:cNvPr id="118" name="Google Shape;118;p26"/>
          <p:cNvSpPr txBox="1"/>
          <p:nvPr/>
        </p:nvSpPr>
        <p:spPr>
          <a:xfrm>
            <a:off x="702600" y="2058475"/>
            <a:ext cx="7330800" cy="2492100"/>
          </a:xfrm>
          <a:prstGeom prst="rect">
            <a:avLst/>
          </a:prstGeom>
          <a:noFill/>
          <a:ln>
            <a:noFill/>
          </a:ln>
        </p:spPr>
        <p:txBody>
          <a:bodyPr spcFirstLastPara="1" wrap="square" lIns="91425" tIns="91425" rIns="91425" bIns="91425" anchor="t" anchorCtr="0">
            <a:noAutofit/>
          </a:bodyPr>
          <a:lstStyle/>
          <a:p>
            <a:pPr marL="400050" lvl="0" indent="-285750">
              <a:lnSpc>
                <a:spcPct val="114000"/>
              </a:lnSpc>
              <a:buSzPts val="1800"/>
              <a:buFont typeface="Arial" panose="020B0604020202020204" pitchFamily="34" charset="0"/>
              <a:buChar char="•"/>
            </a:pPr>
            <a:r>
              <a:rPr lang="en-IN" sz="1600" dirty="0">
                <a:latin typeface="Calibri" panose="020F0502020204030204" pitchFamily="34" charset="0"/>
                <a:cs typeface="Calibri" panose="020F0502020204030204" pitchFamily="34" charset="0"/>
              </a:rPr>
              <a:t>A condition called dynamic equilibrium is achieved if the rate of forward reaction is equal to the rate of backward reaction and the concentrations of reactants and products do not change. </a:t>
            </a:r>
          </a:p>
          <a:p>
            <a:pPr marL="400050" lvl="0" indent="-285750">
              <a:lnSpc>
                <a:spcPct val="114000"/>
              </a:lnSpc>
              <a:buSzPts val="1800"/>
              <a:buFont typeface="Arial" panose="020B0604020202020204" pitchFamily="34" charset="0"/>
              <a:buChar char="•"/>
            </a:pPr>
            <a:r>
              <a:rPr lang="en-IN" sz="1600" dirty="0">
                <a:latin typeface="Calibri" panose="020F0502020204030204" pitchFamily="34" charset="0"/>
                <a:cs typeface="Calibri" panose="020F0502020204030204" pitchFamily="34" charset="0"/>
              </a:rPr>
              <a:t>In this case, the rate of formation of hydrogen iodide and the rate of decomposition of hydrogen iodide is equal.</a:t>
            </a:r>
          </a:p>
          <a:p>
            <a:pPr marL="400050" lvl="0" indent="-285750">
              <a:lnSpc>
                <a:spcPct val="114000"/>
              </a:lnSpc>
              <a:buSzPts val="1800"/>
              <a:buFont typeface="Arial" panose="020B0604020202020204" pitchFamily="34" charset="0"/>
              <a:buChar char="•"/>
            </a:pPr>
            <a:r>
              <a:rPr lang="en-IN" sz="1600" dirty="0">
                <a:latin typeface="Calibri" panose="020F0502020204030204" pitchFamily="34" charset="0"/>
                <a:cs typeface="Calibri" panose="020F0502020204030204" pitchFamily="34" charset="0"/>
              </a:rPr>
              <a:t>Reaction between hydrogen and iodine in a closed container at 673 K.</a:t>
            </a:r>
          </a:p>
          <a:p>
            <a:pPr marL="127000" algn="ctr">
              <a:lnSpc>
                <a:spcPct val="114000"/>
              </a:lnSpc>
            </a:pPr>
            <a:r>
              <a:rPr lang="en-IN" sz="1600" dirty="0">
                <a:latin typeface="Calibri" panose="020F0502020204030204" pitchFamily="34" charset="0"/>
                <a:cs typeface="Calibri" panose="020F0502020204030204" pitchFamily="34" charset="0"/>
              </a:rPr>
              <a:t>H</a:t>
            </a:r>
            <a:r>
              <a:rPr lang="en-IN" sz="1600" baseline="-25000" dirty="0">
                <a:latin typeface="Calibri" panose="020F0502020204030204" pitchFamily="34" charset="0"/>
                <a:cs typeface="Calibri" panose="020F0502020204030204" pitchFamily="34" charset="0"/>
              </a:rPr>
              <a:t>2</a:t>
            </a:r>
            <a:r>
              <a:rPr lang="en-IN" sz="1600" dirty="0">
                <a:latin typeface="Calibri" panose="020F0502020204030204" pitchFamily="34" charset="0"/>
                <a:cs typeface="Calibri" panose="020F0502020204030204" pitchFamily="34" charset="0"/>
              </a:rPr>
              <a:t>(g) + I</a:t>
            </a:r>
            <a:r>
              <a:rPr lang="en-IN" sz="1600" baseline="-25000" dirty="0">
                <a:latin typeface="Calibri" panose="020F0502020204030204" pitchFamily="34" charset="0"/>
                <a:cs typeface="Calibri" panose="020F0502020204030204" pitchFamily="34" charset="0"/>
              </a:rPr>
              <a:t>2</a:t>
            </a:r>
            <a:r>
              <a:rPr lang="en-IN" sz="1600" dirty="0">
                <a:latin typeface="Calibri" panose="020F0502020204030204" pitchFamily="34" charset="0"/>
                <a:cs typeface="Calibri" panose="020F0502020204030204" pitchFamily="34" charset="0"/>
              </a:rPr>
              <a:t>(g) ⇋ 2HI (g)</a:t>
            </a:r>
          </a:p>
          <a:p>
            <a:pPr marL="114300" lvl="0">
              <a:lnSpc>
                <a:spcPct val="114000"/>
              </a:lnSpc>
              <a:buSzPts val="1800"/>
            </a:pPr>
            <a:endParaRPr lang="en-IN" sz="1600" dirty="0">
              <a:latin typeface="Calibri" panose="020F0502020204030204" pitchFamily="34" charset="0"/>
              <a:cs typeface="Calibri" panose="020F0502020204030204" pitchFamily="34" charset="0"/>
            </a:endParaRPr>
          </a:p>
          <a:p>
            <a:pPr marL="114300" lvl="0" algn="l" rtl="0">
              <a:spcBef>
                <a:spcPts val="0"/>
              </a:spcBef>
              <a:spcAft>
                <a:spcPts val="0"/>
              </a:spcAft>
              <a:buSzPts val="1800"/>
            </a:pPr>
            <a:endParaRPr sz="1600" dirty="0"/>
          </a:p>
          <a:p>
            <a:pPr marL="0" lvl="0" indent="0" algn="l" rtl="0">
              <a:spcBef>
                <a:spcPts val="0"/>
              </a:spcBef>
              <a:spcAft>
                <a:spcPts val="0"/>
              </a:spcAft>
              <a:buNone/>
            </a:pPr>
            <a:endParaRPr sz="1600" dirty="0"/>
          </a:p>
          <a:p>
            <a:pPr marL="0" lvl="0" indent="0" algn="l" rtl="0">
              <a:spcBef>
                <a:spcPts val="0"/>
              </a:spcBef>
              <a:spcAft>
                <a:spcPts val="0"/>
              </a:spcAft>
              <a:buNone/>
            </a:pPr>
            <a:endParaRPr sz="1600" dirty="0"/>
          </a:p>
        </p:txBody>
      </p:sp>
    </p:spTree>
    <p:extLst>
      <p:ext uri="{BB962C8B-B14F-4D97-AF65-F5344CB8AC3E}">
        <p14:creationId xmlns:p14="http://schemas.microsoft.com/office/powerpoint/2010/main" val="393402428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16"/>
        <p:cNvGrpSpPr/>
        <p:nvPr/>
      </p:nvGrpSpPr>
      <p:grpSpPr>
        <a:xfrm>
          <a:off x="0" y="0"/>
          <a:ext cx="0" cy="0"/>
          <a:chOff x="0" y="0"/>
          <a:chExt cx="0" cy="0"/>
        </a:xfrm>
      </p:grpSpPr>
      <p:sp>
        <p:nvSpPr>
          <p:cNvPr id="117" name="Google Shape;117;p26"/>
          <p:cNvSpPr txBox="1">
            <a:spLocks noGrp="1"/>
          </p:cNvSpPr>
          <p:nvPr>
            <p:ph type="title"/>
          </p:nvPr>
        </p:nvSpPr>
        <p:spPr>
          <a:xfrm>
            <a:off x="933025" y="592925"/>
            <a:ext cx="6305100" cy="767700"/>
          </a:xfrm>
          <a:prstGeom prst="rect">
            <a:avLst/>
          </a:prstGeom>
        </p:spPr>
        <p:txBody>
          <a:bodyPr spcFirstLastPara="1" wrap="square" lIns="91425" tIns="91425" rIns="91425" bIns="91425" anchor="b" anchorCtr="0">
            <a:noAutofit/>
          </a:bodyPr>
          <a:lstStyle/>
          <a:p>
            <a:pPr lvl="0"/>
            <a:r>
              <a:rPr lang="en-IN" dirty="0">
                <a:latin typeface="Calibri" panose="020F0502020204030204" pitchFamily="34" charset="0"/>
                <a:cs typeface="Calibri" panose="020F0502020204030204" pitchFamily="34" charset="0"/>
              </a:rPr>
              <a:t>Le </a:t>
            </a:r>
            <a:r>
              <a:rPr lang="en-IN" dirty="0" err="1">
                <a:latin typeface="Calibri" panose="020F0502020204030204" pitchFamily="34" charset="0"/>
                <a:cs typeface="Calibri" panose="020F0502020204030204" pitchFamily="34" charset="0"/>
              </a:rPr>
              <a:t>Chatelier’s</a:t>
            </a:r>
            <a:r>
              <a:rPr lang="en-IN" dirty="0">
                <a:latin typeface="Calibri" panose="020F0502020204030204" pitchFamily="34" charset="0"/>
                <a:cs typeface="Calibri" panose="020F0502020204030204" pitchFamily="34" charset="0"/>
              </a:rPr>
              <a:t> principle</a:t>
            </a:r>
          </a:p>
        </p:txBody>
      </p:sp>
      <p:sp>
        <p:nvSpPr>
          <p:cNvPr id="118" name="Google Shape;118;p26"/>
          <p:cNvSpPr txBox="1"/>
          <p:nvPr/>
        </p:nvSpPr>
        <p:spPr>
          <a:xfrm>
            <a:off x="702600" y="2028225"/>
            <a:ext cx="7330800" cy="2492100"/>
          </a:xfrm>
          <a:prstGeom prst="rect">
            <a:avLst/>
          </a:prstGeom>
          <a:noFill/>
          <a:ln>
            <a:noFill/>
          </a:ln>
        </p:spPr>
        <p:txBody>
          <a:bodyPr spcFirstLastPara="1" wrap="square" lIns="91425" tIns="91425" rIns="91425" bIns="91425" anchor="t" anchorCtr="0">
            <a:noAutofit/>
          </a:bodyPr>
          <a:lstStyle/>
          <a:p>
            <a:pPr marL="457200" lvl="0" indent="-342900">
              <a:lnSpc>
                <a:spcPct val="114000"/>
              </a:lnSpc>
              <a:buSzPts val="1800"/>
              <a:buFont typeface="Arial" panose="020B0604020202020204" pitchFamily="34" charset="0"/>
              <a:buChar char="•"/>
            </a:pPr>
            <a:r>
              <a:rPr lang="en-IN" sz="1600" dirty="0">
                <a:latin typeface="Calibri" panose="020F0502020204030204" pitchFamily="34" charset="0"/>
                <a:cs typeface="Calibri" panose="020F0502020204030204" pitchFamily="34" charset="0"/>
              </a:rPr>
              <a:t>The equilibrium is disturbed by factors such as change in concentration of reactants or products, changes in pressure and temperature. </a:t>
            </a:r>
          </a:p>
          <a:p>
            <a:pPr marL="457200" lvl="0" indent="-342900">
              <a:lnSpc>
                <a:spcPct val="114000"/>
              </a:lnSpc>
              <a:buSzPts val="1800"/>
              <a:buFont typeface="Arial" panose="020B0604020202020204" pitchFamily="34" charset="0"/>
              <a:buChar char="•"/>
            </a:pPr>
            <a:r>
              <a:rPr lang="en-IN" sz="1600" dirty="0">
                <a:latin typeface="Calibri" panose="020F0502020204030204" pitchFamily="34" charset="0"/>
                <a:cs typeface="Calibri" panose="020F0502020204030204" pitchFamily="34" charset="0"/>
              </a:rPr>
              <a:t>In such cases, when the concentration of products increases with respect to that of reactants, we say that the equilibrium has shifted to the right. </a:t>
            </a:r>
          </a:p>
          <a:p>
            <a:pPr marL="457200" lvl="0" indent="-342900">
              <a:lnSpc>
                <a:spcPct val="114000"/>
              </a:lnSpc>
              <a:buSzPts val="1800"/>
              <a:buFont typeface="Arial" panose="020B0604020202020204" pitchFamily="34" charset="0"/>
              <a:buChar char="•"/>
            </a:pPr>
            <a:r>
              <a:rPr lang="en-IN" sz="1600" dirty="0">
                <a:latin typeface="Calibri" panose="020F0502020204030204" pitchFamily="34" charset="0"/>
                <a:cs typeface="Calibri" panose="020F0502020204030204" pitchFamily="34" charset="0"/>
              </a:rPr>
              <a:t>Alternatively, when the concentration of products decreases with respect to that of reactants, we say that the equilibrium has shifted to the left.</a:t>
            </a:r>
          </a:p>
          <a:p>
            <a:pPr marL="457200" lvl="0" indent="-342900">
              <a:lnSpc>
                <a:spcPct val="114000"/>
              </a:lnSpc>
              <a:buSzPts val="1800"/>
              <a:buFont typeface="Arial" panose="020B0604020202020204" pitchFamily="34" charset="0"/>
              <a:buChar char="•"/>
            </a:pPr>
            <a:r>
              <a:rPr lang="en-IN" sz="1600" dirty="0">
                <a:latin typeface="Calibri" panose="020F0502020204030204" pitchFamily="34" charset="0"/>
                <a:cs typeface="Calibri" panose="020F0502020204030204" pitchFamily="34" charset="0"/>
              </a:rPr>
              <a:t>Le </a:t>
            </a:r>
            <a:r>
              <a:rPr lang="en-IN" sz="1600" dirty="0" err="1">
                <a:latin typeface="Calibri" panose="020F0502020204030204" pitchFamily="34" charset="0"/>
                <a:cs typeface="Calibri" panose="020F0502020204030204" pitchFamily="34" charset="0"/>
              </a:rPr>
              <a:t>Chatlelier’s</a:t>
            </a:r>
            <a:r>
              <a:rPr lang="en-IN" sz="1600" dirty="0">
                <a:latin typeface="Calibri" panose="020F0502020204030204" pitchFamily="34" charset="0"/>
                <a:cs typeface="Calibri" panose="020F0502020204030204" pitchFamily="34" charset="0"/>
              </a:rPr>
              <a:t> principle states that if one or more factors affect the position of the equilibrium, the position of equilibrium shifts in the direction that reduces the change.</a:t>
            </a:r>
          </a:p>
          <a:p>
            <a:pPr marL="457200" lvl="0" indent="-342900">
              <a:buSzPts val="1800"/>
              <a:buFont typeface="Arial" panose="020B0604020202020204" pitchFamily="34" charset="0"/>
              <a:buChar char="•"/>
            </a:pPr>
            <a:endParaRPr lang="en-IN" sz="1600" dirty="0">
              <a:latin typeface="Calibri" panose="020F0502020204030204" pitchFamily="34" charset="0"/>
              <a:cs typeface="Calibri" panose="020F0502020204030204" pitchFamily="34" charset="0"/>
            </a:endParaRPr>
          </a:p>
          <a:p>
            <a:pPr marL="285750" lvl="0" indent="-285750" algn="l" rtl="0">
              <a:spcBef>
                <a:spcPts val="1000"/>
              </a:spcBef>
              <a:spcAft>
                <a:spcPts val="0"/>
              </a:spcAft>
              <a:buFont typeface="Arial" panose="020B0604020202020204" pitchFamily="34" charset="0"/>
              <a:buChar char="•"/>
            </a:pPr>
            <a:endParaRPr sz="1600" dirty="0"/>
          </a:p>
          <a:p>
            <a:pPr marL="285750" lvl="0" indent="-285750" algn="l" rtl="0">
              <a:spcBef>
                <a:spcPts val="0"/>
              </a:spcBef>
              <a:spcAft>
                <a:spcPts val="0"/>
              </a:spcAft>
              <a:buFont typeface="Arial" panose="020B0604020202020204" pitchFamily="34" charset="0"/>
              <a:buChar char="•"/>
            </a:pPr>
            <a:endParaRPr sz="1600" dirty="0"/>
          </a:p>
          <a:p>
            <a:pPr marL="285750" lvl="0" indent="-285750" algn="l" rtl="0">
              <a:spcBef>
                <a:spcPts val="0"/>
              </a:spcBef>
              <a:spcAft>
                <a:spcPts val="0"/>
              </a:spcAft>
              <a:buFont typeface="Arial" panose="020B0604020202020204" pitchFamily="34" charset="0"/>
              <a:buChar char="•"/>
            </a:pPr>
            <a:endParaRPr sz="1600" dirty="0"/>
          </a:p>
        </p:txBody>
      </p:sp>
    </p:spTree>
    <p:extLst>
      <p:ext uri="{BB962C8B-B14F-4D97-AF65-F5344CB8AC3E}">
        <p14:creationId xmlns:p14="http://schemas.microsoft.com/office/powerpoint/2010/main" val="412929684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16"/>
        <p:cNvGrpSpPr/>
        <p:nvPr/>
      </p:nvGrpSpPr>
      <p:grpSpPr>
        <a:xfrm>
          <a:off x="0" y="0"/>
          <a:ext cx="0" cy="0"/>
          <a:chOff x="0" y="0"/>
          <a:chExt cx="0" cy="0"/>
        </a:xfrm>
      </p:grpSpPr>
      <p:sp>
        <p:nvSpPr>
          <p:cNvPr id="117" name="Google Shape;117;p26"/>
          <p:cNvSpPr txBox="1">
            <a:spLocks noGrp="1"/>
          </p:cNvSpPr>
          <p:nvPr>
            <p:ph type="title"/>
          </p:nvPr>
        </p:nvSpPr>
        <p:spPr>
          <a:xfrm>
            <a:off x="933025" y="592925"/>
            <a:ext cx="6305100" cy="767700"/>
          </a:xfrm>
          <a:prstGeom prst="rect">
            <a:avLst/>
          </a:prstGeom>
        </p:spPr>
        <p:txBody>
          <a:bodyPr spcFirstLastPara="1" wrap="square" lIns="91425" tIns="91425" rIns="91425" bIns="91425" anchor="b" anchorCtr="0">
            <a:noAutofit/>
          </a:bodyPr>
          <a:lstStyle/>
          <a:p>
            <a:pPr lvl="0"/>
            <a:r>
              <a:rPr lang="en-IN" sz="2800" dirty="0">
                <a:latin typeface="Calibri" panose="020F0502020204030204" pitchFamily="34" charset="0"/>
                <a:cs typeface="Calibri" panose="020F0502020204030204" pitchFamily="34" charset="0"/>
              </a:rPr>
              <a:t>Le </a:t>
            </a:r>
            <a:r>
              <a:rPr lang="en-IN" sz="2800" dirty="0" err="1">
                <a:latin typeface="Calibri" panose="020F0502020204030204" pitchFamily="34" charset="0"/>
                <a:cs typeface="Calibri" panose="020F0502020204030204" pitchFamily="34" charset="0"/>
              </a:rPr>
              <a:t>Chatelier’s</a:t>
            </a:r>
            <a:r>
              <a:rPr lang="en-IN" sz="2800" dirty="0">
                <a:latin typeface="Calibri" panose="020F0502020204030204" pitchFamily="34" charset="0"/>
                <a:cs typeface="Calibri" panose="020F0502020204030204" pitchFamily="34" charset="0"/>
              </a:rPr>
              <a:t> principle: Effect of change in concentration of reactants or products </a:t>
            </a:r>
          </a:p>
        </p:txBody>
      </p:sp>
      <p:sp>
        <p:nvSpPr>
          <p:cNvPr id="118" name="Google Shape;118;p26"/>
          <p:cNvSpPr txBox="1"/>
          <p:nvPr/>
        </p:nvSpPr>
        <p:spPr>
          <a:xfrm>
            <a:off x="702600" y="2028225"/>
            <a:ext cx="7330800" cy="2492100"/>
          </a:xfrm>
          <a:prstGeom prst="rect">
            <a:avLst/>
          </a:prstGeom>
          <a:noFill/>
          <a:ln>
            <a:noFill/>
          </a:ln>
        </p:spPr>
        <p:txBody>
          <a:bodyPr spcFirstLastPara="1" wrap="square" lIns="91425" tIns="91425" rIns="91425" bIns="91425" anchor="t" anchorCtr="0">
            <a:noAutofit/>
          </a:bodyPr>
          <a:lstStyle/>
          <a:p>
            <a:pPr marL="400050" lvl="0" indent="-285750">
              <a:lnSpc>
                <a:spcPct val="114000"/>
              </a:lnSpc>
              <a:spcBef>
                <a:spcPts val="600"/>
              </a:spcBef>
              <a:buSzPts val="1800"/>
              <a:buFont typeface="Arial" panose="020B0604020202020204" pitchFamily="34" charset="0"/>
              <a:buChar char="•"/>
            </a:pPr>
            <a:r>
              <a:rPr lang="en-IN" sz="1600" dirty="0">
                <a:latin typeface="Calibri" panose="020F0502020204030204" pitchFamily="34" charset="0"/>
                <a:cs typeface="Calibri" panose="020F0502020204030204" pitchFamily="34" charset="0"/>
              </a:rPr>
              <a:t>When the concentration of one or more reactants increases, the equilibrium of the system is disturbed. The system tries to oppose this change by shifting the equilibrium to the right, i.e., forming more products until the equilibrium is reached.</a:t>
            </a:r>
          </a:p>
          <a:p>
            <a:pPr marL="400050" lvl="0" indent="-285750">
              <a:lnSpc>
                <a:spcPct val="114000"/>
              </a:lnSpc>
              <a:spcBef>
                <a:spcPts val="600"/>
              </a:spcBef>
              <a:buSzPts val="1800"/>
              <a:buFont typeface="Arial" panose="020B0604020202020204" pitchFamily="34" charset="0"/>
              <a:buChar char="•"/>
            </a:pPr>
            <a:r>
              <a:rPr lang="en-IN" sz="1600" dirty="0">
                <a:latin typeface="Calibri" panose="020F0502020204030204" pitchFamily="34" charset="0"/>
                <a:cs typeface="Calibri" panose="020F0502020204030204" pitchFamily="34" charset="0"/>
              </a:rPr>
              <a:t>When the concentration of one or more products increases, the equilibrium of the system is disturbed. The system tries to oppose this change by shifting the equilibrium to the left, i.e., forming more reactants until the equilibrium is reached.</a:t>
            </a:r>
          </a:p>
          <a:p>
            <a:pPr marL="0" lvl="0" indent="0" algn="l" rtl="0">
              <a:lnSpc>
                <a:spcPct val="114000"/>
              </a:lnSpc>
              <a:spcBef>
                <a:spcPts val="600"/>
              </a:spcBef>
              <a:spcAft>
                <a:spcPts val="0"/>
              </a:spcAft>
              <a:buNone/>
            </a:pPr>
            <a:endParaRPr sz="1600" dirty="0"/>
          </a:p>
        </p:txBody>
      </p:sp>
    </p:spTree>
    <p:extLst>
      <p:ext uri="{BB962C8B-B14F-4D97-AF65-F5344CB8AC3E}">
        <p14:creationId xmlns:p14="http://schemas.microsoft.com/office/powerpoint/2010/main" val="371848411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16"/>
        <p:cNvGrpSpPr/>
        <p:nvPr/>
      </p:nvGrpSpPr>
      <p:grpSpPr>
        <a:xfrm>
          <a:off x="0" y="0"/>
          <a:ext cx="0" cy="0"/>
          <a:chOff x="0" y="0"/>
          <a:chExt cx="0" cy="0"/>
        </a:xfrm>
      </p:grpSpPr>
      <p:sp>
        <p:nvSpPr>
          <p:cNvPr id="117" name="Google Shape;117;p26"/>
          <p:cNvSpPr txBox="1">
            <a:spLocks noGrp="1"/>
          </p:cNvSpPr>
          <p:nvPr>
            <p:ph type="title"/>
          </p:nvPr>
        </p:nvSpPr>
        <p:spPr>
          <a:xfrm>
            <a:off x="933025" y="592925"/>
            <a:ext cx="6305100" cy="767700"/>
          </a:xfrm>
          <a:prstGeom prst="rect">
            <a:avLst/>
          </a:prstGeom>
        </p:spPr>
        <p:txBody>
          <a:bodyPr spcFirstLastPara="1" wrap="square" lIns="91425" tIns="91425" rIns="91425" bIns="91425" anchor="b" anchorCtr="0">
            <a:noAutofit/>
          </a:bodyPr>
          <a:lstStyle/>
          <a:p>
            <a:pPr lvl="0"/>
            <a:r>
              <a:rPr lang="en-IN" sz="2800" dirty="0">
                <a:latin typeface="Calibri" panose="020F0502020204030204" pitchFamily="34" charset="0"/>
                <a:cs typeface="Calibri" panose="020F0502020204030204" pitchFamily="34" charset="0"/>
              </a:rPr>
              <a:t>Le </a:t>
            </a:r>
            <a:r>
              <a:rPr lang="en-IN" sz="2800" dirty="0" err="1">
                <a:latin typeface="Calibri" panose="020F0502020204030204" pitchFamily="34" charset="0"/>
                <a:cs typeface="Calibri" panose="020F0502020204030204" pitchFamily="34" charset="0"/>
              </a:rPr>
              <a:t>Chatelier’s</a:t>
            </a:r>
            <a:r>
              <a:rPr lang="en-IN" sz="2800" dirty="0">
                <a:latin typeface="Calibri" panose="020F0502020204030204" pitchFamily="34" charset="0"/>
                <a:cs typeface="Calibri" panose="020F0502020204030204" pitchFamily="34" charset="0"/>
              </a:rPr>
              <a:t> principle: Effect of change in concentration of reactants or products </a:t>
            </a:r>
          </a:p>
        </p:txBody>
      </p:sp>
      <p:sp>
        <p:nvSpPr>
          <p:cNvPr id="118" name="Google Shape;118;p26"/>
          <p:cNvSpPr txBox="1"/>
          <p:nvPr/>
        </p:nvSpPr>
        <p:spPr>
          <a:xfrm>
            <a:off x="702600" y="1711702"/>
            <a:ext cx="7330800" cy="2492100"/>
          </a:xfrm>
          <a:prstGeom prst="rect">
            <a:avLst/>
          </a:prstGeom>
          <a:noFill/>
          <a:ln>
            <a:noFill/>
          </a:ln>
        </p:spPr>
        <p:txBody>
          <a:bodyPr spcFirstLastPara="1" wrap="square" lIns="91425" tIns="91425" rIns="91425" bIns="91425" anchor="t" anchorCtr="0">
            <a:noAutofit/>
          </a:bodyPr>
          <a:lstStyle/>
          <a:p>
            <a:pPr marL="400050" lvl="0" indent="-285750">
              <a:lnSpc>
                <a:spcPct val="114000"/>
              </a:lnSpc>
              <a:spcBef>
                <a:spcPts val="600"/>
              </a:spcBef>
              <a:buSzPts val="1800"/>
              <a:buFont typeface="Arial" panose="020B0604020202020204" pitchFamily="34" charset="0"/>
              <a:buChar char="•"/>
            </a:pPr>
            <a:r>
              <a:rPr lang="en-IN" sz="1600" dirty="0">
                <a:latin typeface="Calibri" panose="020F0502020204030204" pitchFamily="34" charset="0"/>
                <a:cs typeface="Calibri" panose="020F0502020204030204" pitchFamily="34" charset="0"/>
              </a:rPr>
              <a:t>Consider the following reaction,</a:t>
            </a:r>
          </a:p>
          <a:p>
            <a:pPr marL="114300" algn="ctr">
              <a:lnSpc>
                <a:spcPct val="114000"/>
              </a:lnSpc>
              <a:spcBef>
                <a:spcPts val="600"/>
              </a:spcBef>
              <a:buSzPts val="1800"/>
            </a:pPr>
            <a:r>
              <a:rPr lang="en-IN" sz="1600" dirty="0">
                <a:latin typeface="Calibri" panose="020F0502020204030204" pitchFamily="34" charset="0"/>
                <a:cs typeface="Calibri" panose="020F0502020204030204" pitchFamily="34" charset="0"/>
              </a:rPr>
              <a:t>CH</a:t>
            </a:r>
            <a:r>
              <a:rPr lang="en-IN" sz="1600" baseline="-25000" dirty="0">
                <a:latin typeface="Calibri" panose="020F0502020204030204" pitchFamily="34" charset="0"/>
                <a:cs typeface="Calibri" panose="020F0502020204030204" pitchFamily="34" charset="0"/>
              </a:rPr>
              <a:t>3</a:t>
            </a:r>
            <a:r>
              <a:rPr lang="en-IN" sz="1600" dirty="0">
                <a:latin typeface="Calibri" panose="020F0502020204030204" pitchFamily="34" charset="0"/>
                <a:cs typeface="Calibri" panose="020F0502020204030204" pitchFamily="34" charset="0"/>
              </a:rPr>
              <a:t>COOH (l) + C</a:t>
            </a:r>
            <a:r>
              <a:rPr lang="en-IN" sz="1600" baseline="-25000" dirty="0">
                <a:latin typeface="Calibri" panose="020F0502020204030204" pitchFamily="34" charset="0"/>
                <a:cs typeface="Calibri" panose="020F0502020204030204" pitchFamily="34" charset="0"/>
              </a:rPr>
              <a:t>2</a:t>
            </a:r>
            <a:r>
              <a:rPr lang="en-IN" sz="1600" dirty="0">
                <a:latin typeface="Calibri" panose="020F0502020204030204" pitchFamily="34" charset="0"/>
                <a:cs typeface="Calibri" panose="020F0502020204030204" pitchFamily="34" charset="0"/>
              </a:rPr>
              <a:t>H</a:t>
            </a:r>
            <a:r>
              <a:rPr lang="en-IN" sz="1600" baseline="-25000" dirty="0">
                <a:latin typeface="Calibri" panose="020F0502020204030204" pitchFamily="34" charset="0"/>
                <a:cs typeface="Calibri" panose="020F0502020204030204" pitchFamily="34" charset="0"/>
              </a:rPr>
              <a:t>5</a:t>
            </a:r>
            <a:r>
              <a:rPr lang="en-IN" sz="1600" dirty="0">
                <a:latin typeface="Calibri" panose="020F0502020204030204" pitchFamily="34" charset="0"/>
                <a:cs typeface="Calibri" panose="020F0502020204030204" pitchFamily="34" charset="0"/>
              </a:rPr>
              <a:t>OH (l) ⇋ CH</a:t>
            </a:r>
            <a:r>
              <a:rPr lang="en-IN" sz="1600" baseline="-25000" dirty="0">
                <a:latin typeface="Calibri" panose="020F0502020204030204" pitchFamily="34" charset="0"/>
                <a:cs typeface="Calibri" panose="020F0502020204030204" pitchFamily="34" charset="0"/>
              </a:rPr>
              <a:t>3</a:t>
            </a:r>
            <a:r>
              <a:rPr lang="en-IN" sz="1600" dirty="0">
                <a:latin typeface="Calibri" panose="020F0502020204030204" pitchFamily="34" charset="0"/>
                <a:cs typeface="Calibri" panose="020F0502020204030204" pitchFamily="34" charset="0"/>
              </a:rPr>
              <a:t>COOC</a:t>
            </a:r>
            <a:r>
              <a:rPr lang="en-IN" sz="1600" baseline="-25000" dirty="0">
                <a:latin typeface="Calibri" panose="020F0502020204030204" pitchFamily="34" charset="0"/>
                <a:cs typeface="Calibri" panose="020F0502020204030204" pitchFamily="34" charset="0"/>
              </a:rPr>
              <a:t>2</a:t>
            </a:r>
            <a:r>
              <a:rPr lang="en-IN" sz="1600" dirty="0">
                <a:latin typeface="Calibri" panose="020F0502020204030204" pitchFamily="34" charset="0"/>
                <a:cs typeface="Calibri" panose="020F0502020204030204" pitchFamily="34" charset="0"/>
              </a:rPr>
              <a:t>H</a:t>
            </a:r>
            <a:r>
              <a:rPr lang="en-IN" sz="1600" baseline="-25000" dirty="0">
                <a:latin typeface="Calibri" panose="020F0502020204030204" pitchFamily="34" charset="0"/>
                <a:cs typeface="Calibri" panose="020F0502020204030204" pitchFamily="34" charset="0"/>
              </a:rPr>
              <a:t>5</a:t>
            </a:r>
            <a:r>
              <a:rPr lang="en-IN" sz="1600" dirty="0">
                <a:latin typeface="Calibri" panose="020F0502020204030204" pitchFamily="34" charset="0"/>
                <a:cs typeface="Calibri" panose="020F0502020204030204" pitchFamily="34" charset="0"/>
              </a:rPr>
              <a:t> (l) + H</a:t>
            </a:r>
            <a:r>
              <a:rPr lang="en-IN" sz="1600" baseline="-25000" dirty="0">
                <a:latin typeface="Calibri" panose="020F0502020204030204" pitchFamily="34" charset="0"/>
                <a:cs typeface="Calibri" panose="020F0502020204030204" pitchFamily="34" charset="0"/>
              </a:rPr>
              <a:t>2</a:t>
            </a:r>
            <a:r>
              <a:rPr lang="en-IN" sz="1600" dirty="0">
                <a:latin typeface="Calibri" panose="020F0502020204030204" pitchFamily="34" charset="0"/>
                <a:cs typeface="Calibri" panose="020F0502020204030204" pitchFamily="34" charset="0"/>
              </a:rPr>
              <a:t>O (l)</a:t>
            </a:r>
          </a:p>
          <a:p>
            <a:pPr marL="412750" indent="-285750" algn="just">
              <a:lnSpc>
                <a:spcPct val="114000"/>
              </a:lnSpc>
              <a:spcBef>
                <a:spcPts val="600"/>
              </a:spcBef>
              <a:buFont typeface="Arial" panose="020B0604020202020204" pitchFamily="34" charset="0"/>
              <a:buChar char="•"/>
            </a:pPr>
            <a:r>
              <a:rPr lang="en-IN" sz="1600" dirty="0">
                <a:latin typeface="Calibri" panose="020F0502020204030204" pitchFamily="34" charset="0"/>
                <a:cs typeface="Calibri" panose="020F0502020204030204" pitchFamily="34" charset="0"/>
              </a:rPr>
              <a:t>When CH</a:t>
            </a:r>
            <a:r>
              <a:rPr lang="en-IN" sz="1600" baseline="-25000" dirty="0">
                <a:latin typeface="Calibri" panose="020F0502020204030204" pitchFamily="34" charset="0"/>
                <a:cs typeface="Calibri" panose="020F0502020204030204" pitchFamily="34" charset="0"/>
              </a:rPr>
              <a:t>3</a:t>
            </a:r>
            <a:r>
              <a:rPr lang="en-IN" sz="1600" dirty="0">
                <a:latin typeface="Calibri" panose="020F0502020204030204" pitchFamily="34" charset="0"/>
                <a:cs typeface="Calibri" panose="020F0502020204030204" pitchFamily="34" charset="0"/>
              </a:rPr>
              <a:t>COOH is added, the concentration of CH</a:t>
            </a:r>
            <a:r>
              <a:rPr lang="en-IN" sz="1600" baseline="-25000" dirty="0">
                <a:latin typeface="Calibri" panose="020F0502020204030204" pitchFamily="34" charset="0"/>
                <a:cs typeface="Calibri" panose="020F0502020204030204" pitchFamily="34" charset="0"/>
              </a:rPr>
              <a:t>3</a:t>
            </a:r>
            <a:r>
              <a:rPr lang="en-IN" sz="1600" dirty="0">
                <a:latin typeface="Calibri" panose="020F0502020204030204" pitchFamily="34" charset="0"/>
                <a:cs typeface="Calibri" panose="020F0502020204030204" pitchFamily="34" charset="0"/>
              </a:rPr>
              <a:t>COOH increases, the equilibrium shifts to right forming more products until the equilibrium is restored.</a:t>
            </a:r>
          </a:p>
          <a:p>
            <a:pPr marL="412750" indent="-285750" algn="just">
              <a:lnSpc>
                <a:spcPct val="114000"/>
              </a:lnSpc>
              <a:spcBef>
                <a:spcPts val="600"/>
              </a:spcBef>
              <a:buFont typeface="Arial" panose="020B0604020202020204" pitchFamily="34" charset="0"/>
              <a:buChar char="•"/>
            </a:pPr>
            <a:r>
              <a:rPr lang="en-IN" sz="1600" dirty="0">
                <a:latin typeface="Calibri" panose="020F0502020204030204" pitchFamily="34" charset="0"/>
                <a:cs typeface="Calibri" panose="020F0502020204030204" pitchFamily="34" charset="0"/>
              </a:rPr>
              <a:t>When H</a:t>
            </a:r>
            <a:r>
              <a:rPr lang="en-IN" sz="1600" baseline="-25000" dirty="0">
                <a:latin typeface="Calibri" panose="020F0502020204030204" pitchFamily="34" charset="0"/>
                <a:cs typeface="Calibri" panose="020F0502020204030204" pitchFamily="34" charset="0"/>
              </a:rPr>
              <a:t>2</a:t>
            </a:r>
            <a:r>
              <a:rPr lang="en-IN" sz="1600" dirty="0">
                <a:latin typeface="Calibri" panose="020F0502020204030204" pitchFamily="34" charset="0"/>
                <a:cs typeface="Calibri" panose="020F0502020204030204" pitchFamily="34" charset="0"/>
              </a:rPr>
              <a:t>O is added, the concentration of H</a:t>
            </a:r>
            <a:r>
              <a:rPr lang="en-IN" sz="1600" baseline="-25000" dirty="0">
                <a:latin typeface="Calibri" panose="020F0502020204030204" pitchFamily="34" charset="0"/>
                <a:cs typeface="Calibri" panose="020F0502020204030204" pitchFamily="34" charset="0"/>
              </a:rPr>
              <a:t>2</a:t>
            </a:r>
            <a:r>
              <a:rPr lang="en-IN" sz="1600" dirty="0">
                <a:latin typeface="Calibri" panose="020F0502020204030204" pitchFamily="34" charset="0"/>
                <a:cs typeface="Calibri" panose="020F0502020204030204" pitchFamily="34" charset="0"/>
              </a:rPr>
              <a:t>O increases, the equilibrium shifts to left forming more reactants until the equilibrium is restored. </a:t>
            </a:r>
          </a:p>
          <a:p>
            <a:pPr marL="412750" indent="-285750" algn="just">
              <a:lnSpc>
                <a:spcPct val="114000"/>
              </a:lnSpc>
              <a:spcBef>
                <a:spcPts val="600"/>
              </a:spcBef>
              <a:buFont typeface="Arial" panose="020B0604020202020204" pitchFamily="34" charset="0"/>
              <a:buChar char="•"/>
            </a:pPr>
            <a:r>
              <a:rPr lang="en-IN" sz="1600" dirty="0">
                <a:latin typeface="Calibri" panose="020F0502020204030204" pitchFamily="34" charset="0"/>
                <a:cs typeface="Calibri" panose="020F0502020204030204" pitchFamily="34" charset="0"/>
              </a:rPr>
              <a:t>When CH</a:t>
            </a:r>
            <a:r>
              <a:rPr lang="en-IN" sz="1600" baseline="-25000" dirty="0">
                <a:latin typeface="Calibri" panose="020F0502020204030204" pitchFamily="34" charset="0"/>
                <a:cs typeface="Calibri" panose="020F0502020204030204" pitchFamily="34" charset="0"/>
              </a:rPr>
              <a:t>3</a:t>
            </a:r>
            <a:r>
              <a:rPr lang="en-IN" sz="1600" dirty="0">
                <a:latin typeface="Calibri" panose="020F0502020204030204" pitchFamily="34" charset="0"/>
                <a:cs typeface="Calibri" panose="020F0502020204030204" pitchFamily="34" charset="0"/>
              </a:rPr>
              <a:t>COOC</a:t>
            </a:r>
            <a:r>
              <a:rPr lang="en-IN" sz="1600" baseline="-25000" dirty="0">
                <a:latin typeface="Calibri" panose="020F0502020204030204" pitchFamily="34" charset="0"/>
                <a:cs typeface="Calibri" panose="020F0502020204030204" pitchFamily="34" charset="0"/>
              </a:rPr>
              <a:t>2</a:t>
            </a:r>
            <a:r>
              <a:rPr lang="en-IN" sz="1600" dirty="0">
                <a:latin typeface="Calibri" panose="020F0502020204030204" pitchFamily="34" charset="0"/>
                <a:cs typeface="Calibri" panose="020F0502020204030204" pitchFamily="34" charset="0"/>
              </a:rPr>
              <a:t>H</a:t>
            </a:r>
            <a:r>
              <a:rPr lang="en-IN" sz="1600" baseline="-25000" dirty="0">
                <a:latin typeface="Calibri" panose="020F0502020204030204" pitchFamily="34" charset="0"/>
                <a:cs typeface="Calibri" panose="020F0502020204030204" pitchFamily="34" charset="0"/>
              </a:rPr>
              <a:t>5</a:t>
            </a:r>
            <a:r>
              <a:rPr lang="en-IN" sz="1600" dirty="0">
                <a:latin typeface="Calibri" panose="020F0502020204030204" pitchFamily="34" charset="0"/>
                <a:cs typeface="Calibri" panose="020F0502020204030204" pitchFamily="34" charset="0"/>
              </a:rPr>
              <a:t> is removed, the concentration of CH</a:t>
            </a:r>
            <a:r>
              <a:rPr lang="en-IN" sz="1600" baseline="-25000" dirty="0">
                <a:latin typeface="Calibri" panose="020F0502020204030204" pitchFamily="34" charset="0"/>
                <a:cs typeface="Calibri" panose="020F0502020204030204" pitchFamily="34" charset="0"/>
              </a:rPr>
              <a:t>3</a:t>
            </a:r>
            <a:r>
              <a:rPr lang="en-IN" sz="1600" dirty="0">
                <a:latin typeface="Calibri" panose="020F0502020204030204" pitchFamily="34" charset="0"/>
                <a:cs typeface="Calibri" panose="020F0502020204030204" pitchFamily="34" charset="0"/>
              </a:rPr>
              <a:t>COOC</a:t>
            </a:r>
            <a:r>
              <a:rPr lang="en-IN" sz="1600" baseline="-25000" dirty="0">
                <a:latin typeface="Calibri" panose="020F0502020204030204" pitchFamily="34" charset="0"/>
                <a:cs typeface="Calibri" panose="020F0502020204030204" pitchFamily="34" charset="0"/>
              </a:rPr>
              <a:t>2</a:t>
            </a:r>
            <a:r>
              <a:rPr lang="en-IN" sz="1600" dirty="0">
                <a:latin typeface="Calibri" panose="020F0502020204030204" pitchFamily="34" charset="0"/>
                <a:cs typeface="Calibri" panose="020F0502020204030204" pitchFamily="34" charset="0"/>
              </a:rPr>
              <a:t>H</a:t>
            </a:r>
            <a:r>
              <a:rPr lang="en-IN" sz="1600" baseline="-25000" dirty="0">
                <a:latin typeface="Calibri" panose="020F0502020204030204" pitchFamily="34" charset="0"/>
                <a:cs typeface="Calibri" panose="020F0502020204030204" pitchFamily="34" charset="0"/>
              </a:rPr>
              <a:t>5</a:t>
            </a:r>
            <a:r>
              <a:rPr lang="en-IN" sz="1600" dirty="0">
                <a:latin typeface="Calibri" panose="020F0502020204030204" pitchFamily="34" charset="0"/>
                <a:cs typeface="Calibri" panose="020F0502020204030204" pitchFamily="34" charset="0"/>
              </a:rPr>
              <a:t> reduces, the equilibrium shifts to right to produce more CH</a:t>
            </a:r>
            <a:r>
              <a:rPr lang="en-IN" sz="1600" baseline="-25000" dirty="0">
                <a:latin typeface="Calibri" panose="020F0502020204030204" pitchFamily="34" charset="0"/>
                <a:cs typeface="Calibri" panose="020F0502020204030204" pitchFamily="34" charset="0"/>
              </a:rPr>
              <a:t>3</a:t>
            </a:r>
            <a:r>
              <a:rPr lang="en-IN" sz="1600" dirty="0">
                <a:latin typeface="Calibri" panose="020F0502020204030204" pitchFamily="34" charset="0"/>
                <a:cs typeface="Calibri" panose="020F0502020204030204" pitchFamily="34" charset="0"/>
              </a:rPr>
              <a:t>COOC</a:t>
            </a:r>
            <a:r>
              <a:rPr lang="en-IN" sz="1600" baseline="-25000" dirty="0">
                <a:latin typeface="Calibri" panose="020F0502020204030204" pitchFamily="34" charset="0"/>
                <a:cs typeface="Calibri" panose="020F0502020204030204" pitchFamily="34" charset="0"/>
              </a:rPr>
              <a:t>2</a:t>
            </a:r>
            <a:r>
              <a:rPr lang="en-IN" sz="1600" dirty="0">
                <a:latin typeface="Calibri" panose="020F0502020204030204" pitchFamily="34" charset="0"/>
                <a:cs typeface="Calibri" panose="020F0502020204030204" pitchFamily="34" charset="0"/>
              </a:rPr>
              <a:t>H</a:t>
            </a:r>
            <a:r>
              <a:rPr lang="en-IN" sz="1600" baseline="-25000" dirty="0">
                <a:latin typeface="Calibri" panose="020F0502020204030204" pitchFamily="34" charset="0"/>
                <a:cs typeface="Calibri" panose="020F0502020204030204" pitchFamily="34" charset="0"/>
              </a:rPr>
              <a:t>5</a:t>
            </a:r>
            <a:r>
              <a:rPr lang="en-IN" sz="1600" dirty="0">
                <a:latin typeface="Calibri" panose="020F0502020204030204" pitchFamily="34" charset="0"/>
                <a:cs typeface="Calibri" panose="020F0502020204030204" pitchFamily="34" charset="0"/>
              </a:rPr>
              <a:t> and H</a:t>
            </a:r>
            <a:r>
              <a:rPr lang="en-IN" sz="1600" baseline="-25000" dirty="0">
                <a:latin typeface="Calibri" panose="020F0502020204030204" pitchFamily="34" charset="0"/>
                <a:cs typeface="Calibri" panose="020F0502020204030204" pitchFamily="34" charset="0"/>
              </a:rPr>
              <a:t>2</a:t>
            </a:r>
            <a:r>
              <a:rPr lang="en-IN" sz="1600" dirty="0">
                <a:latin typeface="Calibri" panose="020F0502020204030204" pitchFamily="34" charset="0"/>
                <a:cs typeface="Calibri" panose="020F0502020204030204" pitchFamily="34" charset="0"/>
              </a:rPr>
              <a:t>O until the equilibrium is restored. </a:t>
            </a:r>
            <a:endParaRPr sz="1600" dirty="0"/>
          </a:p>
          <a:p>
            <a:pPr marL="0" lvl="0" indent="0" algn="l" rtl="0">
              <a:lnSpc>
                <a:spcPct val="114000"/>
              </a:lnSpc>
              <a:spcBef>
                <a:spcPts val="600"/>
              </a:spcBef>
              <a:spcAft>
                <a:spcPts val="0"/>
              </a:spcAft>
              <a:buNone/>
            </a:pPr>
            <a:endParaRPr sz="1600" dirty="0"/>
          </a:p>
        </p:txBody>
      </p:sp>
    </p:spTree>
    <p:extLst>
      <p:ext uri="{BB962C8B-B14F-4D97-AF65-F5344CB8AC3E}">
        <p14:creationId xmlns:p14="http://schemas.microsoft.com/office/powerpoint/2010/main" val="23409312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16"/>
        <p:cNvGrpSpPr/>
        <p:nvPr/>
      </p:nvGrpSpPr>
      <p:grpSpPr>
        <a:xfrm>
          <a:off x="0" y="0"/>
          <a:ext cx="0" cy="0"/>
          <a:chOff x="0" y="0"/>
          <a:chExt cx="0" cy="0"/>
        </a:xfrm>
      </p:grpSpPr>
      <p:sp>
        <p:nvSpPr>
          <p:cNvPr id="117" name="Google Shape;117;p26"/>
          <p:cNvSpPr txBox="1">
            <a:spLocks noGrp="1"/>
          </p:cNvSpPr>
          <p:nvPr>
            <p:ph type="title"/>
          </p:nvPr>
        </p:nvSpPr>
        <p:spPr>
          <a:xfrm>
            <a:off x="933025" y="592925"/>
            <a:ext cx="6305100" cy="767700"/>
          </a:xfrm>
          <a:prstGeom prst="rect">
            <a:avLst/>
          </a:prstGeom>
        </p:spPr>
        <p:txBody>
          <a:bodyPr spcFirstLastPara="1" wrap="square" lIns="91425" tIns="91425" rIns="91425" bIns="91425" anchor="b" anchorCtr="0">
            <a:noAutofit/>
          </a:bodyPr>
          <a:lstStyle/>
          <a:p>
            <a:pPr lvl="0"/>
            <a:r>
              <a:rPr lang="en-IN" sz="2800" dirty="0">
                <a:latin typeface="Calibri" panose="020F0502020204030204" pitchFamily="34" charset="0"/>
                <a:cs typeface="Calibri" panose="020F0502020204030204" pitchFamily="34" charset="0"/>
              </a:rPr>
              <a:t>Le </a:t>
            </a:r>
            <a:r>
              <a:rPr lang="en-IN" sz="2800" dirty="0" err="1">
                <a:latin typeface="Calibri" panose="020F0502020204030204" pitchFamily="34" charset="0"/>
                <a:cs typeface="Calibri" panose="020F0502020204030204" pitchFamily="34" charset="0"/>
              </a:rPr>
              <a:t>Chatelier’s</a:t>
            </a:r>
            <a:r>
              <a:rPr lang="en-IN" sz="2800" dirty="0">
                <a:latin typeface="Calibri" panose="020F0502020204030204" pitchFamily="34" charset="0"/>
                <a:cs typeface="Calibri" panose="020F0502020204030204" pitchFamily="34" charset="0"/>
              </a:rPr>
              <a:t> principle: Effect of change in pressure</a:t>
            </a:r>
          </a:p>
        </p:txBody>
      </p:sp>
      <p:sp>
        <p:nvSpPr>
          <p:cNvPr id="118" name="Google Shape;118;p26"/>
          <p:cNvSpPr txBox="1"/>
          <p:nvPr/>
        </p:nvSpPr>
        <p:spPr>
          <a:xfrm>
            <a:off x="702600" y="2028225"/>
            <a:ext cx="7330800" cy="2492100"/>
          </a:xfrm>
          <a:prstGeom prst="rect">
            <a:avLst/>
          </a:prstGeom>
          <a:noFill/>
          <a:ln>
            <a:noFill/>
          </a:ln>
        </p:spPr>
        <p:txBody>
          <a:bodyPr spcFirstLastPara="1" wrap="square" lIns="91425" tIns="91425" rIns="91425" bIns="91425" anchor="t" anchorCtr="0">
            <a:noAutofit/>
          </a:bodyPr>
          <a:lstStyle/>
          <a:p>
            <a:pPr marL="457200" lvl="0" indent="-342900">
              <a:lnSpc>
                <a:spcPct val="114000"/>
              </a:lnSpc>
              <a:spcBef>
                <a:spcPts val="600"/>
              </a:spcBef>
              <a:buSzPts val="1800"/>
              <a:buFont typeface="Arial" panose="020B0604020202020204" pitchFamily="34" charset="0"/>
              <a:buChar char="•"/>
            </a:pPr>
            <a:r>
              <a:rPr lang="en-IN" sz="1600" dirty="0">
                <a:latin typeface="Calibri" panose="020F0502020204030204" pitchFamily="34" charset="0"/>
                <a:cs typeface="Calibri" panose="020F0502020204030204" pitchFamily="34" charset="0"/>
              </a:rPr>
              <a:t>Change in pressure disturbs the equilibrium when at least one of reactant or product is in gaseous state. This is because solids and liquids are not compressible, but gases are compressible. </a:t>
            </a:r>
          </a:p>
          <a:p>
            <a:pPr marL="457200" lvl="0" indent="-342900">
              <a:lnSpc>
                <a:spcPct val="114000"/>
              </a:lnSpc>
              <a:spcBef>
                <a:spcPts val="600"/>
              </a:spcBef>
              <a:buSzPts val="1800"/>
              <a:buFont typeface="Arial" panose="020B0604020202020204" pitchFamily="34" charset="0"/>
              <a:buChar char="•"/>
            </a:pPr>
            <a:r>
              <a:rPr lang="en-IN" sz="1600" dirty="0">
                <a:latin typeface="Calibri" panose="020F0502020204030204" pitchFamily="34" charset="0"/>
                <a:cs typeface="Calibri" panose="020F0502020204030204" pitchFamily="34" charset="0"/>
              </a:rPr>
              <a:t>A high pressure for gas means more particles in a given volume, that is, a higher concentration. A low pressure for gas means less particles in a given volume, that is, lower concentration. </a:t>
            </a:r>
          </a:p>
          <a:p>
            <a:pPr marL="457200" lvl="0" indent="-342900">
              <a:lnSpc>
                <a:spcPct val="114000"/>
              </a:lnSpc>
              <a:spcBef>
                <a:spcPts val="600"/>
              </a:spcBef>
              <a:buSzPts val="1800"/>
              <a:buFont typeface="Arial" panose="020B0604020202020204" pitchFamily="34" charset="0"/>
              <a:buChar char="•"/>
            </a:pPr>
            <a:r>
              <a:rPr lang="en-IN" sz="1600" dirty="0">
                <a:latin typeface="Calibri" panose="020F0502020204030204" pitchFamily="34" charset="0"/>
                <a:cs typeface="Calibri" panose="020F0502020204030204" pitchFamily="34" charset="0"/>
              </a:rPr>
              <a:t>When pressure increases at constant temperature, the molecules are compressed. The position of equilibrium shifts to oppose this change. It shifts in a direction to reduce the number of molecules. </a:t>
            </a:r>
          </a:p>
          <a:p>
            <a:pPr marL="400050" lvl="0" indent="-285750">
              <a:lnSpc>
                <a:spcPct val="114000"/>
              </a:lnSpc>
              <a:spcBef>
                <a:spcPts val="600"/>
              </a:spcBef>
              <a:buSzPts val="1800"/>
              <a:buFont typeface="Arial" panose="020B0604020202020204" pitchFamily="34" charset="0"/>
              <a:buChar char="•"/>
            </a:pPr>
            <a:endParaRPr sz="1600" dirty="0"/>
          </a:p>
          <a:p>
            <a:pPr marL="285750" lvl="0" indent="-285750" algn="l" rtl="0">
              <a:lnSpc>
                <a:spcPct val="114000"/>
              </a:lnSpc>
              <a:spcBef>
                <a:spcPts val="600"/>
              </a:spcBef>
              <a:spcAft>
                <a:spcPts val="0"/>
              </a:spcAft>
              <a:buFont typeface="Arial" panose="020B0604020202020204" pitchFamily="34" charset="0"/>
              <a:buChar char="•"/>
            </a:pPr>
            <a:endParaRPr sz="1600" dirty="0"/>
          </a:p>
          <a:p>
            <a:pPr marL="285750" lvl="0" indent="-285750" algn="l" rtl="0">
              <a:lnSpc>
                <a:spcPct val="114000"/>
              </a:lnSpc>
              <a:spcBef>
                <a:spcPts val="600"/>
              </a:spcBef>
              <a:spcAft>
                <a:spcPts val="0"/>
              </a:spcAft>
              <a:buFont typeface="Arial" panose="020B0604020202020204" pitchFamily="34" charset="0"/>
              <a:buChar char="•"/>
            </a:pPr>
            <a:endParaRPr sz="1600" dirty="0"/>
          </a:p>
        </p:txBody>
      </p:sp>
    </p:spTree>
    <p:extLst>
      <p:ext uri="{BB962C8B-B14F-4D97-AF65-F5344CB8AC3E}">
        <p14:creationId xmlns:p14="http://schemas.microsoft.com/office/powerpoint/2010/main" val="357924631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22"/>
        <p:cNvGrpSpPr/>
        <p:nvPr/>
      </p:nvGrpSpPr>
      <p:grpSpPr>
        <a:xfrm>
          <a:off x="0" y="0"/>
          <a:ext cx="0" cy="0"/>
          <a:chOff x="0" y="0"/>
          <a:chExt cx="0" cy="0"/>
        </a:xfrm>
      </p:grpSpPr>
      <p:sp>
        <p:nvSpPr>
          <p:cNvPr id="123" name="Google Shape;123;p27"/>
          <p:cNvSpPr txBox="1">
            <a:spLocks noGrp="1"/>
          </p:cNvSpPr>
          <p:nvPr>
            <p:ph type="title"/>
          </p:nvPr>
        </p:nvSpPr>
        <p:spPr>
          <a:xfrm>
            <a:off x="662950" y="198850"/>
            <a:ext cx="3362400" cy="1001700"/>
          </a:xfrm>
          <a:prstGeom prst="rect">
            <a:avLst/>
          </a:prstGeom>
        </p:spPr>
        <p:txBody>
          <a:bodyPr spcFirstLastPara="1" wrap="square" lIns="91425" tIns="91425" rIns="91425" bIns="91425" anchor="ctr" anchorCtr="0">
            <a:noAutofit/>
          </a:bodyPr>
          <a:lstStyle/>
          <a:p>
            <a:pPr lvl="0"/>
            <a:r>
              <a:rPr lang="en-IN" sz="2400" dirty="0">
                <a:latin typeface="Calibri" panose="020F0502020204030204" pitchFamily="34" charset="0"/>
                <a:cs typeface="Calibri" panose="020F0502020204030204" pitchFamily="34" charset="0"/>
              </a:rPr>
              <a:t>Le </a:t>
            </a:r>
            <a:r>
              <a:rPr lang="en-IN" sz="2400" dirty="0" err="1">
                <a:latin typeface="Calibri" panose="020F0502020204030204" pitchFamily="34" charset="0"/>
                <a:cs typeface="Calibri" panose="020F0502020204030204" pitchFamily="34" charset="0"/>
              </a:rPr>
              <a:t>Chatelier’s</a:t>
            </a:r>
            <a:r>
              <a:rPr lang="en-IN" sz="2400" dirty="0">
                <a:latin typeface="Calibri" panose="020F0502020204030204" pitchFamily="34" charset="0"/>
                <a:cs typeface="Calibri" panose="020F0502020204030204" pitchFamily="34" charset="0"/>
              </a:rPr>
              <a:t> principle: Effect of change in pressure</a:t>
            </a:r>
            <a:endParaRPr sz="2400" dirty="0">
              <a:latin typeface="Calibri" panose="020F0502020204030204" pitchFamily="34" charset="0"/>
              <a:cs typeface="Calibri" panose="020F0502020204030204" pitchFamily="34" charset="0"/>
            </a:endParaRPr>
          </a:p>
        </p:txBody>
      </p:sp>
      <p:sp>
        <p:nvSpPr>
          <p:cNvPr id="124" name="Google Shape;124;p27"/>
          <p:cNvSpPr txBox="1">
            <a:spLocks noGrp="1"/>
          </p:cNvSpPr>
          <p:nvPr>
            <p:ph type="body" idx="2"/>
          </p:nvPr>
        </p:nvSpPr>
        <p:spPr>
          <a:xfrm>
            <a:off x="4706111" y="349061"/>
            <a:ext cx="4239669" cy="3695100"/>
          </a:xfrm>
          <a:prstGeom prst="rect">
            <a:avLst/>
          </a:prstGeom>
        </p:spPr>
        <p:txBody>
          <a:bodyPr spcFirstLastPara="1" wrap="square" lIns="91425" tIns="91425" rIns="91425" bIns="91425" anchor="t" anchorCtr="0">
            <a:noAutofit/>
          </a:bodyPr>
          <a:lstStyle/>
          <a:p>
            <a:pPr lvl="0">
              <a:spcBef>
                <a:spcPts val="600"/>
              </a:spcBef>
              <a:buFont typeface="Arial" panose="020B0604020202020204" pitchFamily="34" charset="0"/>
              <a:buChar char="•"/>
            </a:pPr>
            <a:r>
              <a:rPr lang="en-IN" sz="1600" dirty="0">
                <a:latin typeface="Calibri" panose="020F0502020204030204" pitchFamily="34" charset="0"/>
                <a:cs typeface="Calibri" panose="020F0502020204030204" pitchFamily="34" charset="0"/>
              </a:rPr>
              <a:t>Consider the following reaction,</a:t>
            </a:r>
          </a:p>
          <a:p>
            <a:pPr marL="114300" indent="0" algn="ctr">
              <a:spcBef>
                <a:spcPts val="600"/>
              </a:spcBef>
              <a:buNone/>
            </a:pPr>
            <a:r>
              <a:rPr lang="en-IN" sz="1600" dirty="0">
                <a:solidFill>
                  <a:schemeClr val="bg1"/>
                </a:solidFill>
                <a:latin typeface="Calibri" panose="020F0502020204030204" pitchFamily="34" charset="0"/>
                <a:cs typeface="Calibri" panose="020F0502020204030204" pitchFamily="34" charset="0"/>
              </a:rPr>
              <a:t>N</a:t>
            </a:r>
            <a:r>
              <a:rPr lang="en-IN" sz="1600" baseline="-25000" dirty="0">
                <a:solidFill>
                  <a:schemeClr val="bg1"/>
                </a:solidFill>
                <a:latin typeface="Calibri" panose="020F0502020204030204" pitchFamily="34" charset="0"/>
                <a:cs typeface="Calibri" panose="020F0502020204030204" pitchFamily="34" charset="0"/>
              </a:rPr>
              <a:t>2</a:t>
            </a:r>
            <a:r>
              <a:rPr lang="en-IN" sz="1600" dirty="0">
                <a:solidFill>
                  <a:schemeClr val="bg1"/>
                </a:solidFill>
                <a:latin typeface="Calibri" panose="020F0502020204030204" pitchFamily="34" charset="0"/>
                <a:cs typeface="Calibri" panose="020F0502020204030204" pitchFamily="34" charset="0"/>
              </a:rPr>
              <a:t> (g) + 3H</a:t>
            </a:r>
            <a:r>
              <a:rPr lang="en-IN" sz="1600" baseline="-25000" dirty="0">
                <a:solidFill>
                  <a:schemeClr val="bg1"/>
                </a:solidFill>
                <a:latin typeface="Calibri" panose="020F0502020204030204" pitchFamily="34" charset="0"/>
                <a:cs typeface="Calibri" panose="020F0502020204030204" pitchFamily="34" charset="0"/>
              </a:rPr>
              <a:t>2</a:t>
            </a:r>
            <a:r>
              <a:rPr lang="en-IN" sz="1600" dirty="0">
                <a:solidFill>
                  <a:schemeClr val="bg1"/>
                </a:solidFill>
                <a:latin typeface="Calibri" panose="020F0502020204030204" pitchFamily="34" charset="0"/>
                <a:cs typeface="Calibri" panose="020F0502020204030204" pitchFamily="34" charset="0"/>
              </a:rPr>
              <a:t> (g) ⇋ 2NH</a:t>
            </a:r>
            <a:r>
              <a:rPr lang="en-IN" sz="1600" baseline="-25000" dirty="0">
                <a:solidFill>
                  <a:schemeClr val="bg1"/>
                </a:solidFill>
                <a:latin typeface="Calibri" panose="020F0502020204030204" pitchFamily="34" charset="0"/>
                <a:cs typeface="Calibri" panose="020F0502020204030204" pitchFamily="34" charset="0"/>
              </a:rPr>
              <a:t>3</a:t>
            </a:r>
            <a:r>
              <a:rPr lang="en-IN" sz="1600" dirty="0">
                <a:solidFill>
                  <a:schemeClr val="bg1"/>
                </a:solidFill>
                <a:latin typeface="Calibri" panose="020F0502020204030204" pitchFamily="34" charset="0"/>
                <a:cs typeface="Calibri" panose="020F0502020204030204" pitchFamily="34" charset="0"/>
              </a:rPr>
              <a:t> (g)</a:t>
            </a:r>
            <a:endParaRPr lang="en-IN" sz="1600" dirty="0">
              <a:latin typeface="Calibri" panose="020F0502020204030204" pitchFamily="34" charset="0"/>
              <a:cs typeface="Calibri" panose="020F0502020204030204" pitchFamily="34" charset="0"/>
            </a:endParaRPr>
          </a:p>
          <a:p>
            <a:pPr lvl="0">
              <a:spcBef>
                <a:spcPts val="600"/>
              </a:spcBef>
              <a:buFont typeface="Arial" panose="020B0604020202020204" pitchFamily="34" charset="0"/>
              <a:buChar char="•"/>
            </a:pPr>
            <a:r>
              <a:rPr lang="en-IN" sz="1600" dirty="0">
                <a:latin typeface="Calibri" panose="020F0502020204030204" pitchFamily="34" charset="0"/>
                <a:cs typeface="Calibri" panose="020F0502020204030204" pitchFamily="34" charset="0"/>
              </a:rPr>
              <a:t>When the pressure increases at constant temperature, the equilibrium shifts to the right to oppose the change. The reactant side has 4 moles, whereas the product side has only 2 moles. More NH</a:t>
            </a:r>
            <a:r>
              <a:rPr lang="en-IN" sz="1600" baseline="-25000" dirty="0">
                <a:latin typeface="Calibri" panose="020F0502020204030204" pitchFamily="34" charset="0"/>
                <a:cs typeface="Calibri" panose="020F0502020204030204" pitchFamily="34" charset="0"/>
              </a:rPr>
              <a:t>3</a:t>
            </a:r>
            <a:r>
              <a:rPr lang="en-IN" sz="1600" dirty="0">
                <a:latin typeface="Calibri" panose="020F0502020204030204" pitchFamily="34" charset="0"/>
                <a:cs typeface="Calibri" panose="020F0502020204030204" pitchFamily="34" charset="0"/>
              </a:rPr>
              <a:t> molecules are formed.</a:t>
            </a:r>
          </a:p>
          <a:p>
            <a:pPr>
              <a:spcBef>
                <a:spcPts val="600"/>
              </a:spcBef>
              <a:buFont typeface="Arial" panose="020B0604020202020204" pitchFamily="34" charset="0"/>
              <a:buChar char="•"/>
            </a:pPr>
            <a:r>
              <a:rPr lang="en-IN" sz="1600" dirty="0">
                <a:solidFill>
                  <a:schemeClr val="bg1"/>
                </a:solidFill>
                <a:latin typeface="Calibri" panose="020F0502020204030204" pitchFamily="34" charset="0"/>
                <a:cs typeface="Calibri" panose="020F0502020204030204" pitchFamily="34" charset="0"/>
              </a:rPr>
              <a:t>When the pressure decreases at constant temperature, the equilibrium shifts to the left to oppose the change. More gaseous molecules are formed to increase the pressure. Hence, more nitrogen and hydrogen molecules are formed.</a:t>
            </a:r>
          </a:p>
          <a:p>
            <a:pPr lvl="0">
              <a:spcBef>
                <a:spcPts val="600"/>
              </a:spcBef>
              <a:buFont typeface="Arial" panose="020B0604020202020204" pitchFamily="34" charset="0"/>
              <a:buChar char="•"/>
            </a:pPr>
            <a:endParaRPr lang="en-IN" sz="1600" dirty="0">
              <a:latin typeface="Calibri" panose="020F0502020204030204" pitchFamily="34" charset="0"/>
              <a:cs typeface="Calibri" panose="020F0502020204030204" pitchFamily="34" charset="0"/>
            </a:endParaRPr>
          </a:p>
          <a:p>
            <a:pPr lvl="0" algn="l" rtl="0">
              <a:spcBef>
                <a:spcPts val="600"/>
              </a:spcBef>
              <a:spcAft>
                <a:spcPts val="0"/>
              </a:spcAft>
              <a:buSzPts val="1800"/>
              <a:buFont typeface="Arial" panose="020B0604020202020204" pitchFamily="34" charset="0"/>
              <a:buChar char="•"/>
            </a:pPr>
            <a:endParaRPr sz="2000" dirty="0">
              <a:latin typeface="Calibri" panose="020F0502020204030204" pitchFamily="34" charset="0"/>
              <a:cs typeface="Calibri" panose="020F0502020204030204" pitchFamily="34" charset="0"/>
            </a:endParaRPr>
          </a:p>
        </p:txBody>
      </p:sp>
      <p:sp>
        <p:nvSpPr>
          <p:cNvPr id="126" name="Google Shape;126;p27"/>
          <p:cNvSpPr txBox="1"/>
          <p:nvPr/>
        </p:nvSpPr>
        <p:spPr>
          <a:xfrm>
            <a:off x="2155371" y="4546950"/>
            <a:ext cx="2179454" cy="278400"/>
          </a:xfrm>
          <a:prstGeom prst="rect">
            <a:avLst/>
          </a:prstGeom>
          <a:noFill/>
          <a:ln>
            <a:noFill/>
          </a:ln>
        </p:spPr>
        <p:txBody>
          <a:bodyPr spcFirstLastPara="1" wrap="square" lIns="91425" tIns="91425" rIns="91425" bIns="91425" anchor="t" anchorCtr="0">
            <a:noAutofit/>
          </a:bodyPr>
          <a:lstStyle/>
          <a:p>
            <a:pPr lvl="0"/>
            <a:r>
              <a:rPr lang="en-IN" sz="1100" dirty="0">
                <a:solidFill>
                  <a:srgbClr val="666666"/>
                </a:solidFill>
              </a:rPr>
              <a:t>Effect of pressure in equilibrium</a:t>
            </a:r>
            <a:endParaRPr sz="1100" dirty="0">
              <a:solidFill>
                <a:srgbClr val="666666"/>
              </a:solidFill>
            </a:endParaRPr>
          </a:p>
        </p:txBody>
      </p:sp>
      <p:pic>
        <p:nvPicPr>
          <p:cNvPr id="3" name="Picture 2">
            <a:extLst>
              <a:ext uri="{FF2B5EF4-FFF2-40B4-BE49-F238E27FC236}">
                <a16:creationId xmlns:a16="http://schemas.microsoft.com/office/drawing/2014/main" id="{E8762B12-23EA-4587-9938-B992A36AF1EA}"/>
              </a:ext>
            </a:extLst>
          </p:cNvPr>
          <p:cNvPicPr>
            <a:picLocks noChangeAspect="1"/>
          </p:cNvPicPr>
          <p:nvPr/>
        </p:nvPicPr>
        <p:blipFill>
          <a:blip r:embed="rId3"/>
          <a:stretch>
            <a:fillRect/>
          </a:stretch>
        </p:blipFill>
        <p:spPr>
          <a:xfrm>
            <a:off x="44537" y="1738517"/>
            <a:ext cx="4437888" cy="2456688"/>
          </a:xfrm>
          <a:prstGeom prst="rect">
            <a:avLst/>
          </a:prstGeom>
        </p:spPr>
      </p:pic>
    </p:spTree>
    <p:extLst>
      <p:ext uri="{BB962C8B-B14F-4D97-AF65-F5344CB8AC3E}">
        <p14:creationId xmlns:p14="http://schemas.microsoft.com/office/powerpoint/2010/main" val="253034504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16"/>
        <p:cNvGrpSpPr/>
        <p:nvPr/>
      </p:nvGrpSpPr>
      <p:grpSpPr>
        <a:xfrm>
          <a:off x="0" y="0"/>
          <a:ext cx="0" cy="0"/>
          <a:chOff x="0" y="0"/>
          <a:chExt cx="0" cy="0"/>
        </a:xfrm>
      </p:grpSpPr>
      <p:sp>
        <p:nvSpPr>
          <p:cNvPr id="117" name="Google Shape;117;p26"/>
          <p:cNvSpPr txBox="1">
            <a:spLocks noGrp="1"/>
          </p:cNvSpPr>
          <p:nvPr>
            <p:ph type="title"/>
          </p:nvPr>
        </p:nvSpPr>
        <p:spPr>
          <a:xfrm>
            <a:off x="933025" y="592925"/>
            <a:ext cx="6305100" cy="767700"/>
          </a:xfrm>
          <a:prstGeom prst="rect">
            <a:avLst/>
          </a:prstGeom>
        </p:spPr>
        <p:txBody>
          <a:bodyPr spcFirstLastPara="1" wrap="square" lIns="91425" tIns="91425" rIns="91425" bIns="91425" anchor="b" anchorCtr="0">
            <a:noAutofit/>
          </a:bodyPr>
          <a:lstStyle/>
          <a:p>
            <a:pPr lvl="0"/>
            <a:r>
              <a:rPr lang="en-IN" sz="2800" dirty="0">
                <a:latin typeface="Calibri" panose="020F0502020204030204" pitchFamily="34" charset="0"/>
                <a:cs typeface="Calibri" panose="020F0502020204030204" pitchFamily="34" charset="0"/>
              </a:rPr>
              <a:t>Le </a:t>
            </a:r>
            <a:r>
              <a:rPr lang="en-IN" sz="2800" dirty="0" err="1">
                <a:latin typeface="Calibri" panose="020F0502020204030204" pitchFamily="34" charset="0"/>
                <a:cs typeface="Calibri" panose="020F0502020204030204" pitchFamily="34" charset="0"/>
              </a:rPr>
              <a:t>Chatelier’s</a:t>
            </a:r>
            <a:r>
              <a:rPr lang="en-IN" sz="2800" dirty="0">
                <a:latin typeface="Calibri" panose="020F0502020204030204" pitchFamily="34" charset="0"/>
                <a:cs typeface="Calibri" panose="020F0502020204030204" pitchFamily="34" charset="0"/>
              </a:rPr>
              <a:t> principle: Effect of change in pressure</a:t>
            </a:r>
          </a:p>
        </p:txBody>
      </p:sp>
      <p:sp>
        <p:nvSpPr>
          <p:cNvPr id="118" name="Google Shape;118;p26"/>
          <p:cNvSpPr txBox="1"/>
          <p:nvPr/>
        </p:nvSpPr>
        <p:spPr>
          <a:xfrm>
            <a:off x="702600" y="2028225"/>
            <a:ext cx="7330800" cy="2492100"/>
          </a:xfrm>
          <a:prstGeom prst="rect">
            <a:avLst/>
          </a:prstGeom>
          <a:noFill/>
          <a:ln>
            <a:noFill/>
          </a:ln>
        </p:spPr>
        <p:txBody>
          <a:bodyPr spcFirstLastPara="1" wrap="square" lIns="91425" tIns="91425" rIns="91425" bIns="91425" anchor="t" anchorCtr="0">
            <a:noAutofit/>
          </a:bodyPr>
          <a:lstStyle/>
          <a:p>
            <a:pPr marL="457200" lvl="0" indent="-342900">
              <a:lnSpc>
                <a:spcPct val="114000"/>
              </a:lnSpc>
              <a:spcBef>
                <a:spcPts val="600"/>
              </a:spcBef>
              <a:buSzPts val="1800"/>
              <a:buFont typeface="Arial" panose="020B0604020202020204" pitchFamily="34" charset="0"/>
              <a:buChar char="•"/>
            </a:pPr>
            <a:r>
              <a:rPr lang="en-US" sz="1600" dirty="0">
                <a:latin typeface="Calibri" panose="020F0502020204030204" pitchFamily="34" charset="0"/>
                <a:cs typeface="Calibri" panose="020F0502020204030204" pitchFamily="34" charset="0"/>
              </a:rPr>
              <a:t>If there are equal number of molecules of gas on each side of a chemical reaction, the position of the equilibrium remains unchanged with changes in pressure.</a:t>
            </a:r>
          </a:p>
        </p:txBody>
      </p:sp>
    </p:spTree>
    <p:extLst>
      <p:ext uri="{BB962C8B-B14F-4D97-AF65-F5344CB8AC3E}">
        <p14:creationId xmlns:p14="http://schemas.microsoft.com/office/powerpoint/2010/main" val="206134232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16"/>
        <p:cNvGrpSpPr/>
        <p:nvPr/>
      </p:nvGrpSpPr>
      <p:grpSpPr>
        <a:xfrm>
          <a:off x="0" y="0"/>
          <a:ext cx="0" cy="0"/>
          <a:chOff x="0" y="0"/>
          <a:chExt cx="0" cy="0"/>
        </a:xfrm>
      </p:grpSpPr>
      <p:sp>
        <p:nvSpPr>
          <p:cNvPr id="117" name="Google Shape;117;p26"/>
          <p:cNvSpPr txBox="1">
            <a:spLocks noGrp="1"/>
          </p:cNvSpPr>
          <p:nvPr>
            <p:ph type="title"/>
          </p:nvPr>
        </p:nvSpPr>
        <p:spPr>
          <a:xfrm>
            <a:off x="933025" y="592925"/>
            <a:ext cx="6305100" cy="767700"/>
          </a:xfrm>
          <a:prstGeom prst="rect">
            <a:avLst/>
          </a:prstGeom>
        </p:spPr>
        <p:txBody>
          <a:bodyPr spcFirstLastPara="1" wrap="square" lIns="91425" tIns="91425" rIns="91425" bIns="91425" anchor="b" anchorCtr="0">
            <a:noAutofit/>
          </a:bodyPr>
          <a:lstStyle/>
          <a:p>
            <a:pPr lvl="0"/>
            <a:r>
              <a:rPr lang="en-IN" sz="2800" dirty="0">
                <a:latin typeface="Calibri" panose="020F0502020204030204" pitchFamily="34" charset="0"/>
                <a:cs typeface="Calibri" panose="020F0502020204030204" pitchFamily="34" charset="0"/>
              </a:rPr>
              <a:t>Le </a:t>
            </a:r>
            <a:r>
              <a:rPr lang="en-IN" sz="2800" dirty="0" err="1">
                <a:latin typeface="Calibri" panose="020F0502020204030204" pitchFamily="34" charset="0"/>
                <a:cs typeface="Calibri" panose="020F0502020204030204" pitchFamily="34" charset="0"/>
              </a:rPr>
              <a:t>Chatelier’s</a:t>
            </a:r>
            <a:r>
              <a:rPr lang="en-IN" sz="2800" dirty="0">
                <a:latin typeface="Calibri" panose="020F0502020204030204" pitchFamily="34" charset="0"/>
                <a:cs typeface="Calibri" panose="020F0502020204030204" pitchFamily="34" charset="0"/>
              </a:rPr>
              <a:t> principle: Effect of change in temperature</a:t>
            </a:r>
          </a:p>
        </p:txBody>
      </p:sp>
      <p:sp>
        <p:nvSpPr>
          <p:cNvPr id="118" name="Google Shape;118;p26"/>
          <p:cNvSpPr txBox="1"/>
          <p:nvPr/>
        </p:nvSpPr>
        <p:spPr>
          <a:xfrm>
            <a:off x="702600" y="2028225"/>
            <a:ext cx="7330800" cy="2492100"/>
          </a:xfrm>
          <a:prstGeom prst="rect">
            <a:avLst/>
          </a:prstGeom>
          <a:noFill/>
          <a:ln>
            <a:noFill/>
          </a:ln>
        </p:spPr>
        <p:txBody>
          <a:bodyPr spcFirstLastPara="1" wrap="square" lIns="91425" tIns="91425" rIns="91425" bIns="91425" anchor="t" anchorCtr="0">
            <a:noAutofit/>
          </a:bodyPr>
          <a:lstStyle/>
          <a:p>
            <a:pPr marL="457200" lvl="0" indent="-342900">
              <a:lnSpc>
                <a:spcPct val="114000"/>
              </a:lnSpc>
              <a:spcBef>
                <a:spcPts val="600"/>
              </a:spcBef>
              <a:buSzPts val="1800"/>
              <a:buFont typeface="Arial" panose="020B0604020202020204" pitchFamily="34" charset="0"/>
              <a:buChar char="•"/>
            </a:pPr>
            <a:r>
              <a:rPr lang="en-IN" sz="1600" dirty="0">
                <a:latin typeface="Calibri" panose="020F0502020204030204" pitchFamily="34" charset="0"/>
                <a:cs typeface="Calibri" panose="020F0502020204030204" pitchFamily="34" charset="0"/>
              </a:rPr>
              <a:t>Temperature affects the equilibrium concentration of a reaction. </a:t>
            </a:r>
          </a:p>
          <a:p>
            <a:pPr marL="457200" lvl="0" indent="-342900">
              <a:lnSpc>
                <a:spcPct val="114000"/>
              </a:lnSpc>
              <a:spcBef>
                <a:spcPts val="600"/>
              </a:spcBef>
              <a:buSzPts val="1800"/>
              <a:buFont typeface="Arial" panose="020B0604020202020204" pitchFamily="34" charset="0"/>
              <a:buChar char="•"/>
            </a:pPr>
            <a:r>
              <a:rPr lang="en-IN" sz="1600" dirty="0">
                <a:latin typeface="Calibri" panose="020F0502020204030204" pitchFamily="34" charset="0"/>
                <a:cs typeface="Calibri" panose="020F0502020204030204" pitchFamily="34" charset="0"/>
              </a:rPr>
              <a:t>When temperature increases,  the reaction that opposes this change takes place. </a:t>
            </a:r>
          </a:p>
          <a:p>
            <a:pPr marL="457200" lvl="0" indent="-342900">
              <a:lnSpc>
                <a:spcPct val="114000"/>
              </a:lnSpc>
              <a:spcBef>
                <a:spcPts val="600"/>
              </a:spcBef>
              <a:buSzPts val="1800"/>
              <a:buFont typeface="Arial" panose="020B0604020202020204" pitchFamily="34" charset="0"/>
              <a:buChar char="•"/>
            </a:pPr>
            <a:r>
              <a:rPr lang="en-US" sz="1600" dirty="0">
                <a:latin typeface="Calibri" panose="020F0502020204030204" pitchFamily="34" charset="0"/>
                <a:cs typeface="Calibri" panose="020F0502020204030204" pitchFamily="34" charset="0"/>
              </a:rPr>
              <a:t>The change in position of equilibrium due to temperature depends on whether the reaction is exothermic or endothermic.</a:t>
            </a:r>
          </a:p>
          <a:p>
            <a:pPr marL="285750" lvl="0" indent="-285750" algn="l" rtl="0">
              <a:lnSpc>
                <a:spcPct val="114000"/>
              </a:lnSpc>
              <a:spcBef>
                <a:spcPts val="600"/>
              </a:spcBef>
              <a:spcAft>
                <a:spcPts val="0"/>
              </a:spcAft>
              <a:buFont typeface="Arial" panose="020B0604020202020204" pitchFamily="34" charset="0"/>
              <a:buChar char="•"/>
            </a:pPr>
            <a:endParaRPr sz="1600" dirty="0"/>
          </a:p>
        </p:txBody>
      </p:sp>
    </p:spTree>
    <p:extLst>
      <p:ext uri="{BB962C8B-B14F-4D97-AF65-F5344CB8AC3E}">
        <p14:creationId xmlns:p14="http://schemas.microsoft.com/office/powerpoint/2010/main" val="202796454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16"/>
        <p:cNvGrpSpPr/>
        <p:nvPr/>
      </p:nvGrpSpPr>
      <p:grpSpPr>
        <a:xfrm>
          <a:off x="0" y="0"/>
          <a:ext cx="0" cy="0"/>
          <a:chOff x="0" y="0"/>
          <a:chExt cx="0" cy="0"/>
        </a:xfrm>
      </p:grpSpPr>
      <p:sp>
        <p:nvSpPr>
          <p:cNvPr id="117" name="Google Shape;117;p26"/>
          <p:cNvSpPr txBox="1">
            <a:spLocks noGrp="1"/>
          </p:cNvSpPr>
          <p:nvPr>
            <p:ph type="title"/>
          </p:nvPr>
        </p:nvSpPr>
        <p:spPr>
          <a:xfrm>
            <a:off x="933025" y="592925"/>
            <a:ext cx="6305100" cy="767700"/>
          </a:xfrm>
          <a:prstGeom prst="rect">
            <a:avLst/>
          </a:prstGeom>
        </p:spPr>
        <p:txBody>
          <a:bodyPr spcFirstLastPara="1" wrap="square" lIns="91425" tIns="91425" rIns="91425" bIns="91425" anchor="b" anchorCtr="0">
            <a:noAutofit/>
          </a:bodyPr>
          <a:lstStyle/>
          <a:p>
            <a:pPr lvl="0"/>
            <a:r>
              <a:rPr lang="en-IN" sz="2800" dirty="0">
                <a:latin typeface="Calibri" panose="020F0502020204030204" pitchFamily="34" charset="0"/>
                <a:cs typeface="Calibri" panose="020F0502020204030204" pitchFamily="34" charset="0"/>
              </a:rPr>
              <a:t>Le </a:t>
            </a:r>
            <a:r>
              <a:rPr lang="en-IN" sz="2800" dirty="0" err="1">
                <a:latin typeface="Calibri" panose="020F0502020204030204" pitchFamily="34" charset="0"/>
                <a:cs typeface="Calibri" panose="020F0502020204030204" pitchFamily="34" charset="0"/>
              </a:rPr>
              <a:t>Chatelier’s</a:t>
            </a:r>
            <a:r>
              <a:rPr lang="en-IN" sz="2800" dirty="0">
                <a:latin typeface="Calibri" panose="020F0502020204030204" pitchFamily="34" charset="0"/>
                <a:cs typeface="Calibri" panose="020F0502020204030204" pitchFamily="34" charset="0"/>
              </a:rPr>
              <a:t> principle: Effect of change in temperature</a:t>
            </a:r>
          </a:p>
        </p:txBody>
      </p:sp>
      <p:sp>
        <p:nvSpPr>
          <p:cNvPr id="118" name="Google Shape;118;p26"/>
          <p:cNvSpPr txBox="1"/>
          <p:nvPr/>
        </p:nvSpPr>
        <p:spPr>
          <a:xfrm>
            <a:off x="702600" y="2058475"/>
            <a:ext cx="7330800" cy="2492100"/>
          </a:xfrm>
          <a:prstGeom prst="rect">
            <a:avLst/>
          </a:prstGeom>
          <a:noFill/>
          <a:ln>
            <a:noFill/>
          </a:ln>
        </p:spPr>
        <p:txBody>
          <a:bodyPr spcFirstLastPara="1" wrap="square" lIns="91425" tIns="91425" rIns="91425" bIns="91425" anchor="t" anchorCtr="0">
            <a:noAutofit/>
          </a:bodyPr>
          <a:lstStyle/>
          <a:p>
            <a:pPr marL="457200" lvl="0" indent="-342900">
              <a:lnSpc>
                <a:spcPct val="114000"/>
              </a:lnSpc>
              <a:spcBef>
                <a:spcPts val="600"/>
              </a:spcBef>
              <a:buSzPts val="1800"/>
              <a:buFont typeface="Arial" panose="020B0604020202020204" pitchFamily="34" charset="0"/>
              <a:buChar char="•"/>
            </a:pPr>
            <a:r>
              <a:rPr lang="en-IN" sz="1600" dirty="0">
                <a:latin typeface="Calibri" panose="020F0502020204030204" pitchFamily="34" charset="0"/>
                <a:cs typeface="Calibri" panose="020F0502020204030204" pitchFamily="34" charset="0"/>
              </a:rPr>
              <a:t>Consider the exothermic reaction,</a:t>
            </a:r>
          </a:p>
          <a:p>
            <a:pPr marL="114300" algn="ctr">
              <a:lnSpc>
                <a:spcPct val="114000"/>
              </a:lnSpc>
              <a:spcBef>
                <a:spcPts val="600"/>
              </a:spcBef>
              <a:buSzPts val="1800"/>
            </a:pPr>
            <a:r>
              <a:rPr lang="en-IN" sz="1600" dirty="0">
                <a:solidFill>
                  <a:schemeClr val="bg2">
                    <a:lumMod val="50000"/>
                  </a:schemeClr>
                </a:solidFill>
                <a:latin typeface="Calibri" panose="020F0502020204030204" pitchFamily="34" charset="0"/>
                <a:cs typeface="Calibri" panose="020F0502020204030204" pitchFamily="34" charset="0"/>
              </a:rPr>
              <a:t>2SO</a:t>
            </a:r>
            <a:r>
              <a:rPr lang="en-IN" sz="1600" baseline="-25000" dirty="0">
                <a:solidFill>
                  <a:schemeClr val="bg2">
                    <a:lumMod val="50000"/>
                  </a:schemeClr>
                </a:solidFill>
                <a:latin typeface="Calibri" panose="020F0502020204030204" pitchFamily="34" charset="0"/>
                <a:cs typeface="Calibri" panose="020F0502020204030204" pitchFamily="34" charset="0"/>
              </a:rPr>
              <a:t>2</a:t>
            </a:r>
            <a:r>
              <a:rPr lang="en-IN" sz="1600" dirty="0">
                <a:solidFill>
                  <a:schemeClr val="bg2">
                    <a:lumMod val="50000"/>
                  </a:schemeClr>
                </a:solidFill>
                <a:latin typeface="Calibri" panose="020F0502020204030204" pitchFamily="34" charset="0"/>
                <a:cs typeface="Calibri" panose="020F0502020204030204" pitchFamily="34" charset="0"/>
              </a:rPr>
              <a:t> (g) + O</a:t>
            </a:r>
            <a:r>
              <a:rPr lang="en-IN" sz="1600" baseline="-25000" dirty="0">
                <a:solidFill>
                  <a:schemeClr val="bg2">
                    <a:lumMod val="50000"/>
                  </a:schemeClr>
                </a:solidFill>
                <a:latin typeface="Calibri" panose="020F0502020204030204" pitchFamily="34" charset="0"/>
                <a:cs typeface="Calibri" panose="020F0502020204030204" pitchFamily="34" charset="0"/>
              </a:rPr>
              <a:t>2</a:t>
            </a:r>
            <a:r>
              <a:rPr lang="en-IN" sz="1600" dirty="0">
                <a:solidFill>
                  <a:schemeClr val="bg2">
                    <a:lumMod val="50000"/>
                  </a:schemeClr>
                </a:solidFill>
                <a:latin typeface="Calibri" panose="020F0502020204030204" pitchFamily="34" charset="0"/>
                <a:cs typeface="Calibri" panose="020F0502020204030204" pitchFamily="34" charset="0"/>
              </a:rPr>
              <a:t> (g) ⇋ 2SO</a:t>
            </a:r>
            <a:r>
              <a:rPr lang="en-IN" sz="1600" baseline="-25000" dirty="0">
                <a:solidFill>
                  <a:schemeClr val="bg2">
                    <a:lumMod val="50000"/>
                  </a:schemeClr>
                </a:solidFill>
                <a:latin typeface="Calibri" panose="020F0502020204030204" pitchFamily="34" charset="0"/>
                <a:cs typeface="Calibri" panose="020F0502020204030204" pitchFamily="34" charset="0"/>
              </a:rPr>
              <a:t>3</a:t>
            </a:r>
            <a:r>
              <a:rPr lang="en-IN" sz="1600" dirty="0">
                <a:solidFill>
                  <a:schemeClr val="bg2">
                    <a:lumMod val="50000"/>
                  </a:schemeClr>
                </a:solidFill>
                <a:latin typeface="Calibri" panose="020F0502020204030204" pitchFamily="34" charset="0"/>
                <a:cs typeface="Calibri" panose="020F0502020204030204" pitchFamily="34" charset="0"/>
              </a:rPr>
              <a:t> (g)</a:t>
            </a:r>
            <a:endParaRPr lang="en-IN" sz="1600" dirty="0">
              <a:latin typeface="Calibri" panose="020F0502020204030204" pitchFamily="34" charset="0"/>
              <a:cs typeface="Calibri" panose="020F0502020204030204" pitchFamily="34" charset="0"/>
            </a:endParaRPr>
          </a:p>
          <a:p>
            <a:pPr marL="457200" lvl="0" indent="-342900">
              <a:lnSpc>
                <a:spcPct val="114000"/>
              </a:lnSpc>
              <a:spcBef>
                <a:spcPts val="600"/>
              </a:spcBef>
              <a:buSzPts val="1800"/>
              <a:buFont typeface="Arial" panose="020B0604020202020204" pitchFamily="34" charset="0"/>
              <a:buChar char="•"/>
            </a:pPr>
            <a:r>
              <a:rPr lang="en-IN" sz="1600" dirty="0">
                <a:latin typeface="Calibri" panose="020F0502020204030204" pitchFamily="34" charset="0"/>
                <a:cs typeface="Calibri" panose="020F0502020204030204" pitchFamily="34" charset="0"/>
              </a:rPr>
              <a:t>When temperature increases, the position of equilibrium shifts towards the reactants. The concentration of SO</a:t>
            </a:r>
            <a:r>
              <a:rPr lang="en-IN" sz="1600" baseline="-25000" dirty="0">
                <a:latin typeface="Calibri" panose="020F0502020204030204" pitchFamily="34" charset="0"/>
                <a:cs typeface="Calibri" panose="020F0502020204030204" pitchFamily="34" charset="0"/>
              </a:rPr>
              <a:t>2</a:t>
            </a:r>
            <a:r>
              <a:rPr lang="en-IN" sz="1600" dirty="0">
                <a:latin typeface="Calibri" panose="020F0502020204030204" pitchFamily="34" charset="0"/>
                <a:cs typeface="Calibri" panose="020F0502020204030204" pitchFamily="34" charset="0"/>
              </a:rPr>
              <a:t> and O</a:t>
            </a:r>
            <a:r>
              <a:rPr lang="en-IN" sz="1600" baseline="-25000" dirty="0">
                <a:latin typeface="Calibri" panose="020F0502020204030204" pitchFamily="34" charset="0"/>
                <a:cs typeface="Calibri" panose="020F0502020204030204" pitchFamily="34" charset="0"/>
              </a:rPr>
              <a:t>2</a:t>
            </a:r>
            <a:r>
              <a:rPr lang="en-IN" sz="1600" dirty="0">
                <a:latin typeface="Calibri" panose="020F0502020204030204" pitchFamily="34" charset="0"/>
                <a:cs typeface="Calibri" panose="020F0502020204030204" pitchFamily="34" charset="0"/>
              </a:rPr>
              <a:t> increases.</a:t>
            </a:r>
          </a:p>
          <a:p>
            <a:pPr marL="457200" lvl="0" indent="-342900">
              <a:lnSpc>
                <a:spcPct val="114000"/>
              </a:lnSpc>
              <a:spcBef>
                <a:spcPts val="600"/>
              </a:spcBef>
              <a:buSzPts val="1800"/>
              <a:buFont typeface="Arial" panose="020B0604020202020204" pitchFamily="34" charset="0"/>
              <a:buChar char="•"/>
            </a:pPr>
            <a:r>
              <a:rPr lang="en-IN" sz="1600" dirty="0">
                <a:latin typeface="Calibri" panose="020F0502020204030204" pitchFamily="34" charset="0"/>
                <a:cs typeface="Calibri" panose="020F0502020204030204" pitchFamily="34" charset="0"/>
              </a:rPr>
              <a:t>When temperature decreases, the position of equilibrium shifts towards the product. The concentration of SO</a:t>
            </a:r>
            <a:r>
              <a:rPr lang="en-IN" sz="1600" baseline="-25000" dirty="0">
                <a:latin typeface="Calibri" panose="020F0502020204030204" pitchFamily="34" charset="0"/>
                <a:cs typeface="Calibri" panose="020F0502020204030204" pitchFamily="34" charset="0"/>
              </a:rPr>
              <a:t>3</a:t>
            </a:r>
            <a:r>
              <a:rPr lang="en-IN" sz="1600" dirty="0">
                <a:latin typeface="Calibri" panose="020F0502020204030204" pitchFamily="34" charset="0"/>
                <a:cs typeface="Calibri" panose="020F0502020204030204" pitchFamily="34" charset="0"/>
              </a:rPr>
              <a:t> increases.</a:t>
            </a:r>
          </a:p>
          <a:p>
            <a:pPr marL="400050" lvl="0" indent="-285750">
              <a:lnSpc>
                <a:spcPct val="114000"/>
              </a:lnSpc>
              <a:spcBef>
                <a:spcPts val="600"/>
              </a:spcBef>
              <a:buSzPts val="1800"/>
              <a:buFont typeface="Arial" panose="020B0604020202020204" pitchFamily="34" charset="0"/>
              <a:buChar char="•"/>
            </a:pPr>
            <a:endParaRPr sz="1600" dirty="0"/>
          </a:p>
          <a:p>
            <a:pPr marL="285750" lvl="0" indent="-285750" algn="l" rtl="0">
              <a:lnSpc>
                <a:spcPct val="114000"/>
              </a:lnSpc>
              <a:spcBef>
                <a:spcPts val="600"/>
              </a:spcBef>
              <a:spcAft>
                <a:spcPts val="0"/>
              </a:spcAft>
              <a:buFont typeface="Arial" panose="020B0604020202020204" pitchFamily="34" charset="0"/>
              <a:buChar char="•"/>
            </a:pPr>
            <a:endParaRPr sz="1600" dirty="0"/>
          </a:p>
          <a:p>
            <a:pPr marL="285750" lvl="0" indent="-285750" algn="l" rtl="0">
              <a:lnSpc>
                <a:spcPct val="114000"/>
              </a:lnSpc>
              <a:spcBef>
                <a:spcPts val="600"/>
              </a:spcBef>
              <a:spcAft>
                <a:spcPts val="0"/>
              </a:spcAft>
              <a:buFont typeface="Arial" panose="020B0604020202020204" pitchFamily="34" charset="0"/>
              <a:buChar char="•"/>
            </a:pPr>
            <a:endParaRPr sz="1600" dirty="0"/>
          </a:p>
        </p:txBody>
      </p:sp>
    </p:spTree>
    <p:extLst>
      <p:ext uri="{BB962C8B-B14F-4D97-AF65-F5344CB8AC3E}">
        <p14:creationId xmlns:p14="http://schemas.microsoft.com/office/powerpoint/2010/main" val="328144234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16"/>
        <p:cNvGrpSpPr/>
        <p:nvPr/>
      </p:nvGrpSpPr>
      <p:grpSpPr>
        <a:xfrm>
          <a:off x="0" y="0"/>
          <a:ext cx="0" cy="0"/>
          <a:chOff x="0" y="0"/>
          <a:chExt cx="0" cy="0"/>
        </a:xfrm>
      </p:grpSpPr>
      <p:sp>
        <p:nvSpPr>
          <p:cNvPr id="117" name="Google Shape;117;p26"/>
          <p:cNvSpPr txBox="1">
            <a:spLocks noGrp="1"/>
          </p:cNvSpPr>
          <p:nvPr>
            <p:ph type="title"/>
          </p:nvPr>
        </p:nvSpPr>
        <p:spPr>
          <a:xfrm>
            <a:off x="933025" y="592925"/>
            <a:ext cx="6305100" cy="767700"/>
          </a:xfrm>
          <a:prstGeom prst="rect">
            <a:avLst/>
          </a:prstGeom>
        </p:spPr>
        <p:txBody>
          <a:bodyPr spcFirstLastPara="1" wrap="square" lIns="91425" tIns="91425" rIns="91425" bIns="91425" anchor="b" anchorCtr="0">
            <a:noAutofit/>
          </a:bodyPr>
          <a:lstStyle/>
          <a:p>
            <a:pPr lvl="0"/>
            <a:r>
              <a:rPr lang="en-IN" sz="2800" dirty="0">
                <a:latin typeface="Calibri" panose="020F0502020204030204" pitchFamily="34" charset="0"/>
                <a:cs typeface="Calibri" panose="020F0502020204030204" pitchFamily="34" charset="0"/>
              </a:rPr>
              <a:t>Le </a:t>
            </a:r>
            <a:r>
              <a:rPr lang="en-IN" sz="2800" dirty="0" err="1">
                <a:latin typeface="Calibri" panose="020F0502020204030204" pitchFamily="34" charset="0"/>
                <a:cs typeface="Calibri" panose="020F0502020204030204" pitchFamily="34" charset="0"/>
              </a:rPr>
              <a:t>Chatelier’s</a:t>
            </a:r>
            <a:r>
              <a:rPr lang="en-IN" sz="2800" dirty="0">
                <a:latin typeface="Calibri" panose="020F0502020204030204" pitchFamily="34" charset="0"/>
                <a:cs typeface="Calibri" panose="020F0502020204030204" pitchFamily="34" charset="0"/>
              </a:rPr>
              <a:t> principle: Effect of change in temperature</a:t>
            </a:r>
          </a:p>
        </p:txBody>
      </p:sp>
      <p:sp>
        <p:nvSpPr>
          <p:cNvPr id="118" name="Google Shape;118;p26"/>
          <p:cNvSpPr txBox="1"/>
          <p:nvPr/>
        </p:nvSpPr>
        <p:spPr>
          <a:xfrm>
            <a:off x="702600" y="2028225"/>
            <a:ext cx="7330800" cy="2492100"/>
          </a:xfrm>
          <a:prstGeom prst="rect">
            <a:avLst/>
          </a:prstGeom>
          <a:noFill/>
          <a:ln>
            <a:noFill/>
          </a:ln>
        </p:spPr>
        <p:txBody>
          <a:bodyPr spcFirstLastPara="1" wrap="square" lIns="91425" tIns="91425" rIns="91425" bIns="91425" anchor="t" anchorCtr="0">
            <a:noAutofit/>
          </a:bodyPr>
          <a:lstStyle/>
          <a:p>
            <a:pPr marL="457200" lvl="0" indent="-342900">
              <a:lnSpc>
                <a:spcPct val="114000"/>
              </a:lnSpc>
              <a:spcBef>
                <a:spcPts val="600"/>
              </a:spcBef>
              <a:buSzPts val="1800"/>
              <a:buFont typeface="Arial" panose="020B0604020202020204" pitchFamily="34" charset="0"/>
              <a:buChar char="•"/>
            </a:pPr>
            <a:r>
              <a:rPr lang="en-IN" sz="1600" dirty="0">
                <a:latin typeface="Calibri" panose="020F0502020204030204" pitchFamily="34" charset="0"/>
                <a:cs typeface="Calibri" panose="020F0502020204030204" pitchFamily="34" charset="0"/>
              </a:rPr>
              <a:t>Consider the endothermic reaction,</a:t>
            </a:r>
          </a:p>
          <a:p>
            <a:pPr marL="114300" algn="ctr">
              <a:lnSpc>
                <a:spcPct val="114000"/>
              </a:lnSpc>
              <a:spcBef>
                <a:spcPts val="600"/>
              </a:spcBef>
              <a:buSzPts val="1800"/>
            </a:pPr>
            <a:r>
              <a:rPr lang="en-IN" sz="1600" dirty="0">
                <a:solidFill>
                  <a:schemeClr val="bg2">
                    <a:lumMod val="50000"/>
                  </a:schemeClr>
                </a:solidFill>
                <a:latin typeface="Calibri" panose="020F0502020204030204" pitchFamily="34" charset="0"/>
                <a:cs typeface="Calibri" panose="020F0502020204030204" pitchFamily="34" charset="0"/>
              </a:rPr>
              <a:t>H</a:t>
            </a:r>
            <a:r>
              <a:rPr lang="en-IN" sz="1600" baseline="-25000" dirty="0">
                <a:solidFill>
                  <a:schemeClr val="bg2">
                    <a:lumMod val="50000"/>
                  </a:schemeClr>
                </a:solidFill>
                <a:latin typeface="Calibri" panose="020F0502020204030204" pitchFamily="34" charset="0"/>
                <a:cs typeface="Calibri" panose="020F0502020204030204" pitchFamily="34" charset="0"/>
              </a:rPr>
              <a:t>2</a:t>
            </a:r>
            <a:r>
              <a:rPr lang="en-IN" sz="1600" dirty="0">
                <a:solidFill>
                  <a:schemeClr val="bg2">
                    <a:lumMod val="50000"/>
                  </a:schemeClr>
                </a:solidFill>
                <a:latin typeface="Calibri" panose="020F0502020204030204" pitchFamily="34" charset="0"/>
                <a:cs typeface="Calibri" panose="020F0502020204030204" pitchFamily="34" charset="0"/>
              </a:rPr>
              <a:t> (g) + CO</a:t>
            </a:r>
            <a:r>
              <a:rPr lang="en-IN" sz="1600" baseline="-25000" dirty="0">
                <a:solidFill>
                  <a:schemeClr val="bg2">
                    <a:lumMod val="50000"/>
                  </a:schemeClr>
                </a:solidFill>
                <a:latin typeface="Calibri" panose="020F0502020204030204" pitchFamily="34" charset="0"/>
                <a:cs typeface="Calibri" panose="020F0502020204030204" pitchFamily="34" charset="0"/>
              </a:rPr>
              <a:t>2</a:t>
            </a:r>
            <a:r>
              <a:rPr lang="en-IN" sz="1600" dirty="0">
                <a:solidFill>
                  <a:schemeClr val="bg2">
                    <a:lumMod val="50000"/>
                  </a:schemeClr>
                </a:solidFill>
                <a:latin typeface="Calibri" panose="020F0502020204030204" pitchFamily="34" charset="0"/>
                <a:cs typeface="Calibri" panose="020F0502020204030204" pitchFamily="34" charset="0"/>
              </a:rPr>
              <a:t> (g) ⇋ H</a:t>
            </a:r>
            <a:r>
              <a:rPr lang="en-IN" sz="1600" baseline="-25000" dirty="0">
                <a:solidFill>
                  <a:schemeClr val="bg2">
                    <a:lumMod val="50000"/>
                  </a:schemeClr>
                </a:solidFill>
                <a:latin typeface="Calibri" panose="020F0502020204030204" pitchFamily="34" charset="0"/>
                <a:cs typeface="Calibri" panose="020F0502020204030204" pitchFamily="34" charset="0"/>
              </a:rPr>
              <a:t>2</a:t>
            </a:r>
            <a:r>
              <a:rPr lang="en-IN" sz="1600" dirty="0">
                <a:solidFill>
                  <a:schemeClr val="bg2">
                    <a:lumMod val="50000"/>
                  </a:schemeClr>
                </a:solidFill>
                <a:latin typeface="Calibri" panose="020F0502020204030204" pitchFamily="34" charset="0"/>
                <a:cs typeface="Calibri" panose="020F0502020204030204" pitchFamily="34" charset="0"/>
              </a:rPr>
              <a:t>O(g) + CO(g)</a:t>
            </a:r>
            <a:endParaRPr lang="en-IN" sz="1600" dirty="0">
              <a:latin typeface="Calibri" panose="020F0502020204030204" pitchFamily="34" charset="0"/>
              <a:cs typeface="Calibri" panose="020F0502020204030204" pitchFamily="34" charset="0"/>
            </a:endParaRPr>
          </a:p>
          <a:p>
            <a:pPr marL="457200" lvl="0" indent="-342900">
              <a:lnSpc>
                <a:spcPct val="114000"/>
              </a:lnSpc>
              <a:spcBef>
                <a:spcPts val="600"/>
              </a:spcBef>
              <a:buSzPts val="1800"/>
              <a:buFont typeface="Arial" panose="020B0604020202020204" pitchFamily="34" charset="0"/>
              <a:buChar char="•"/>
            </a:pPr>
            <a:r>
              <a:rPr lang="en-IN" sz="1600" dirty="0">
                <a:latin typeface="Calibri" panose="020F0502020204030204" pitchFamily="34" charset="0"/>
                <a:cs typeface="Calibri" panose="020F0502020204030204" pitchFamily="34" charset="0"/>
              </a:rPr>
              <a:t>When temperature increases, the position of equilibrium shifts towards the products. The concentration of H</a:t>
            </a:r>
            <a:r>
              <a:rPr lang="en-IN" sz="1600" baseline="-25000" dirty="0">
                <a:latin typeface="Calibri" panose="020F0502020204030204" pitchFamily="34" charset="0"/>
                <a:cs typeface="Calibri" panose="020F0502020204030204" pitchFamily="34" charset="0"/>
              </a:rPr>
              <a:t>2</a:t>
            </a:r>
            <a:r>
              <a:rPr lang="en-IN" sz="1600" dirty="0">
                <a:latin typeface="Calibri" panose="020F0502020204030204" pitchFamily="34" charset="0"/>
                <a:cs typeface="Calibri" panose="020F0502020204030204" pitchFamily="34" charset="0"/>
              </a:rPr>
              <a:t>O and CO increases.</a:t>
            </a:r>
          </a:p>
          <a:p>
            <a:pPr marL="457200" lvl="0" indent="-342900">
              <a:lnSpc>
                <a:spcPct val="114000"/>
              </a:lnSpc>
              <a:spcBef>
                <a:spcPts val="600"/>
              </a:spcBef>
              <a:buSzPts val="1800"/>
              <a:buFont typeface="Arial" panose="020B0604020202020204" pitchFamily="34" charset="0"/>
              <a:buChar char="•"/>
            </a:pPr>
            <a:r>
              <a:rPr lang="en-IN" sz="1600" dirty="0">
                <a:latin typeface="Calibri" panose="020F0502020204030204" pitchFamily="34" charset="0"/>
                <a:cs typeface="Calibri" panose="020F0502020204030204" pitchFamily="34" charset="0"/>
              </a:rPr>
              <a:t>When temperature decreases, the position of equilibrium shifts towards the reactants. The concentration of </a:t>
            </a:r>
            <a:r>
              <a:rPr lang="en-IN" sz="1600" dirty="0">
                <a:latin typeface="Calibri" panose="020F0502020204030204" pitchFamily="34" charset="0"/>
                <a:ea typeface="Roboto Condensed"/>
                <a:cs typeface="Calibri" panose="020F0502020204030204" pitchFamily="34" charset="0"/>
                <a:sym typeface="Roboto Condensed"/>
              </a:rPr>
              <a:t>H</a:t>
            </a:r>
            <a:r>
              <a:rPr lang="en-IN" sz="1600" baseline="-25000" dirty="0">
                <a:latin typeface="Calibri" panose="020F0502020204030204" pitchFamily="34" charset="0"/>
                <a:ea typeface="Roboto Condensed"/>
                <a:cs typeface="Calibri" panose="020F0502020204030204" pitchFamily="34" charset="0"/>
                <a:sym typeface="Roboto Condensed"/>
              </a:rPr>
              <a:t>2</a:t>
            </a:r>
            <a:r>
              <a:rPr lang="en-IN" sz="1600" dirty="0">
                <a:latin typeface="Calibri" panose="020F0502020204030204" pitchFamily="34" charset="0"/>
                <a:ea typeface="Roboto Condensed"/>
                <a:cs typeface="Calibri" panose="020F0502020204030204" pitchFamily="34" charset="0"/>
                <a:sym typeface="Roboto Condensed"/>
              </a:rPr>
              <a:t> and CO</a:t>
            </a:r>
            <a:r>
              <a:rPr lang="en-IN" sz="1600" baseline="-25000" dirty="0">
                <a:latin typeface="Calibri" panose="020F0502020204030204" pitchFamily="34" charset="0"/>
                <a:ea typeface="Roboto Condensed"/>
                <a:cs typeface="Calibri" panose="020F0502020204030204" pitchFamily="34" charset="0"/>
                <a:sym typeface="Roboto Condensed"/>
              </a:rPr>
              <a:t>2 </a:t>
            </a:r>
            <a:r>
              <a:rPr lang="en-IN" sz="1600" dirty="0">
                <a:latin typeface="Calibri" panose="020F0502020204030204" pitchFamily="34" charset="0"/>
                <a:ea typeface="Roboto Condensed"/>
                <a:cs typeface="Calibri" panose="020F0502020204030204" pitchFamily="34" charset="0"/>
                <a:sym typeface="Roboto Condensed"/>
              </a:rPr>
              <a:t>increases.</a:t>
            </a:r>
            <a:endParaRPr sz="1600" dirty="0">
              <a:latin typeface="Calibri" panose="020F0502020204030204" pitchFamily="34" charset="0"/>
              <a:cs typeface="Calibri" panose="020F0502020204030204" pitchFamily="34" charset="0"/>
            </a:endParaRPr>
          </a:p>
          <a:p>
            <a:pPr marL="285750" lvl="0" indent="-285750" algn="l" rtl="0">
              <a:lnSpc>
                <a:spcPct val="114000"/>
              </a:lnSpc>
              <a:spcBef>
                <a:spcPts val="600"/>
              </a:spcBef>
              <a:spcAft>
                <a:spcPts val="0"/>
              </a:spcAft>
              <a:buFont typeface="Arial" panose="020B0604020202020204" pitchFamily="34" charset="0"/>
              <a:buChar char="•"/>
            </a:pPr>
            <a:endParaRPr sz="1600" dirty="0"/>
          </a:p>
          <a:p>
            <a:pPr marL="285750" lvl="0" indent="-285750" algn="l" rtl="0">
              <a:lnSpc>
                <a:spcPct val="114000"/>
              </a:lnSpc>
              <a:spcBef>
                <a:spcPts val="600"/>
              </a:spcBef>
              <a:spcAft>
                <a:spcPts val="0"/>
              </a:spcAft>
              <a:buFont typeface="Arial" panose="020B0604020202020204" pitchFamily="34" charset="0"/>
              <a:buChar char="•"/>
            </a:pPr>
            <a:endParaRPr sz="1600" dirty="0"/>
          </a:p>
        </p:txBody>
      </p:sp>
    </p:spTree>
    <p:extLst>
      <p:ext uri="{BB962C8B-B14F-4D97-AF65-F5344CB8AC3E}">
        <p14:creationId xmlns:p14="http://schemas.microsoft.com/office/powerpoint/2010/main" val="132755030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16"/>
        <p:cNvGrpSpPr/>
        <p:nvPr/>
      </p:nvGrpSpPr>
      <p:grpSpPr>
        <a:xfrm>
          <a:off x="0" y="0"/>
          <a:ext cx="0" cy="0"/>
          <a:chOff x="0" y="0"/>
          <a:chExt cx="0" cy="0"/>
        </a:xfrm>
      </p:grpSpPr>
      <p:sp>
        <p:nvSpPr>
          <p:cNvPr id="117" name="Google Shape;117;p26"/>
          <p:cNvSpPr txBox="1">
            <a:spLocks noGrp="1"/>
          </p:cNvSpPr>
          <p:nvPr>
            <p:ph type="title"/>
          </p:nvPr>
        </p:nvSpPr>
        <p:spPr>
          <a:xfrm>
            <a:off x="933025" y="592925"/>
            <a:ext cx="6305100" cy="767700"/>
          </a:xfrm>
          <a:prstGeom prst="rect">
            <a:avLst/>
          </a:prstGeom>
        </p:spPr>
        <p:txBody>
          <a:bodyPr spcFirstLastPara="1" wrap="square" lIns="91425" tIns="91425" rIns="91425" bIns="91425" anchor="b" anchorCtr="0">
            <a:noAutofit/>
          </a:bodyPr>
          <a:lstStyle/>
          <a:p>
            <a:pPr lvl="0"/>
            <a:r>
              <a:rPr lang="en-IN" sz="2800" dirty="0">
                <a:latin typeface="Calibri" panose="020F0502020204030204" pitchFamily="34" charset="0"/>
                <a:cs typeface="Calibri" panose="020F0502020204030204" pitchFamily="34" charset="0"/>
              </a:rPr>
              <a:t>Le </a:t>
            </a:r>
            <a:r>
              <a:rPr lang="en-IN" sz="2800" dirty="0" err="1">
                <a:latin typeface="Calibri" panose="020F0502020204030204" pitchFamily="34" charset="0"/>
                <a:cs typeface="Calibri" panose="020F0502020204030204" pitchFamily="34" charset="0"/>
              </a:rPr>
              <a:t>Chatelier’s</a:t>
            </a:r>
            <a:r>
              <a:rPr lang="en-IN" sz="2800" dirty="0">
                <a:latin typeface="Calibri" panose="020F0502020204030204" pitchFamily="34" charset="0"/>
                <a:cs typeface="Calibri" panose="020F0502020204030204" pitchFamily="34" charset="0"/>
              </a:rPr>
              <a:t> principle: Effect of catalyst</a:t>
            </a:r>
          </a:p>
        </p:txBody>
      </p:sp>
      <p:sp>
        <p:nvSpPr>
          <p:cNvPr id="118" name="Google Shape;118;p26"/>
          <p:cNvSpPr txBox="1"/>
          <p:nvPr/>
        </p:nvSpPr>
        <p:spPr>
          <a:xfrm>
            <a:off x="702600" y="2028225"/>
            <a:ext cx="7330800" cy="2492100"/>
          </a:xfrm>
          <a:prstGeom prst="rect">
            <a:avLst/>
          </a:prstGeom>
          <a:noFill/>
          <a:ln>
            <a:noFill/>
          </a:ln>
        </p:spPr>
        <p:txBody>
          <a:bodyPr spcFirstLastPara="1" wrap="square" lIns="91425" tIns="91425" rIns="91425" bIns="91425" anchor="t" anchorCtr="0">
            <a:noAutofit/>
          </a:bodyPr>
          <a:lstStyle/>
          <a:p>
            <a:pPr marL="457200" lvl="0" indent="-342900">
              <a:lnSpc>
                <a:spcPct val="114000"/>
              </a:lnSpc>
              <a:spcBef>
                <a:spcPts val="600"/>
              </a:spcBef>
              <a:buSzPts val="1800"/>
              <a:buFont typeface="Arial" panose="020B0604020202020204" pitchFamily="34" charset="0"/>
              <a:buChar char="•"/>
            </a:pPr>
            <a:r>
              <a:rPr lang="en-IN" sz="1600" dirty="0">
                <a:latin typeface="Calibri" panose="020F0502020204030204" pitchFamily="34" charset="0"/>
                <a:cs typeface="Calibri" panose="020F0502020204030204" pitchFamily="34" charset="0"/>
              </a:rPr>
              <a:t>Catalyst increases the rate of reaction. </a:t>
            </a:r>
          </a:p>
          <a:p>
            <a:pPr marL="457200" lvl="0" indent="-342900">
              <a:lnSpc>
                <a:spcPct val="114000"/>
              </a:lnSpc>
              <a:spcBef>
                <a:spcPts val="600"/>
              </a:spcBef>
              <a:buSzPts val="1800"/>
              <a:buFont typeface="Arial" panose="020B0604020202020204" pitchFamily="34" charset="0"/>
              <a:buChar char="•"/>
            </a:pPr>
            <a:r>
              <a:rPr lang="en-IN" sz="1600" dirty="0">
                <a:latin typeface="Calibri" panose="020F0502020204030204" pitchFamily="34" charset="0"/>
                <a:cs typeface="Calibri" panose="020F0502020204030204" pitchFamily="34" charset="0"/>
              </a:rPr>
              <a:t>Catalyst reduces the time taken to achieve the equilibrium. </a:t>
            </a:r>
          </a:p>
          <a:p>
            <a:pPr marL="457200" lvl="0" indent="-342900">
              <a:lnSpc>
                <a:spcPct val="114000"/>
              </a:lnSpc>
              <a:spcBef>
                <a:spcPts val="600"/>
              </a:spcBef>
              <a:buSzPts val="1800"/>
              <a:buFont typeface="Arial" panose="020B0604020202020204" pitchFamily="34" charset="0"/>
              <a:buChar char="•"/>
            </a:pPr>
            <a:r>
              <a:rPr lang="en-IN" sz="1600" dirty="0">
                <a:latin typeface="Calibri" panose="020F0502020204030204" pitchFamily="34" charset="0"/>
                <a:cs typeface="Calibri" panose="020F0502020204030204" pitchFamily="34" charset="0"/>
              </a:rPr>
              <a:t>But, once the equilibrium is reached, a catalyst does not have any effect on the position of equilibrium.</a:t>
            </a:r>
          </a:p>
          <a:p>
            <a:pPr marL="457200" lvl="0" indent="-342900">
              <a:lnSpc>
                <a:spcPct val="114000"/>
              </a:lnSpc>
              <a:spcBef>
                <a:spcPts val="600"/>
              </a:spcBef>
              <a:buSzPts val="1800"/>
              <a:buFont typeface="Arial" panose="020B0604020202020204" pitchFamily="34" charset="0"/>
              <a:buChar char="•"/>
            </a:pPr>
            <a:r>
              <a:rPr lang="en-IN" sz="1600" dirty="0">
                <a:latin typeface="Calibri" panose="020F0502020204030204" pitchFamily="34" charset="0"/>
                <a:cs typeface="Calibri" panose="020F0502020204030204" pitchFamily="34" charset="0"/>
              </a:rPr>
              <a:t>This is because catalyst speeds up both the forward and reverse reactions equally. </a:t>
            </a:r>
          </a:p>
          <a:p>
            <a:pPr marL="400050" lvl="0" indent="-285750">
              <a:lnSpc>
                <a:spcPct val="114000"/>
              </a:lnSpc>
              <a:spcBef>
                <a:spcPts val="600"/>
              </a:spcBef>
              <a:buSzPts val="1800"/>
              <a:buFont typeface="Arial" panose="020B0604020202020204" pitchFamily="34" charset="0"/>
              <a:buChar char="•"/>
            </a:pPr>
            <a:endParaRPr sz="1600" dirty="0"/>
          </a:p>
          <a:p>
            <a:pPr marL="285750" lvl="0" indent="-285750" algn="l" rtl="0">
              <a:lnSpc>
                <a:spcPct val="114000"/>
              </a:lnSpc>
              <a:spcBef>
                <a:spcPts val="600"/>
              </a:spcBef>
              <a:spcAft>
                <a:spcPts val="0"/>
              </a:spcAft>
              <a:buFont typeface="Arial" panose="020B0604020202020204" pitchFamily="34" charset="0"/>
              <a:buChar char="•"/>
            </a:pPr>
            <a:endParaRPr sz="1600" dirty="0"/>
          </a:p>
          <a:p>
            <a:pPr marL="285750" lvl="0" indent="-285750" algn="l" rtl="0">
              <a:lnSpc>
                <a:spcPct val="114000"/>
              </a:lnSpc>
              <a:spcBef>
                <a:spcPts val="600"/>
              </a:spcBef>
              <a:spcAft>
                <a:spcPts val="0"/>
              </a:spcAft>
              <a:buFont typeface="Arial" panose="020B0604020202020204" pitchFamily="34" charset="0"/>
              <a:buChar char="•"/>
            </a:pPr>
            <a:endParaRPr sz="1600" dirty="0"/>
          </a:p>
        </p:txBody>
      </p:sp>
    </p:spTree>
    <p:extLst>
      <p:ext uri="{BB962C8B-B14F-4D97-AF65-F5344CB8AC3E}">
        <p14:creationId xmlns:p14="http://schemas.microsoft.com/office/powerpoint/2010/main" val="83055824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16"/>
        <p:cNvGrpSpPr/>
        <p:nvPr/>
      </p:nvGrpSpPr>
      <p:grpSpPr>
        <a:xfrm>
          <a:off x="0" y="0"/>
          <a:ext cx="0" cy="0"/>
          <a:chOff x="0" y="0"/>
          <a:chExt cx="0" cy="0"/>
        </a:xfrm>
      </p:grpSpPr>
      <p:sp>
        <p:nvSpPr>
          <p:cNvPr id="117" name="Google Shape;117;p26"/>
          <p:cNvSpPr txBox="1">
            <a:spLocks noGrp="1"/>
          </p:cNvSpPr>
          <p:nvPr>
            <p:ph type="title"/>
          </p:nvPr>
        </p:nvSpPr>
        <p:spPr>
          <a:xfrm>
            <a:off x="933025" y="592925"/>
            <a:ext cx="6305100" cy="767700"/>
          </a:xfrm>
          <a:prstGeom prst="rect">
            <a:avLst/>
          </a:prstGeom>
        </p:spPr>
        <p:txBody>
          <a:bodyPr spcFirstLastPara="1" wrap="square" lIns="91425" tIns="91425" rIns="91425" bIns="91425" anchor="b" anchorCtr="0">
            <a:noAutofit/>
          </a:bodyPr>
          <a:lstStyle/>
          <a:p>
            <a:pPr lvl="0"/>
            <a:r>
              <a:rPr lang="en-IN" sz="2800" dirty="0">
                <a:latin typeface="Calibri" panose="020F0502020204030204" pitchFamily="34" charset="0"/>
                <a:cs typeface="Calibri" panose="020F0502020204030204" pitchFamily="34" charset="0"/>
              </a:rPr>
              <a:t>Equilibria in industrial applications</a:t>
            </a:r>
          </a:p>
        </p:txBody>
      </p:sp>
      <p:sp>
        <p:nvSpPr>
          <p:cNvPr id="118" name="Google Shape;118;p26"/>
          <p:cNvSpPr txBox="1"/>
          <p:nvPr/>
        </p:nvSpPr>
        <p:spPr>
          <a:xfrm>
            <a:off x="702600" y="2028225"/>
            <a:ext cx="7330800" cy="2492100"/>
          </a:xfrm>
          <a:prstGeom prst="rect">
            <a:avLst/>
          </a:prstGeom>
          <a:noFill/>
          <a:ln>
            <a:noFill/>
          </a:ln>
        </p:spPr>
        <p:txBody>
          <a:bodyPr spcFirstLastPara="1" wrap="square" lIns="91425" tIns="91425" rIns="91425" bIns="91425" anchor="t" anchorCtr="0">
            <a:noAutofit/>
          </a:bodyPr>
          <a:lstStyle/>
          <a:p>
            <a:pPr marL="400050" lvl="0" indent="-285750">
              <a:lnSpc>
                <a:spcPct val="114000"/>
              </a:lnSpc>
              <a:spcBef>
                <a:spcPts val="600"/>
              </a:spcBef>
              <a:buSzPts val="1800"/>
              <a:buFont typeface="Arial" panose="020B0604020202020204" pitchFamily="34" charset="0"/>
              <a:buChar char="•"/>
            </a:pPr>
            <a:r>
              <a:rPr lang="en-IN" sz="1600" dirty="0">
                <a:latin typeface="Calibri" panose="020F0502020204030204" pitchFamily="34" charset="0"/>
                <a:cs typeface="Calibri" panose="020F0502020204030204" pitchFamily="34" charset="0"/>
              </a:rPr>
              <a:t>Equilibria is important for the reaction to be faster yet economically beneficial. </a:t>
            </a:r>
          </a:p>
          <a:p>
            <a:pPr marL="457200" lvl="0" indent="-342900">
              <a:lnSpc>
                <a:spcPct val="114000"/>
              </a:lnSpc>
              <a:spcBef>
                <a:spcPts val="600"/>
              </a:spcBef>
              <a:buSzPts val="1800"/>
              <a:buFont typeface="+mj-lt"/>
              <a:buAutoNum type="alphaLcParenR"/>
            </a:pPr>
            <a:r>
              <a:rPr lang="en-IN" sz="1600" dirty="0">
                <a:latin typeface="Calibri" panose="020F0502020204030204" pitchFamily="34" charset="0"/>
                <a:cs typeface="Calibri" panose="020F0502020204030204" pitchFamily="34" charset="0"/>
              </a:rPr>
              <a:t>Production of ammonia</a:t>
            </a:r>
          </a:p>
          <a:p>
            <a:pPr marL="892175" lvl="0" indent="-342900">
              <a:lnSpc>
                <a:spcPct val="114000"/>
              </a:lnSpc>
              <a:spcBef>
                <a:spcPts val="600"/>
              </a:spcBef>
              <a:buSzPts val="1800"/>
              <a:buFont typeface="Arial" panose="020B0604020202020204" pitchFamily="34" charset="0"/>
              <a:buChar char="•"/>
            </a:pPr>
            <a:r>
              <a:rPr lang="en-IN" sz="1600" dirty="0">
                <a:latin typeface="Calibri" panose="020F0502020204030204" pitchFamily="34" charset="0"/>
                <a:cs typeface="Calibri" panose="020F0502020204030204" pitchFamily="34" charset="0"/>
              </a:rPr>
              <a:t>Ammonia is synthesised using Haber’s process and the reaction is,</a:t>
            </a:r>
          </a:p>
          <a:p>
            <a:pPr marL="892175" indent="-342900" algn="ctr">
              <a:lnSpc>
                <a:spcPct val="114000"/>
              </a:lnSpc>
              <a:spcBef>
                <a:spcPts val="600"/>
              </a:spcBef>
              <a:buSzPts val="1800"/>
            </a:pPr>
            <a:r>
              <a:rPr lang="en-IN" sz="1600" dirty="0">
                <a:solidFill>
                  <a:schemeClr val="tx2">
                    <a:lumMod val="10000"/>
                  </a:schemeClr>
                </a:solidFill>
                <a:latin typeface="Calibri" panose="020F0502020204030204" pitchFamily="34" charset="0"/>
                <a:cs typeface="Calibri" panose="020F0502020204030204" pitchFamily="34" charset="0"/>
              </a:rPr>
              <a:t>N</a:t>
            </a:r>
            <a:r>
              <a:rPr lang="en-IN" sz="1600" baseline="-25000" dirty="0">
                <a:solidFill>
                  <a:schemeClr val="tx2">
                    <a:lumMod val="10000"/>
                  </a:schemeClr>
                </a:solidFill>
                <a:latin typeface="Calibri" panose="020F0502020204030204" pitchFamily="34" charset="0"/>
                <a:cs typeface="Calibri" panose="020F0502020204030204" pitchFamily="34" charset="0"/>
              </a:rPr>
              <a:t>2 </a:t>
            </a:r>
            <a:r>
              <a:rPr lang="en-IN" sz="1600" dirty="0">
                <a:solidFill>
                  <a:schemeClr val="tx2">
                    <a:lumMod val="10000"/>
                  </a:schemeClr>
                </a:solidFill>
                <a:latin typeface="Calibri" panose="020F0502020204030204" pitchFamily="34" charset="0"/>
                <a:cs typeface="Calibri" panose="020F0502020204030204" pitchFamily="34" charset="0"/>
              </a:rPr>
              <a:t>(g) + 3H</a:t>
            </a:r>
            <a:r>
              <a:rPr lang="en-IN" sz="1600" baseline="-25000" dirty="0">
                <a:solidFill>
                  <a:schemeClr val="tx2">
                    <a:lumMod val="10000"/>
                  </a:schemeClr>
                </a:solidFill>
                <a:latin typeface="Calibri" panose="020F0502020204030204" pitchFamily="34" charset="0"/>
                <a:cs typeface="Calibri" panose="020F0502020204030204" pitchFamily="34" charset="0"/>
              </a:rPr>
              <a:t>2</a:t>
            </a:r>
            <a:r>
              <a:rPr lang="en-IN" sz="1600" dirty="0">
                <a:solidFill>
                  <a:schemeClr val="tx2">
                    <a:lumMod val="10000"/>
                  </a:schemeClr>
                </a:solidFill>
                <a:latin typeface="Calibri" panose="020F0502020204030204" pitchFamily="34" charset="0"/>
                <a:cs typeface="Calibri" panose="020F0502020204030204" pitchFamily="34" charset="0"/>
              </a:rPr>
              <a:t> (g) ⇋ 2NH</a:t>
            </a:r>
            <a:r>
              <a:rPr lang="en-IN" sz="1600" baseline="-25000" dirty="0">
                <a:solidFill>
                  <a:schemeClr val="tx2">
                    <a:lumMod val="10000"/>
                  </a:schemeClr>
                </a:solidFill>
                <a:latin typeface="Calibri" panose="020F0502020204030204" pitchFamily="34" charset="0"/>
                <a:cs typeface="Calibri" panose="020F0502020204030204" pitchFamily="34" charset="0"/>
              </a:rPr>
              <a:t>3</a:t>
            </a:r>
            <a:r>
              <a:rPr lang="en-IN" sz="1600" dirty="0">
                <a:solidFill>
                  <a:schemeClr val="tx2">
                    <a:lumMod val="10000"/>
                  </a:schemeClr>
                </a:solidFill>
                <a:latin typeface="Calibri" panose="020F0502020204030204" pitchFamily="34" charset="0"/>
                <a:cs typeface="Calibri" panose="020F0502020204030204" pitchFamily="34" charset="0"/>
              </a:rPr>
              <a:t> (g) </a:t>
            </a:r>
            <a:r>
              <a:rPr lang="en-IN" sz="1600" dirty="0" err="1">
                <a:solidFill>
                  <a:schemeClr val="tx2">
                    <a:lumMod val="10000"/>
                  </a:schemeClr>
                </a:solidFill>
                <a:latin typeface="Calibri" panose="020F0502020204030204" pitchFamily="34" charset="0"/>
                <a:cs typeface="Calibri" panose="020F0502020204030204" pitchFamily="34" charset="0"/>
              </a:rPr>
              <a:t>ΔH</a:t>
            </a:r>
            <a:r>
              <a:rPr lang="en-IN" sz="1600" baseline="-25000" dirty="0" err="1">
                <a:solidFill>
                  <a:schemeClr val="tx2">
                    <a:lumMod val="10000"/>
                  </a:schemeClr>
                </a:solidFill>
                <a:latin typeface="Calibri" panose="020F0502020204030204" pitchFamily="34" charset="0"/>
                <a:cs typeface="Calibri" panose="020F0502020204030204" pitchFamily="34" charset="0"/>
              </a:rPr>
              <a:t>r</a:t>
            </a:r>
            <a:r>
              <a:rPr lang="en-IN" sz="1600" dirty="0">
                <a:solidFill>
                  <a:schemeClr val="tx2">
                    <a:lumMod val="10000"/>
                  </a:schemeClr>
                </a:solidFill>
                <a:latin typeface="Calibri" panose="020F0502020204030204" pitchFamily="34" charset="0"/>
                <a:cs typeface="Calibri" panose="020F0502020204030204" pitchFamily="34" charset="0"/>
              </a:rPr>
              <a:t>=-92 kJ/mol</a:t>
            </a:r>
          </a:p>
          <a:p>
            <a:pPr marL="835025" lvl="0" indent="-285750">
              <a:lnSpc>
                <a:spcPct val="114000"/>
              </a:lnSpc>
              <a:spcBef>
                <a:spcPts val="600"/>
              </a:spcBef>
              <a:buSzPts val="1800"/>
              <a:buFont typeface="Arial" panose="020B0604020202020204" pitchFamily="34" charset="0"/>
              <a:buChar char="•"/>
            </a:pPr>
            <a:r>
              <a:rPr lang="en-IN" sz="1600" dirty="0">
                <a:latin typeface="Calibri" panose="020F0502020204030204" pitchFamily="34" charset="0"/>
                <a:cs typeface="Calibri" panose="020F0502020204030204" pitchFamily="34" charset="0"/>
              </a:rPr>
              <a:t>Effect of temperature: This reaction is exothermic and hence, decreasing temperature would favour the forward reaction. But, decreasing the temperature also decreases the rate of reaction. A temperature of 723 K is chosen to be the optimum temperature for this reaction.</a:t>
            </a:r>
          </a:p>
          <a:p>
            <a:pPr marL="0" lvl="0" indent="0" algn="l" rtl="0">
              <a:lnSpc>
                <a:spcPct val="114000"/>
              </a:lnSpc>
              <a:spcBef>
                <a:spcPts val="600"/>
              </a:spcBef>
              <a:spcAft>
                <a:spcPts val="0"/>
              </a:spcAft>
              <a:buNone/>
            </a:pPr>
            <a:endParaRPr sz="1600" dirty="0"/>
          </a:p>
          <a:p>
            <a:pPr marL="0" lvl="0" indent="0" algn="l" rtl="0">
              <a:lnSpc>
                <a:spcPct val="114000"/>
              </a:lnSpc>
              <a:spcBef>
                <a:spcPts val="600"/>
              </a:spcBef>
              <a:spcAft>
                <a:spcPts val="0"/>
              </a:spcAft>
              <a:buNone/>
            </a:pPr>
            <a:endParaRPr sz="1600" dirty="0"/>
          </a:p>
        </p:txBody>
      </p:sp>
    </p:spTree>
    <p:extLst>
      <p:ext uri="{BB962C8B-B14F-4D97-AF65-F5344CB8AC3E}">
        <p14:creationId xmlns:p14="http://schemas.microsoft.com/office/powerpoint/2010/main" val="25056185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16"/>
        <p:cNvGrpSpPr/>
        <p:nvPr/>
      </p:nvGrpSpPr>
      <p:grpSpPr>
        <a:xfrm>
          <a:off x="0" y="0"/>
          <a:ext cx="0" cy="0"/>
          <a:chOff x="0" y="0"/>
          <a:chExt cx="0" cy="0"/>
        </a:xfrm>
      </p:grpSpPr>
      <p:sp>
        <p:nvSpPr>
          <p:cNvPr id="117" name="Google Shape;117;p26"/>
          <p:cNvSpPr txBox="1">
            <a:spLocks noGrp="1"/>
          </p:cNvSpPr>
          <p:nvPr>
            <p:ph type="title"/>
          </p:nvPr>
        </p:nvSpPr>
        <p:spPr>
          <a:xfrm>
            <a:off x="933025" y="592925"/>
            <a:ext cx="6305100" cy="767700"/>
          </a:xfrm>
          <a:prstGeom prst="rect">
            <a:avLst/>
          </a:prstGeom>
        </p:spPr>
        <p:txBody>
          <a:bodyPr spcFirstLastPara="1" wrap="square" lIns="91425" tIns="91425" rIns="91425" bIns="91425" anchor="b" anchorCtr="0">
            <a:noAutofit/>
          </a:bodyPr>
          <a:lstStyle/>
          <a:p>
            <a:pPr lvl="0"/>
            <a:r>
              <a:rPr lang="en-IN" sz="2800" dirty="0">
                <a:latin typeface="Calibri" panose="020F0502020204030204" pitchFamily="34" charset="0"/>
                <a:cs typeface="Calibri" panose="020F0502020204030204" pitchFamily="34" charset="0"/>
              </a:rPr>
              <a:t>Equilibria in industrial applications</a:t>
            </a:r>
          </a:p>
        </p:txBody>
      </p:sp>
      <p:sp>
        <p:nvSpPr>
          <p:cNvPr id="118" name="Google Shape;118;p26"/>
          <p:cNvSpPr txBox="1"/>
          <p:nvPr/>
        </p:nvSpPr>
        <p:spPr>
          <a:xfrm>
            <a:off x="702600" y="2028225"/>
            <a:ext cx="7330800" cy="2492100"/>
          </a:xfrm>
          <a:prstGeom prst="rect">
            <a:avLst/>
          </a:prstGeom>
          <a:noFill/>
          <a:ln>
            <a:noFill/>
          </a:ln>
        </p:spPr>
        <p:txBody>
          <a:bodyPr spcFirstLastPara="1" wrap="square" lIns="91425" tIns="91425" rIns="91425" bIns="91425" anchor="t" anchorCtr="0">
            <a:noAutofit/>
          </a:bodyPr>
          <a:lstStyle/>
          <a:p>
            <a:pPr marL="400050" lvl="0" indent="-285750">
              <a:lnSpc>
                <a:spcPct val="114000"/>
              </a:lnSpc>
              <a:spcBef>
                <a:spcPts val="600"/>
              </a:spcBef>
              <a:buSzPts val="1800"/>
              <a:buFont typeface="Arial" panose="020B0604020202020204" pitchFamily="34" charset="0"/>
              <a:buChar char="•"/>
            </a:pPr>
            <a:r>
              <a:rPr lang="en-IN" sz="1600" dirty="0">
                <a:latin typeface="Calibri" panose="020F0502020204030204" pitchFamily="34" charset="0"/>
                <a:cs typeface="Calibri" panose="020F0502020204030204" pitchFamily="34" charset="0"/>
              </a:rPr>
              <a:t>Equilibria is important for the reaction to be faster yet economically beneficial. </a:t>
            </a:r>
          </a:p>
          <a:p>
            <a:pPr marL="457200" lvl="0" indent="-342900">
              <a:lnSpc>
                <a:spcPct val="114000"/>
              </a:lnSpc>
              <a:spcBef>
                <a:spcPts val="600"/>
              </a:spcBef>
              <a:buSzPts val="1800"/>
              <a:buFont typeface="+mj-lt"/>
              <a:buAutoNum type="alphaLcParenR"/>
            </a:pPr>
            <a:r>
              <a:rPr lang="en-IN" sz="1600" dirty="0">
                <a:latin typeface="Calibri" panose="020F0502020204030204" pitchFamily="34" charset="0"/>
                <a:cs typeface="Calibri" panose="020F0502020204030204" pitchFamily="34" charset="0"/>
              </a:rPr>
              <a:t>Production of ammonia</a:t>
            </a:r>
          </a:p>
          <a:p>
            <a:pPr marL="892175" lvl="0" indent="-342900">
              <a:lnSpc>
                <a:spcPct val="114000"/>
              </a:lnSpc>
              <a:spcBef>
                <a:spcPts val="600"/>
              </a:spcBef>
              <a:buSzPts val="1800"/>
              <a:buFont typeface="Arial" panose="020B0604020202020204" pitchFamily="34" charset="0"/>
              <a:buChar char="•"/>
            </a:pPr>
            <a:r>
              <a:rPr lang="en-IN" sz="1600" dirty="0">
                <a:latin typeface="Calibri" panose="020F0502020204030204" pitchFamily="34" charset="0"/>
                <a:cs typeface="Calibri" panose="020F0502020204030204" pitchFamily="34" charset="0"/>
              </a:rPr>
              <a:t>Ammonia is synthesised using Haber’s process and the reaction is,</a:t>
            </a:r>
          </a:p>
          <a:p>
            <a:pPr marL="892175" indent="-342900" algn="ctr">
              <a:lnSpc>
                <a:spcPct val="114000"/>
              </a:lnSpc>
              <a:spcBef>
                <a:spcPts val="600"/>
              </a:spcBef>
              <a:buSzPts val="1800"/>
            </a:pPr>
            <a:r>
              <a:rPr lang="en-IN" sz="1600" dirty="0">
                <a:solidFill>
                  <a:schemeClr val="tx2">
                    <a:lumMod val="10000"/>
                  </a:schemeClr>
                </a:solidFill>
                <a:latin typeface="Calibri" panose="020F0502020204030204" pitchFamily="34" charset="0"/>
                <a:cs typeface="Calibri" panose="020F0502020204030204" pitchFamily="34" charset="0"/>
              </a:rPr>
              <a:t>N</a:t>
            </a:r>
            <a:r>
              <a:rPr lang="en-IN" sz="1600" baseline="-25000" dirty="0">
                <a:solidFill>
                  <a:schemeClr val="tx2">
                    <a:lumMod val="10000"/>
                  </a:schemeClr>
                </a:solidFill>
                <a:latin typeface="Calibri" panose="020F0502020204030204" pitchFamily="34" charset="0"/>
                <a:cs typeface="Calibri" panose="020F0502020204030204" pitchFamily="34" charset="0"/>
              </a:rPr>
              <a:t>2 </a:t>
            </a:r>
            <a:r>
              <a:rPr lang="en-IN" sz="1600" dirty="0">
                <a:solidFill>
                  <a:schemeClr val="tx2">
                    <a:lumMod val="10000"/>
                  </a:schemeClr>
                </a:solidFill>
                <a:latin typeface="Calibri" panose="020F0502020204030204" pitchFamily="34" charset="0"/>
                <a:cs typeface="Calibri" panose="020F0502020204030204" pitchFamily="34" charset="0"/>
              </a:rPr>
              <a:t>(g) + 3H</a:t>
            </a:r>
            <a:r>
              <a:rPr lang="en-IN" sz="1600" baseline="-25000" dirty="0">
                <a:solidFill>
                  <a:schemeClr val="tx2">
                    <a:lumMod val="10000"/>
                  </a:schemeClr>
                </a:solidFill>
                <a:latin typeface="Calibri" panose="020F0502020204030204" pitchFamily="34" charset="0"/>
                <a:cs typeface="Calibri" panose="020F0502020204030204" pitchFamily="34" charset="0"/>
              </a:rPr>
              <a:t>2</a:t>
            </a:r>
            <a:r>
              <a:rPr lang="en-IN" sz="1600" dirty="0">
                <a:solidFill>
                  <a:schemeClr val="tx2">
                    <a:lumMod val="10000"/>
                  </a:schemeClr>
                </a:solidFill>
                <a:latin typeface="Calibri" panose="020F0502020204030204" pitchFamily="34" charset="0"/>
                <a:cs typeface="Calibri" panose="020F0502020204030204" pitchFamily="34" charset="0"/>
              </a:rPr>
              <a:t> (g) ⇋ 2NH</a:t>
            </a:r>
            <a:r>
              <a:rPr lang="en-IN" sz="1600" baseline="-25000" dirty="0">
                <a:solidFill>
                  <a:schemeClr val="tx2">
                    <a:lumMod val="10000"/>
                  </a:schemeClr>
                </a:solidFill>
                <a:latin typeface="Calibri" panose="020F0502020204030204" pitchFamily="34" charset="0"/>
                <a:cs typeface="Calibri" panose="020F0502020204030204" pitchFamily="34" charset="0"/>
              </a:rPr>
              <a:t>3</a:t>
            </a:r>
            <a:r>
              <a:rPr lang="en-IN" sz="1600" dirty="0">
                <a:solidFill>
                  <a:schemeClr val="tx2">
                    <a:lumMod val="10000"/>
                  </a:schemeClr>
                </a:solidFill>
                <a:latin typeface="Calibri" panose="020F0502020204030204" pitchFamily="34" charset="0"/>
                <a:cs typeface="Calibri" panose="020F0502020204030204" pitchFamily="34" charset="0"/>
              </a:rPr>
              <a:t> (g) </a:t>
            </a:r>
            <a:r>
              <a:rPr lang="en-IN" sz="1600" dirty="0" err="1">
                <a:solidFill>
                  <a:schemeClr val="tx2">
                    <a:lumMod val="10000"/>
                  </a:schemeClr>
                </a:solidFill>
                <a:latin typeface="Calibri" panose="020F0502020204030204" pitchFamily="34" charset="0"/>
                <a:cs typeface="Calibri" panose="020F0502020204030204" pitchFamily="34" charset="0"/>
              </a:rPr>
              <a:t>ΔH</a:t>
            </a:r>
            <a:r>
              <a:rPr lang="en-IN" sz="1600" baseline="-25000" dirty="0" err="1">
                <a:solidFill>
                  <a:schemeClr val="tx2">
                    <a:lumMod val="10000"/>
                  </a:schemeClr>
                </a:solidFill>
                <a:latin typeface="Calibri" panose="020F0502020204030204" pitchFamily="34" charset="0"/>
                <a:cs typeface="Calibri" panose="020F0502020204030204" pitchFamily="34" charset="0"/>
              </a:rPr>
              <a:t>r</a:t>
            </a:r>
            <a:r>
              <a:rPr lang="en-IN" sz="1600" dirty="0">
                <a:solidFill>
                  <a:schemeClr val="tx2">
                    <a:lumMod val="10000"/>
                  </a:schemeClr>
                </a:solidFill>
                <a:latin typeface="Calibri" panose="020F0502020204030204" pitchFamily="34" charset="0"/>
                <a:cs typeface="Calibri" panose="020F0502020204030204" pitchFamily="34" charset="0"/>
              </a:rPr>
              <a:t>=-92 kJ/mol</a:t>
            </a:r>
          </a:p>
          <a:p>
            <a:pPr marL="835025" lvl="0" indent="-285750">
              <a:lnSpc>
                <a:spcPct val="114000"/>
              </a:lnSpc>
              <a:buSzPts val="1800"/>
              <a:buFont typeface="Arial" panose="020B0604020202020204" pitchFamily="34" charset="0"/>
              <a:buChar char="•"/>
            </a:pPr>
            <a:r>
              <a:rPr lang="en-US" sz="1600" dirty="0">
                <a:latin typeface="Calibri" panose="020F0502020204030204" pitchFamily="34" charset="0"/>
                <a:cs typeface="Calibri" panose="020F0502020204030204" pitchFamily="34" charset="0"/>
              </a:rPr>
              <a:t>Effect of pressure: In this reaction, ammonia production increases by increase in pressure. Increasing the pressure is not economy beneficial after a certain extent because of the energy costs of pumps and equipment. A pressure of 200 atm is chosen for this reaction.</a:t>
            </a:r>
          </a:p>
          <a:p>
            <a:pPr marL="835025" lvl="0" indent="-285750">
              <a:lnSpc>
                <a:spcPct val="114000"/>
              </a:lnSpc>
              <a:buSzPts val="1800"/>
              <a:buFont typeface="Arial" panose="020B0604020202020204" pitchFamily="34" charset="0"/>
              <a:buChar char="•"/>
            </a:pPr>
            <a:r>
              <a:rPr lang="en-US" sz="1600" dirty="0">
                <a:latin typeface="Calibri" panose="020F0502020204030204" pitchFamily="34" charset="0"/>
                <a:cs typeface="Calibri" panose="020F0502020204030204" pitchFamily="34" charset="0"/>
              </a:rPr>
              <a:t>This reaction takes place in the presence of iron catalyst.</a:t>
            </a:r>
          </a:p>
          <a:p>
            <a:pPr marL="0" lvl="0" indent="0" algn="l" rtl="0">
              <a:lnSpc>
                <a:spcPct val="114000"/>
              </a:lnSpc>
              <a:spcBef>
                <a:spcPts val="600"/>
              </a:spcBef>
              <a:spcAft>
                <a:spcPts val="0"/>
              </a:spcAft>
              <a:buNone/>
            </a:pPr>
            <a:endParaRPr sz="1600" dirty="0">
              <a:latin typeface="Calibri" panose="020F0502020204030204" pitchFamily="34" charset="0"/>
              <a:cs typeface="Calibri" panose="020F0502020204030204" pitchFamily="34" charset="0"/>
            </a:endParaRPr>
          </a:p>
          <a:p>
            <a:pPr marL="0" lvl="0" indent="0" algn="l" rtl="0">
              <a:lnSpc>
                <a:spcPct val="114000"/>
              </a:lnSpc>
              <a:spcBef>
                <a:spcPts val="600"/>
              </a:spcBef>
              <a:spcAft>
                <a:spcPts val="0"/>
              </a:spcAft>
              <a:buNone/>
            </a:pPr>
            <a:endParaRPr sz="16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78596191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16"/>
        <p:cNvGrpSpPr/>
        <p:nvPr/>
      </p:nvGrpSpPr>
      <p:grpSpPr>
        <a:xfrm>
          <a:off x="0" y="0"/>
          <a:ext cx="0" cy="0"/>
          <a:chOff x="0" y="0"/>
          <a:chExt cx="0" cy="0"/>
        </a:xfrm>
      </p:grpSpPr>
      <p:sp>
        <p:nvSpPr>
          <p:cNvPr id="117" name="Google Shape;117;p26"/>
          <p:cNvSpPr txBox="1">
            <a:spLocks noGrp="1"/>
          </p:cNvSpPr>
          <p:nvPr>
            <p:ph type="title"/>
          </p:nvPr>
        </p:nvSpPr>
        <p:spPr>
          <a:xfrm>
            <a:off x="933025" y="592925"/>
            <a:ext cx="6305100" cy="767700"/>
          </a:xfrm>
          <a:prstGeom prst="rect">
            <a:avLst/>
          </a:prstGeom>
        </p:spPr>
        <p:txBody>
          <a:bodyPr spcFirstLastPara="1" wrap="square" lIns="91425" tIns="91425" rIns="91425" bIns="91425" anchor="b" anchorCtr="0">
            <a:noAutofit/>
          </a:bodyPr>
          <a:lstStyle/>
          <a:p>
            <a:pPr lvl="0"/>
            <a:r>
              <a:rPr lang="en-IN" sz="2800" dirty="0">
                <a:latin typeface="Calibri" panose="020F0502020204030204" pitchFamily="34" charset="0"/>
                <a:cs typeface="Calibri" panose="020F0502020204030204" pitchFamily="34" charset="0"/>
              </a:rPr>
              <a:t>Equilibria in industrial applications</a:t>
            </a:r>
          </a:p>
        </p:txBody>
      </p:sp>
      <p:sp>
        <p:nvSpPr>
          <p:cNvPr id="118" name="Google Shape;118;p26"/>
          <p:cNvSpPr txBox="1"/>
          <p:nvPr/>
        </p:nvSpPr>
        <p:spPr>
          <a:xfrm>
            <a:off x="702600" y="2028225"/>
            <a:ext cx="7330800" cy="2492100"/>
          </a:xfrm>
          <a:prstGeom prst="rect">
            <a:avLst/>
          </a:prstGeom>
          <a:noFill/>
          <a:ln>
            <a:noFill/>
          </a:ln>
        </p:spPr>
        <p:txBody>
          <a:bodyPr spcFirstLastPara="1" wrap="square" lIns="91425" tIns="91425" rIns="91425" bIns="91425" anchor="t" anchorCtr="0">
            <a:noAutofit/>
          </a:bodyPr>
          <a:lstStyle/>
          <a:p>
            <a:pPr marL="457200" lvl="0" indent="-342900">
              <a:lnSpc>
                <a:spcPct val="114000"/>
              </a:lnSpc>
              <a:spcBef>
                <a:spcPts val="600"/>
              </a:spcBef>
              <a:buSzPts val="1800"/>
              <a:buFont typeface="+mj-lt"/>
              <a:buAutoNum type="alphaLcParenR" startAt="2"/>
            </a:pPr>
            <a:r>
              <a:rPr lang="en-IN" sz="1600" dirty="0">
                <a:latin typeface="Calibri" panose="020F0502020204030204" pitchFamily="34" charset="0"/>
                <a:cs typeface="Calibri" panose="020F0502020204030204" pitchFamily="34" charset="0"/>
              </a:rPr>
              <a:t>Production of sulphuric acid</a:t>
            </a:r>
          </a:p>
          <a:p>
            <a:pPr marL="835025" lvl="0" indent="-285750">
              <a:lnSpc>
                <a:spcPct val="114000"/>
              </a:lnSpc>
              <a:spcBef>
                <a:spcPts val="600"/>
              </a:spcBef>
              <a:buSzPts val="1800"/>
              <a:buFont typeface="Arial" panose="020B0604020202020204" pitchFamily="34" charset="0"/>
              <a:buChar char="•"/>
            </a:pPr>
            <a:r>
              <a:rPr lang="en-IN" sz="1600" dirty="0">
                <a:latin typeface="Calibri" panose="020F0502020204030204" pitchFamily="34" charset="0"/>
                <a:cs typeface="Calibri" panose="020F0502020204030204" pitchFamily="34" charset="0"/>
              </a:rPr>
              <a:t>Sulphuric acid is synthesised using Contact process and the reaction is,</a:t>
            </a:r>
          </a:p>
          <a:p>
            <a:pPr marL="127000" indent="0" algn="ctr">
              <a:lnSpc>
                <a:spcPct val="114000"/>
              </a:lnSpc>
              <a:spcBef>
                <a:spcPts val="600"/>
              </a:spcBef>
              <a:buNone/>
            </a:pPr>
            <a:r>
              <a:rPr lang="en-IN" sz="1600" dirty="0">
                <a:solidFill>
                  <a:schemeClr val="tx2">
                    <a:lumMod val="10000"/>
                  </a:schemeClr>
                </a:solidFill>
                <a:latin typeface="Calibri" panose="020F0502020204030204" pitchFamily="34" charset="0"/>
                <a:cs typeface="Calibri" panose="020F0502020204030204" pitchFamily="34" charset="0"/>
              </a:rPr>
              <a:t>2SO</a:t>
            </a:r>
            <a:r>
              <a:rPr lang="en-IN" sz="1600" baseline="-25000" dirty="0">
                <a:solidFill>
                  <a:schemeClr val="tx2">
                    <a:lumMod val="10000"/>
                  </a:schemeClr>
                </a:solidFill>
                <a:latin typeface="Calibri" panose="020F0502020204030204" pitchFamily="34" charset="0"/>
                <a:cs typeface="Calibri" panose="020F0502020204030204" pitchFamily="34" charset="0"/>
              </a:rPr>
              <a:t>2</a:t>
            </a:r>
            <a:r>
              <a:rPr lang="en-IN" sz="1600" dirty="0">
                <a:solidFill>
                  <a:schemeClr val="tx2">
                    <a:lumMod val="10000"/>
                  </a:schemeClr>
                </a:solidFill>
                <a:latin typeface="Calibri" panose="020F0502020204030204" pitchFamily="34" charset="0"/>
                <a:cs typeface="Calibri" panose="020F0502020204030204" pitchFamily="34" charset="0"/>
              </a:rPr>
              <a:t> (g) + O</a:t>
            </a:r>
            <a:r>
              <a:rPr lang="en-IN" sz="1600" baseline="-25000" dirty="0">
                <a:solidFill>
                  <a:schemeClr val="tx2">
                    <a:lumMod val="10000"/>
                  </a:schemeClr>
                </a:solidFill>
                <a:latin typeface="Calibri" panose="020F0502020204030204" pitchFamily="34" charset="0"/>
                <a:cs typeface="Calibri" panose="020F0502020204030204" pitchFamily="34" charset="0"/>
              </a:rPr>
              <a:t>2</a:t>
            </a:r>
            <a:r>
              <a:rPr lang="en-IN" sz="1600" dirty="0">
                <a:solidFill>
                  <a:schemeClr val="tx2">
                    <a:lumMod val="10000"/>
                  </a:schemeClr>
                </a:solidFill>
                <a:latin typeface="Calibri" panose="020F0502020204030204" pitchFamily="34" charset="0"/>
                <a:cs typeface="Calibri" panose="020F0502020204030204" pitchFamily="34" charset="0"/>
              </a:rPr>
              <a:t> (g) ⇋ 2SO</a:t>
            </a:r>
            <a:r>
              <a:rPr lang="en-IN" sz="1600" baseline="-25000" dirty="0">
                <a:solidFill>
                  <a:schemeClr val="tx2">
                    <a:lumMod val="10000"/>
                  </a:schemeClr>
                </a:solidFill>
                <a:latin typeface="Calibri" panose="020F0502020204030204" pitchFamily="34" charset="0"/>
                <a:cs typeface="Calibri" panose="020F0502020204030204" pitchFamily="34" charset="0"/>
              </a:rPr>
              <a:t>3</a:t>
            </a:r>
            <a:r>
              <a:rPr lang="en-IN" sz="1600" dirty="0">
                <a:solidFill>
                  <a:schemeClr val="tx2">
                    <a:lumMod val="10000"/>
                  </a:schemeClr>
                </a:solidFill>
                <a:latin typeface="Calibri" panose="020F0502020204030204" pitchFamily="34" charset="0"/>
                <a:cs typeface="Calibri" panose="020F0502020204030204" pitchFamily="34" charset="0"/>
              </a:rPr>
              <a:t> (g) </a:t>
            </a:r>
            <a:r>
              <a:rPr lang="en-IN" sz="1600" dirty="0" err="1">
                <a:solidFill>
                  <a:schemeClr val="tx2">
                    <a:lumMod val="10000"/>
                  </a:schemeClr>
                </a:solidFill>
                <a:latin typeface="Calibri" panose="020F0502020204030204" pitchFamily="34" charset="0"/>
                <a:cs typeface="Calibri" panose="020F0502020204030204" pitchFamily="34" charset="0"/>
              </a:rPr>
              <a:t>ΔH</a:t>
            </a:r>
            <a:r>
              <a:rPr lang="en-IN" sz="1600" baseline="-25000" dirty="0" err="1">
                <a:solidFill>
                  <a:schemeClr val="tx2">
                    <a:lumMod val="10000"/>
                  </a:schemeClr>
                </a:solidFill>
                <a:latin typeface="Calibri" panose="020F0502020204030204" pitchFamily="34" charset="0"/>
                <a:cs typeface="Calibri" panose="020F0502020204030204" pitchFamily="34" charset="0"/>
              </a:rPr>
              <a:t>r</a:t>
            </a:r>
            <a:r>
              <a:rPr lang="en-IN" sz="1600" dirty="0">
                <a:solidFill>
                  <a:schemeClr val="tx2">
                    <a:lumMod val="10000"/>
                  </a:schemeClr>
                </a:solidFill>
                <a:latin typeface="Calibri" panose="020F0502020204030204" pitchFamily="34" charset="0"/>
                <a:cs typeface="Calibri" panose="020F0502020204030204" pitchFamily="34" charset="0"/>
              </a:rPr>
              <a:t>=-197 kJ/mol</a:t>
            </a:r>
          </a:p>
          <a:p>
            <a:pPr marL="892175" lvl="0" indent="-342900">
              <a:lnSpc>
                <a:spcPct val="114000"/>
              </a:lnSpc>
              <a:spcBef>
                <a:spcPts val="600"/>
              </a:spcBef>
              <a:buSzPts val="1800"/>
              <a:buFont typeface="Arial" panose="020B0604020202020204" pitchFamily="34" charset="0"/>
              <a:buChar char="•"/>
            </a:pPr>
            <a:r>
              <a:rPr lang="en-IN" sz="1600" dirty="0">
                <a:latin typeface="Calibri" panose="020F0502020204030204" pitchFamily="34" charset="0"/>
                <a:cs typeface="Calibri" panose="020F0502020204030204" pitchFamily="34" charset="0"/>
              </a:rPr>
              <a:t>Effect of temperature: This reaction is exothermic and hence, decreasing temperature would favour the forward reaction. But, decreasing the temperature also decreases the rate of reaction. A temperature of 723 K is chosen to be the optimum temperature for this reaction.</a:t>
            </a:r>
          </a:p>
          <a:p>
            <a:pPr marL="0" lvl="0" indent="0" algn="l" rtl="0">
              <a:lnSpc>
                <a:spcPct val="114000"/>
              </a:lnSpc>
              <a:spcBef>
                <a:spcPts val="600"/>
              </a:spcBef>
              <a:spcAft>
                <a:spcPts val="0"/>
              </a:spcAft>
              <a:buNone/>
            </a:pPr>
            <a:endParaRPr sz="1600" dirty="0"/>
          </a:p>
        </p:txBody>
      </p:sp>
    </p:spTree>
    <p:extLst>
      <p:ext uri="{BB962C8B-B14F-4D97-AF65-F5344CB8AC3E}">
        <p14:creationId xmlns:p14="http://schemas.microsoft.com/office/powerpoint/2010/main" val="371758977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16"/>
        <p:cNvGrpSpPr/>
        <p:nvPr/>
      </p:nvGrpSpPr>
      <p:grpSpPr>
        <a:xfrm>
          <a:off x="0" y="0"/>
          <a:ext cx="0" cy="0"/>
          <a:chOff x="0" y="0"/>
          <a:chExt cx="0" cy="0"/>
        </a:xfrm>
      </p:grpSpPr>
      <p:sp>
        <p:nvSpPr>
          <p:cNvPr id="117" name="Google Shape;117;p26"/>
          <p:cNvSpPr txBox="1">
            <a:spLocks noGrp="1"/>
          </p:cNvSpPr>
          <p:nvPr>
            <p:ph type="title"/>
          </p:nvPr>
        </p:nvSpPr>
        <p:spPr>
          <a:xfrm>
            <a:off x="933025" y="592925"/>
            <a:ext cx="6305100" cy="767700"/>
          </a:xfrm>
          <a:prstGeom prst="rect">
            <a:avLst/>
          </a:prstGeom>
        </p:spPr>
        <p:txBody>
          <a:bodyPr spcFirstLastPara="1" wrap="square" lIns="91425" tIns="91425" rIns="91425" bIns="91425" anchor="b" anchorCtr="0">
            <a:noAutofit/>
          </a:bodyPr>
          <a:lstStyle/>
          <a:p>
            <a:pPr lvl="0"/>
            <a:r>
              <a:rPr lang="en-IN" sz="2800" dirty="0">
                <a:latin typeface="Calibri" panose="020F0502020204030204" pitchFamily="34" charset="0"/>
                <a:cs typeface="Calibri" panose="020F0502020204030204" pitchFamily="34" charset="0"/>
              </a:rPr>
              <a:t>Equilibria in industrial applications</a:t>
            </a:r>
          </a:p>
        </p:txBody>
      </p:sp>
      <p:sp>
        <p:nvSpPr>
          <p:cNvPr id="118" name="Google Shape;118;p26"/>
          <p:cNvSpPr txBox="1"/>
          <p:nvPr/>
        </p:nvSpPr>
        <p:spPr>
          <a:xfrm>
            <a:off x="702600" y="2028225"/>
            <a:ext cx="7330800" cy="2492100"/>
          </a:xfrm>
          <a:prstGeom prst="rect">
            <a:avLst/>
          </a:prstGeom>
          <a:noFill/>
          <a:ln>
            <a:noFill/>
          </a:ln>
        </p:spPr>
        <p:txBody>
          <a:bodyPr spcFirstLastPara="1" wrap="square" lIns="91425" tIns="91425" rIns="91425" bIns="91425" anchor="t" anchorCtr="0">
            <a:noAutofit/>
          </a:bodyPr>
          <a:lstStyle/>
          <a:p>
            <a:pPr marL="457200" lvl="0" indent="-342900">
              <a:lnSpc>
                <a:spcPct val="114000"/>
              </a:lnSpc>
              <a:spcBef>
                <a:spcPts val="600"/>
              </a:spcBef>
              <a:buSzPts val="1800"/>
              <a:buFont typeface="+mj-lt"/>
              <a:buAutoNum type="alphaLcParenR" startAt="2"/>
            </a:pPr>
            <a:r>
              <a:rPr lang="en-IN" sz="1600" dirty="0">
                <a:latin typeface="Calibri" panose="020F0502020204030204" pitchFamily="34" charset="0"/>
                <a:cs typeface="Calibri" panose="020F0502020204030204" pitchFamily="34" charset="0"/>
              </a:rPr>
              <a:t>Production of sulphuric acid</a:t>
            </a:r>
          </a:p>
          <a:p>
            <a:pPr marL="835025" lvl="0" indent="-285750">
              <a:lnSpc>
                <a:spcPct val="114000"/>
              </a:lnSpc>
              <a:spcBef>
                <a:spcPts val="600"/>
              </a:spcBef>
              <a:buSzPts val="1800"/>
              <a:buFont typeface="Arial" panose="020B0604020202020204" pitchFamily="34" charset="0"/>
              <a:buChar char="•"/>
            </a:pPr>
            <a:r>
              <a:rPr lang="en-IN" sz="1600" dirty="0">
                <a:latin typeface="Calibri" panose="020F0502020204030204" pitchFamily="34" charset="0"/>
                <a:cs typeface="Calibri" panose="020F0502020204030204" pitchFamily="34" charset="0"/>
              </a:rPr>
              <a:t>Sulphuric acid is synthesised using Contact process and the reaction is,</a:t>
            </a:r>
          </a:p>
          <a:p>
            <a:pPr marL="127000" indent="0" algn="ctr">
              <a:lnSpc>
                <a:spcPct val="114000"/>
              </a:lnSpc>
              <a:spcBef>
                <a:spcPts val="600"/>
              </a:spcBef>
              <a:buNone/>
            </a:pPr>
            <a:r>
              <a:rPr lang="en-IN" sz="1600" dirty="0">
                <a:solidFill>
                  <a:schemeClr val="tx2">
                    <a:lumMod val="10000"/>
                  </a:schemeClr>
                </a:solidFill>
                <a:latin typeface="Calibri" panose="020F0502020204030204" pitchFamily="34" charset="0"/>
                <a:cs typeface="Calibri" panose="020F0502020204030204" pitchFamily="34" charset="0"/>
              </a:rPr>
              <a:t>2SO</a:t>
            </a:r>
            <a:r>
              <a:rPr lang="en-IN" sz="1600" baseline="-25000" dirty="0">
                <a:solidFill>
                  <a:schemeClr val="tx2">
                    <a:lumMod val="10000"/>
                  </a:schemeClr>
                </a:solidFill>
                <a:latin typeface="Calibri" panose="020F0502020204030204" pitchFamily="34" charset="0"/>
                <a:cs typeface="Calibri" panose="020F0502020204030204" pitchFamily="34" charset="0"/>
              </a:rPr>
              <a:t>2</a:t>
            </a:r>
            <a:r>
              <a:rPr lang="en-IN" sz="1600" dirty="0">
                <a:solidFill>
                  <a:schemeClr val="tx2">
                    <a:lumMod val="10000"/>
                  </a:schemeClr>
                </a:solidFill>
                <a:latin typeface="Calibri" panose="020F0502020204030204" pitchFamily="34" charset="0"/>
                <a:cs typeface="Calibri" panose="020F0502020204030204" pitchFamily="34" charset="0"/>
              </a:rPr>
              <a:t> (g) + O</a:t>
            </a:r>
            <a:r>
              <a:rPr lang="en-IN" sz="1600" baseline="-25000" dirty="0">
                <a:solidFill>
                  <a:schemeClr val="tx2">
                    <a:lumMod val="10000"/>
                  </a:schemeClr>
                </a:solidFill>
                <a:latin typeface="Calibri" panose="020F0502020204030204" pitchFamily="34" charset="0"/>
                <a:cs typeface="Calibri" panose="020F0502020204030204" pitchFamily="34" charset="0"/>
              </a:rPr>
              <a:t>2</a:t>
            </a:r>
            <a:r>
              <a:rPr lang="en-IN" sz="1600" dirty="0">
                <a:solidFill>
                  <a:schemeClr val="tx2">
                    <a:lumMod val="10000"/>
                  </a:schemeClr>
                </a:solidFill>
                <a:latin typeface="Calibri" panose="020F0502020204030204" pitchFamily="34" charset="0"/>
                <a:cs typeface="Calibri" panose="020F0502020204030204" pitchFamily="34" charset="0"/>
              </a:rPr>
              <a:t> (g) ⇋ 2SO</a:t>
            </a:r>
            <a:r>
              <a:rPr lang="en-IN" sz="1600" baseline="-25000" dirty="0">
                <a:solidFill>
                  <a:schemeClr val="tx2">
                    <a:lumMod val="10000"/>
                  </a:schemeClr>
                </a:solidFill>
                <a:latin typeface="Calibri" panose="020F0502020204030204" pitchFamily="34" charset="0"/>
                <a:cs typeface="Calibri" panose="020F0502020204030204" pitchFamily="34" charset="0"/>
              </a:rPr>
              <a:t>3</a:t>
            </a:r>
            <a:r>
              <a:rPr lang="en-IN" sz="1600" dirty="0">
                <a:solidFill>
                  <a:schemeClr val="tx2">
                    <a:lumMod val="10000"/>
                  </a:schemeClr>
                </a:solidFill>
                <a:latin typeface="Calibri" panose="020F0502020204030204" pitchFamily="34" charset="0"/>
                <a:cs typeface="Calibri" panose="020F0502020204030204" pitchFamily="34" charset="0"/>
              </a:rPr>
              <a:t> (g) </a:t>
            </a:r>
            <a:r>
              <a:rPr lang="en-IN" sz="1600" dirty="0" err="1">
                <a:solidFill>
                  <a:schemeClr val="tx2">
                    <a:lumMod val="10000"/>
                  </a:schemeClr>
                </a:solidFill>
                <a:latin typeface="Calibri" panose="020F0502020204030204" pitchFamily="34" charset="0"/>
                <a:cs typeface="Calibri" panose="020F0502020204030204" pitchFamily="34" charset="0"/>
              </a:rPr>
              <a:t>ΔH</a:t>
            </a:r>
            <a:r>
              <a:rPr lang="en-IN" sz="1600" baseline="-25000" dirty="0" err="1">
                <a:solidFill>
                  <a:schemeClr val="tx2">
                    <a:lumMod val="10000"/>
                  </a:schemeClr>
                </a:solidFill>
                <a:latin typeface="Calibri" panose="020F0502020204030204" pitchFamily="34" charset="0"/>
                <a:cs typeface="Calibri" panose="020F0502020204030204" pitchFamily="34" charset="0"/>
              </a:rPr>
              <a:t>r</a:t>
            </a:r>
            <a:r>
              <a:rPr lang="en-IN" sz="1600" dirty="0">
                <a:solidFill>
                  <a:schemeClr val="tx2">
                    <a:lumMod val="10000"/>
                  </a:schemeClr>
                </a:solidFill>
                <a:latin typeface="Calibri" panose="020F0502020204030204" pitchFamily="34" charset="0"/>
                <a:cs typeface="Calibri" panose="020F0502020204030204" pitchFamily="34" charset="0"/>
              </a:rPr>
              <a:t>=-197 kJ/mol</a:t>
            </a:r>
          </a:p>
          <a:p>
            <a:pPr marL="892175" lvl="0" indent="-342900">
              <a:lnSpc>
                <a:spcPct val="114000"/>
              </a:lnSpc>
              <a:spcBef>
                <a:spcPts val="600"/>
              </a:spcBef>
              <a:buSzPts val="1800"/>
              <a:buFont typeface="Arial" panose="020B0604020202020204" pitchFamily="34" charset="0"/>
              <a:buChar char="•"/>
            </a:pPr>
            <a:r>
              <a:rPr lang="en-US" sz="1600" dirty="0">
                <a:latin typeface="Calibri" panose="020F0502020204030204" pitchFamily="34" charset="0"/>
                <a:cs typeface="Calibri" panose="020F0502020204030204" pitchFamily="34" charset="0"/>
              </a:rPr>
              <a:t>Effect of pressure: In this reaction, </a:t>
            </a:r>
            <a:r>
              <a:rPr lang="en-US" sz="1600" dirty="0" err="1">
                <a:latin typeface="Calibri" panose="020F0502020204030204" pitchFamily="34" charset="0"/>
                <a:cs typeface="Calibri" panose="020F0502020204030204" pitchFamily="34" charset="0"/>
              </a:rPr>
              <a:t>sulphuric</a:t>
            </a:r>
            <a:r>
              <a:rPr lang="en-US" sz="1600" dirty="0">
                <a:latin typeface="Calibri" panose="020F0502020204030204" pitchFamily="34" charset="0"/>
                <a:cs typeface="Calibri" panose="020F0502020204030204" pitchFamily="34" charset="0"/>
              </a:rPr>
              <a:t> trioxide production increases by increase in pressure. Increasing the pressure is not economy beneficial after a certain extent because of the energy costs of pumps and equipment. A pressure of 1-2 atm is chosen for this reaction.</a:t>
            </a:r>
          </a:p>
          <a:p>
            <a:pPr marL="892175" lvl="0" indent="-342900">
              <a:lnSpc>
                <a:spcPct val="114000"/>
              </a:lnSpc>
              <a:spcBef>
                <a:spcPts val="600"/>
              </a:spcBef>
              <a:buSzPts val="1800"/>
              <a:buFont typeface="Arial" panose="020B0604020202020204" pitchFamily="34" charset="0"/>
              <a:buChar char="•"/>
            </a:pPr>
            <a:r>
              <a:rPr lang="en-US" sz="1600" dirty="0">
                <a:latin typeface="Calibri" panose="020F0502020204030204" pitchFamily="34" charset="0"/>
                <a:cs typeface="Calibri" panose="020F0502020204030204" pitchFamily="34" charset="0"/>
              </a:rPr>
              <a:t>This reaction takes place in the presence of vanadium pentoxide (V</a:t>
            </a:r>
            <a:r>
              <a:rPr lang="en-US" sz="1600" baseline="-25000" dirty="0">
                <a:latin typeface="Calibri" panose="020F0502020204030204" pitchFamily="34" charset="0"/>
                <a:cs typeface="Calibri" panose="020F0502020204030204" pitchFamily="34" charset="0"/>
              </a:rPr>
              <a:t>2</a:t>
            </a:r>
            <a:r>
              <a:rPr lang="en-US" sz="1600" dirty="0">
                <a:latin typeface="Calibri" panose="020F0502020204030204" pitchFamily="34" charset="0"/>
                <a:cs typeface="Calibri" panose="020F0502020204030204" pitchFamily="34" charset="0"/>
              </a:rPr>
              <a:t>O</a:t>
            </a:r>
            <a:r>
              <a:rPr lang="en-US" sz="1600" baseline="-25000" dirty="0">
                <a:latin typeface="Calibri" panose="020F0502020204030204" pitchFamily="34" charset="0"/>
                <a:cs typeface="Calibri" panose="020F0502020204030204" pitchFamily="34" charset="0"/>
              </a:rPr>
              <a:t>5</a:t>
            </a:r>
            <a:r>
              <a:rPr lang="en-US" sz="1600" dirty="0">
                <a:latin typeface="Calibri" panose="020F0502020204030204" pitchFamily="34" charset="0"/>
                <a:cs typeface="Calibri" panose="020F0502020204030204" pitchFamily="34" charset="0"/>
              </a:rPr>
              <a:t>) catalyst.</a:t>
            </a:r>
          </a:p>
          <a:p>
            <a:pPr marL="0" lvl="0" indent="0" algn="l" rtl="0">
              <a:lnSpc>
                <a:spcPct val="114000"/>
              </a:lnSpc>
              <a:spcBef>
                <a:spcPts val="600"/>
              </a:spcBef>
              <a:spcAft>
                <a:spcPts val="0"/>
              </a:spcAft>
              <a:buNone/>
            </a:pPr>
            <a:endParaRPr sz="1600" dirty="0"/>
          </a:p>
        </p:txBody>
      </p:sp>
    </p:spTree>
    <p:extLst>
      <p:ext uri="{BB962C8B-B14F-4D97-AF65-F5344CB8AC3E}">
        <p14:creationId xmlns:p14="http://schemas.microsoft.com/office/powerpoint/2010/main" val="75442798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16"/>
        <p:cNvGrpSpPr/>
        <p:nvPr/>
      </p:nvGrpSpPr>
      <p:grpSpPr>
        <a:xfrm>
          <a:off x="0" y="0"/>
          <a:ext cx="0" cy="0"/>
          <a:chOff x="0" y="0"/>
          <a:chExt cx="0" cy="0"/>
        </a:xfrm>
      </p:grpSpPr>
      <p:sp>
        <p:nvSpPr>
          <p:cNvPr id="117" name="Google Shape;117;p26"/>
          <p:cNvSpPr txBox="1">
            <a:spLocks noGrp="1"/>
          </p:cNvSpPr>
          <p:nvPr>
            <p:ph type="title"/>
          </p:nvPr>
        </p:nvSpPr>
        <p:spPr>
          <a:xfrm>
            <a:off x="933025" y="592925"/>
            <a:ext cx="6305100" cy="767700"/>
          </a:xfrm>
          <a:prstGeom prst="rect">
            <a:avLst/>
          </a:prstGeom>
        </p:spPr>
        <p:txBody>
          <a:bodyPr spcFirstLastPara="1" wrap="square" lIns="91425" tIns="91425" rIns="91425" bIns="91425" anchor="b" anchorCtr="0">
            <a:noAutofit/>
          </a:bodyPr>
          <a:lstStyle/>
          <a:p>
            <a:pPr lvl="0">
              <a:lnSpc>
                <a:spcPct val="112000"/>
              </a:lnSpc>
            </a:pPr>
            <a:r>
              <a:rPr lang="en-IN" dirty="0">
                <a:latin typeface="Calibri" panose="020F0502020204030204" pitchFamily="34" charset="0"/>
                <a:cs typeface="Calibri" panose="020F0502020204030204" pitchFamily="34" charset="0"/>
              </a:rPr>
              <a:t>The equilibrium constant K</a:t>
            </a:r>
            <a:r>
              <a:rPr lang="en-IN" baseline="-25000" dirty="0">
                <a:latin typeface="Calibri" panose="020F0502020204030204" pitchFamily="34" charset="0"/>
                <a:cs typeface="Calibri" panose="020F0502020204030204" pitchFamily="34" charset="0"/>
              </a:rPr>
              <a:t>c</a:t>
            </a:r>
            <a:endParaRPr lang="en-IN" dirty="0">
              <a:latin typeface="Calibri" panose="020F0502020204030204" pitchFamily="34" charset="0"/>
              <a:cs typeface="Calibri" panose="020F0502020204030204" pitchFamily="34" charset="0"/>
            </a:endParaRPr>
          </a:p>
        </p:txBody>
      </p:sp>
      <mc:AlternateContent xmlns:mc="http://schemas.openxmlformats.org/markup-compatibility/2006" xmlns:a14="http://schemas.microsoft.com/office/drawing/2010/main">
        <mc:Choice Requires="a14">
          <p:sp>
            <p:nvSpPr>
              <p:cNvPr id="118" name="Google Shape;118;p26"/>
              <p:cNvSpPr txBox="1"/>
              <p:nvPr/>
            </p:nvSpPr>
            <p:spPr>
              <a:xfrm>
                <a:off x="726438" y="1793764"/>
                <a:ext cx="7691123" cy="2492100"/>
              </a:xfrm>
              <a:prstGeom prst="rect">
                <a:avLst/>
              </a:prstGeom>
              <a:noFill/>
              <a:ln>
                <a:noFill/>
              </a:ln>
            </p:spPr>
            <p:txBody>
              <a:bodyPr spcFirstLastPara="1" wrap="square" lIns="91425" tIns="91425" rIns="91425" bIns="91425" anchor="t" anchorCtr="0">
                <a:noAutofit/>
              </a:bodyPr>
              <a:lstStyle/>
              <a:p>
                <a:pPr marL="0" indent="0">
                  <a:lnSpc>
                    <a:spcPct val="114000"/>
                  </a:lnSpc>
                  <a:spcBef>
                    <a:spcPts val="600"/>
                  </a:spcBef>
                  <a:buNone/>
                </a:pPr>
                <a:r>
                  <a:rPr lang="en-IN" sz="1600" dirty="0">
                    <a:solidFill>
                      <a:schemeClr val="tx2">
                        <a:lumMod val="10000"/>
                      </a:schemeClr>
                    </a:solidFill>
                    <a:latin typeface="Calibri" panose="020F0502020204030204" pitchFamily="34" charset="0"/>
                    <a:cs typeface="Calibri" panose="020F0502020204030204" pitchFamily="34" charset="0"/>
                  </a:rPr>
                  <a:t>For a general reaction,</a:t>
                </a:r>
              </a:p>
              <a:p>
                <a:pPr marL="0" indent="0" algn="ctr">
                  <a:lnSpc>
                    <a:spcPct val="114000"/>
                  </a:lnSpc>
                  <a:spcBef>
                    <a:spcPts val="600"/>
                  </a:spcBef>
                  <a:buNone/>
                </a:pPr>
                <a:r>
                  <a:rPr lang="en-IN" sz="1600" dirty="0">
                    <a:solidFill>
                      <a:schemeClr val="tx2">
                        <a:lumMod val="10000"/>
                      </a:schemeClr>
                    </a:solidFill>
                    <a:latin typeface="Calibri" panose="020F0502020204030204" pitchFamily="34" charset="0"/>
                    <a:cs typeface="Calibri" panose="020F0502020204030204" pitchFamily="34" charset="0"/>
                  </a:rPr>
                  <a:t>mA + </a:t>
                </a:r>
                <a:r>
                  <a:rPr lang="en-IN" sz="1600" dirty="0" err="1">
                    <a:solidFill>
                      <a:schemeClr val="tx2">
                        <a:lumMod val="10000"/>
                      </a:schemeClr>
                    </a:solidFill>
                    <a:latin typeface="Calibri" panose="020F0502020204030204" pitchFamily="34" charset="0"/>
                    <a:cs typeface="Calibri" panose="020F0502020204030204" pitchFamily="34" charset="0"/>
                  </a:rPr>
                  <a:t>nB</a:t>
                </a:r>
                <a:r>
                  <a:rPr lang="en-IN" sz="1600" dirty="0">
                    <a:solidFill>
                      <a:schemeClr val="tx2">
                        <a:lumMod val="10000"/>
                      </a:schemeClr>
                    </a:solidFill>
                    <a:latin typeface="Calibri" panose="020F0502020204030204" pitchFamily="34" charset="0"/>
                    <a:cs typeface="Calibri" panose="020F0502020204030204" pitchFamily="34" charset="0"/>
                  </a:rPr>
                  <a:t> ⇋ </a:t>
                </a:r>
                <a:r>
                  <a:rPr lang="en-IN" sz="1600" dirty="0" err="1">
                    <a:solidFill>
                      <a:schemeClr val="tx2">
                        <a:lumMod val="10000"/>
                      </a:schemeClr>
                    </a:solidFill>
                    <a:latin typeface="Calibri" panose="020F0502020204030204" pitchFamily="34" charset="0"/>
                    <a:cs typeface="Calibri" panose="020F0502020204030204" pitchFamily="34" charset="0"/>
                  </a:rPr>
                  <a:t>pC</a:t>
                </a:r>
                <a:r>
                  <a:rPr lang="en-IN" sz="1600" dirty="0">
                    <a:solidFill>
                      <a:schemeClr val="tx2">
                        <a:lumMod val="10000"/>
                      </a:schemeClr>
                    </a:solidFill>
                    <a:latin typeface="Calibri" panose="020F0502020204030204" pitchFamily="34" charset="0"/>
                    <a:cs typeface="Calibri" panose="020F0502020204030204" pitchFamily="34" charset="0"/>
                  </a:rPr>
                  <a:t> + </a:t>
                </a:r>
                <a:r>
                  <a:rPr lang="en-IN" sz="1600" dirty="0" err="1">
                    <a:solidFill>
                      <a:schemeClr val="tx2">
                        <a:lumMod val="10000"/>
                      </a:schemeClr>
                    </a:solidFill>
                    <a:latin typeface="Calibri" panose="020F0502020204030204" pitchFamily="34" charset="0"/>
                    <a:cs typeface="Calibri" panose="020F0502020204030204" pitchFamily="34" charset="0"/>
                  </a:rPr>
                  <a:t>qD</a:t>
                </a:r>
                <a:endParaRPr lang="en-IN" sz="1600" dirty="0">
                  <a:solidFill>
                    <a:schemeClr val="tx2">
                      <a:lumMod val="10000"/>
                    </a:schemeClr>
                  </a:solidFill>
                  <a:latin typeface="Calibri" panose="020F0502020204030204" pitchFamily="34" charset="0"/>
                  <a:cs typeface="Calibri" panose="020F0502020204030204" pitchFamily="34" charset="0"/>
                </a:endParaRPr>
              </a:p>
              <a:p>
                <a:pPr marL="0" indent="0">
                  <a:lnSpc>
                    <a:spcPct val="114000"/>
                  </a:lnSpc>
                  <a:spcBef>
                    <a:spcPts val="600"/>
                  </a:spcBef>
                  <a:buNone/>
                </a:pPr>
                <a:r>
                  <a:rPr lang="en-IN" sz="1600" dirty="0">
                    <a:solidFill>
                      <a:schemeClr val="tx2">
                        <a:lumMod val="10000"/>
                      </a:schemeClr>
                    </a:solidFill>
                    <a:latin typeface="Calibri" panose="020F0502020204030204" pitchFamily="34" charset="0"/>
                    <a:cs typeface="Calibri" panose="020F0502020204030204" pitchFamily="34" charset="0"/>
                  </a:rPr>
                  <a:t>where,</a:t>
                </a:r>
              </a:p>
              <a:p>
                <a:pPr marL="0" indent="0">
                  <a:lnSpc>
                    <a:spcPct val="114000"/>
                  </a:lnSpc>
                  <a:spcBef>
                    <a:spcPts val="600"/>
                  </a:spcBef>
                  <a:buNone/>
                </a:pPr>
                <a:r>
                  <a:rPr lang="en-IN" sz="1600" dirty="0">
                    <a:solidFill>
                      <a:schemeClr val="tx2">
                        <a:lumMod val="10000"/>
                      </a:schemeClr>
                    </a:solidFill>
                    <a:latin typeface="Calibri" panose="020F0502020204030204" pitchFamily="34" charset="0"/>
                    <a:cs typeface="Calibri" panose="020F0502020204030204" pitchFamily="34" charset="0"/>
                  </a:rPr>
                  <a:t>A and B are reactants,</a:t>
                </a:r>
              </a:p>
              <a:p>
                <a:pPr marL="0" indent="0">
                  <a:lnSpc>
                    <a:spcPct val="114000"/>
                  </a:lnSpc>
                  <a:spcBef>
                    <a:spcPts val="600"/>
                  </a:spcBef>
                  <a:buNone/>
                </a:pPr>
                <a:r>
                  <a:rPr lang="en-IN" sz="1600" dirty="0">
                    <a:solidFill>
                      <a:schemeClr val="tx2">
                        <a:lumMod val="10000"/>
                      </a:schemeClr>
                    </a:solidFill>
                    <a:latin typeface="Calibri" panose="020F0502020204030204" pitchFamily="34" charset="0"/>
                    <a:cs typeface="Calibri" panose="020F0502020204030204" pitchFamily="34" charset="0"/>
                  </a:rPr>
                  <a:t>C and D are products,</a:t>
                </a:r>
              </a:p>
              <a:p>
                <a:pPr marL="0" indent="0">
                  <a:lnSpc>
                    <a:spcPct val="114000"/>
                  </a:lnSpc>
                  <a:spcBef>
                    <a:spcPts val="600"/>
                  </a:spcBef>
                  <a:buNone/>
                </a:pPr>
                <a:r>
                  <a:rPr lang="en-IN" sz="1600" dirty="0">
                    <a:solidFill>
                      <a:schemeClr val="tx2">
                        <a:lumMod val="10000"/>
                      </a:schemeClr>
                    </a:solidFill>
                    <a:latin typeface="Calibri" panose="020F0502020204030204" pitchFamily="34" charset="0"/>
                    <a:cs typeface="Calibri" panose="020F0502020204030204" pitchFamily="34" charset="0"/>
                  </a:rPr>
                  <a:t>m, n, p and q are the number of moles.</a:t>
                </a:r>
              </a:p>
              <a:p>
                <a:pPr marL="0" indent="0">
                  <a:lnSpc>
                    <a:spcPct val="114000"/>
                  </a:lnSpc>
                  <a:spcBef>
                    <a:spcPts val="600"/>
                  </a:spcBef>
                  <a:buNone/>
                </a:pPr>
                <a:r>
                  <a:rPr lang="en-IN" sz="1600" dirty="0">
                    <a:solidFill>
                      <a:schemeClr val="tx2">
                        <a:lumMod val="10000"/>
                      </a:schemeClr>
                    </a:solidFill>
                    <a:latin typeface="Calibri" panose="020F0502020204030204" pitchFamily="34" charset="0"/>
                    <a:cs typeface="Calibri" panose="020F0502020204030204" pitchFamily="34" charset="0"/>
                  </a:rPr>
                  <a:t>The equilibrium constant K</a:t>
                </a:r>
                <a:r>
                  <a:rPr lang="en-IN" sz="1600" baseline="-25000" dirty="0">
                    <a:solidFill>
                      <a:schemeClr val="tx2">
                        <a:lumMod val="10000"/>
                      </a:schemeClr>
                    </a:solidFill>
                    <a:latin typeface="Calibri" panose="020F0502020204030204" pitchFamily="34" charset="0"/>
                    <a:cs typeface="Calibri" panose="020F0502020204030204" pitchFamily="34" charset="0"/>
                  </a:rPr>
                  <a:t>c</a:t>
                </a:r>
                <a:r>
                  <a:rPr lang="en-IN" sz="1600" dirty="0">
                    <a:solidFill>
                      <a:schemeClr val="tx2">
                        <a:lumMod val="10000"/>
                      </a:schemeClr>
                    </a:solidFill>
                    <a:latin typeface="Calibri" panose="020F0502020204030204" pitchFamily="34" charset="0"/>
                    <a:cs typeface="Calibri" panose="020F0502020204030204" pitchFamily="34" charset="0"/>
                  </a:rPr>
                  <a:t> is,</a:t>
                </a:r>
              </a:p>
              <a:p>
                <a:pPr marL="0" indent="127000">
                  <a:lnSpc>
                    <a:spcPct val="114000"/>
                  </a:lnSpc>
                  <a:spcBef>
                    <a:spcPts val="600"/>
                  </a:spcBef>
                  <a:buNone/>
                </a:pPr>
                <a14:m>
                  <m:oMathPara xmlns:m="http://schemas.openxmlformats.org/officeDocument/2006/math">
                    <m:oMathParaPr>
                      <m:jc m:val="centerGroup"/>
                    </m:oMathParaPr>
                    <m:oMath xmlns:m="http://schemas.openxmlformats.org/officeDocument/2006/math">
                      <m:sSub>
                        <m:sSubPr>
                          <m:ctrlPr>
                            <a:rPr lang="ar-AE" sz="1600" i="1">
                              <a:solidFill>
                                <a:schemeClr val="tx2">
                                  <a:lumMod val="10000"/>
                                </a:schemeClr>
                              </a:solidFill>
                              <a:latin typeface="Cambria Math" panose="02040503050406030204" pitchFamily="18" charset="0"/>
                            </a:rPr>
                          </m:ctrlPr>
                        </m:sSubPr>
                        <m:e>
                          <m:r>
                            <a:rPr lang="ar-AE" sz="1600" i="1">
                              <a:solidFill>
                                <a:schemeClr val="tx2">
                                  <a:lumMod val="10000"/>
                                </a:schemeClr>
                              </a:solidFill>
                              <a:latin typeface="Cambria Math" panose="02040503050406030204" pitchFamily="18" charset="0"/>
                            </a:rPr>
                            <m:t>𝐾</m:t>
                          </m:r>
                        </m:e>
                        <m:sub>
                          <m:r>
                            <a:rPr lang="ar-AE" sz="1600" i="1">
                              <a:solidFill>
                                <a:schemeClr val="tx2">
                                  <a:lumMod val="10000"/>
                                </a:schemeClr>
                              </a:solidFill>
                              <a:latin typeface="Cambria Math" panose="02040503050406030204" pitchFamily="18" charset="0"/>
                            </a:rPr>
                            <m:t>𝑐</m:t>
                          </m:r>
                        </m:sub>
                      </m:sSub>
                      <m:r>
                        <a:rPr lang="ar-AE" sz="1600" i="1">
                          <a:solidFill>
                            <a:schemeClr val="tx2">
                              <a:lumMod val="10000"/>
                            </a:schemeClr>
                          </a:solidFill>
                          <a:latin typeface="Cambria Math" panose="02040503050406030204" pitchFamily="18" charset="0"/>
                        </a:rPr>
                        <m:t>=</m:t>
                      </m:r>
                      <m:f>
                        <m:fPr>
                          <m:ctrlPr>
                            <a:rPr lang="ar-AE" sz="1600" i="1">
                              <a:solidFill>
                                <a:schemeClr val="tx2">
                                  <a:lumMod val="10000"/>
                                </a:schemeClr>
                              </a:solidFill>
                              <a:latin typeface="Cambria Math" panose="02040503050406030204" pitchFamily="18" charset="0"/>
                            </a:rPr>
                          </m:ctrlPr>
                        </m:fPr>
                        <m:num>
                          <m:sSup>
                            <m:sSupPr>
                              <m:ctrlPr>
                                <a:rPr lang="ar-AE" sz="1600" i="1">
                                  <a:solidFill>
                                    <a:schemeClr val="tx2">
                                      <a:lumMod val="10000"/>
                                    </a:schemeClr>
                                  </a:solidFill>
                                  <a:latin typeface="Cambria Math" panose="02040503050406030204" pitchFamily="18" charset="0"/>
                                </a:rPr>
                              </m:ctrlPr>
                            </m:sSupPr>
                            <m:e>
                              <m:r>
                                <a:rPr lang="ar-AE" sz="1600" i="1">
                                  <a:solidFill>
                                    <a:schemeClr val="tx2">
                                      <a:lumMod val="10000"/>
                                    </a:schemeClr>
                                  </a:solidFill>
                                  <a:latin typeface="Cambria Math" panose="02040503050406030204" pitchFamily="18" charset="0"/>
                                </a:rPr>
                                <m:t>[</m:t>
                              </m:r>
                              <m:r>
                                <a:rPr lang="ar-AE" sz="1600" i="1">
                                  <a:solidFill>
                                    <a:schemeClr val="tx2">
                                      <a:lumMod val="10000"/>
                                    </a:schemeClr>
                                  </a:solidFill>
                                  <a:latin typeface="Cambria Math" panose="02040503050406030204" pitchFamily="18" charset="0"/>
                                </a:rPr>
                                <m:t>𝐶</m:t>
                              </m:r>
                              <m:r>
                                <a:rPr lang="ar-AE" sz="1600" i="1">
                                  <a:solidFill>
                                    <a:schemeClr val="tx2">
                                      <a:lumMod val="10000"/>
                                    </a:schemeClr>
                                  </a:solidFill>
                                  <a:latin typeface="Cambria Math" panose="02040503050406030204" pitchFamily="18" charset="0"/>
                                </a:rPr>
                                <m:t>]</m:t>
                              </m:r>
                            </m:e>
                            <m:sup>
                              <m:r>
                                <a:rPr lang="ar-AE" sz="1600" i="1">
                                  <a:solidFill>
                                    <a:schemeClr val="tx2">
                                      <a:lumMod val="10000"/>
                                    </a:schemeClr>
                                  </a:solidFill>
                                  <a:latin typeface="Cambria Math" panose="02040503050406030204" pitchFamily="18" charset="0"/>
                                </a:rPr>
                                <m:t>𝑝</m:t>
                              </m:r>
                            </m:sup>
                          </m:sSup>
                          <m:sSup>
                            <m:sSupPr>
                              <m:ctrlPr>
                                <a:rPr lang="ar-AE" sz="1600" i="1">
                                  <a:solidFill>
                                    <a:schemeClr val="tx2">
                                      <a:lumMod val="10000"/>
                                    </a:schemeClr>
                                  </a:solidFill>
                                  <a:latin typeface="Cambria Math" panose="02040503050406030204" pitchFamily="18" charset="0"/>
                                </a:rPr>
                              </m:ctrlPr>
                            </m:sSupPr>
                            <m:e>
                              <m:r>
                                <a:rPr lang="ar-AE" sz="1600" i="1">
                                  <a:solidFill>
                                    <a:schemeClr val="tx2">
                                      <a:lumMod val="10000"/>
                                    </a:schemeClr>
                                  </a:solidFill>
                                  <a:latin typeface="Cambria Math" panose="02040503050406030204" pitchFamily="18" charset="0"/>
                                </a:rPr>
                                <m:t>[</m:t>
                              </m:r>
                              <m:r>
                                <a:rPr lang="ar-AE" sz="1600" i="1">
                                  <a:solidFill>
                                    <a:schemeClr val="tx2">
                                      <a:lumMod val="10000"/>
                                    </a:schemeClr>
                                  </a:solidFill>
                                  <a:latin typeface="Cambria Math" panose="02040503050406030204" pitchFamily="18" charset="0"/>
                                </a:rPr>
                                <m:t>𝐷</m:t>
                              </m:r>
                              <m:r>
                                <a:rPr lang="ar-AE" sz="1600" i="1">
                                  <a:solidFill>
                                    <a:schemeClr val="tx2">
                                      <a:lumMod val="10000"/>
                                    </a:schemeClr>
                                  </a:solidFill>
                                  <a:latin typeface="Cambria Math" panose="02040503050406030204" pitchFamily="18" charset="0"/>
                                </a:rPr>
                                <m:t>]</m:t>
                              </m:r>
                            </m:e>
                            <m:sup>
                              <m:r>
                                <a:rPr lang="ar-AE" sz="1600" i="1">
                                  <a:solidFill>
                                    <a:schemeClr val="tx2">
                                      <a:lumMod val="10000"/>
                                    </a:schemeClr>
                                  </a:solidFill>
                                  <a:latin typeface="Cambria Math" panose="02040503050406030204" pitchFamily="18" charset="0"/>
                                </a:rPr>
                                <m:t>𝑞</m:t>
                              </m:r>
                            </m:sup>
                          </m:sSup>
                        </m:num>
                        <m:den>
                          <m:sSup>
                            <m:sSupPr>
                              <m:ctrlPr>
                                <a:rPr lang="ar-AE" sz="1600" i="1">
                                  <a:solidFill>
                                    <a:schemeClr val="tx2">
                                      <a:lumMod val="10000"/>
                                    </a:schemeClr>
                                  </a:solidFill>
                                  <a:latin typeface="Cambria Math" panose="02040503050406030204" pitchFamily="18" charset="0"/>
                                </a:rPr>
                              </m:ctrlPr>
                            </m:sSupPr>
                            <m:e>
                              <m:r>
                                <a:rPr lang="ar-AE" sz="1600" i="1">
                                  <a:solidFill>
                                    <a:schemeClr val="tx2">
                                      <a:lumMod val="10000"/>
                                    </a:schemeClr>
                                  </a:solidFill>
                                  <a:latin typeface="Cambria Math" panose="02040503050406030204" pitchFamily="18" charset="0"/>
                                </a:rPr>
                                <m:t>[</m:t>
                              </m:r>
                              <m:r>
                                <a:rPr lang="ar-AE" sz="1600" i="1">
                                  <a:solidFill>
                                    <a:schemeClr val="tx2">
                                      <a:lumMod val="10000"/>
                                    </a:schemeClr>
                                  </a:solidFill>
                                  <a:latin typeface="Cambria Math" panose="02040503050406030204" pitchFamily="18" charset="0"/>
                                </a:rPr>
                                <m:t>𝐴</m:t>
                              </m:r>
                              <m:r>
                                <a:rPr lang="ar-AE" sz="1600" i="1">
                                  <a:solidFill>
                                    <a:schemeClr val="tx2">
                                      <a:lumMod val="10000"/>
                                    </a:schemeClr>
                                  </a:solidFill>
                                  <a:latin typeface="Cambria Math" panose="02040503050406030204" pitchFamily="18" charset="0"/>
                                </a:rPr>
                                <m:t>]</m:t>
                              </m:r>
                            </m:e>
                            <m:sup>
                              <m:r>
                                <a:rPr lang="ar-AE" sz="1600" i="1">
                                  <a:solidFill>
                                    <a:schemeClr val="tx2">
                                      <a:lumMod val="10000"/>
                                    </a:schemeClr>
                                  </a:solidFill>
                                  <a:latin typeface="Cambria Math" panose="02040503050406030204" pitchFamily="18" charset="0"/>
                                </a:rPr>
                                <m:t>𝑚</m:t>
                              </m:r>
                            </m:sup>
                          </m:sSup>
                          <m:sSup>
                            <m:sSupPr>
                              <m:ctrlPr>
                                <a:rPr lang="ar-AE" sz="1600" i="1">
                                  <a:solidFill>
                                    <a:schemeClr val="tx2">
                                      <a:lumMod val="10000"/>
                                    </a:schemeClr>
                                  </a:solidFill>
                                  <a:latin typeface="Cambria Math" panose="02040503050406030204" pitchFamily="18" charset="0"/>
                                </a:rPr>
                              </m:ctrlPr>
                            </m:sSupPr>
                            <m:e>
                              <m:r>
                                <a:rPr lang="ar-AE" sz="1600" i="1">
                                  <a:solidFill>
                                    <a:schemeClr val="tx2">
                                      <a:lumMod val="10000"/>
                                    </a:schemeClr>
                                  </a:solidFill>
                                  <a:latin typeface="Cambria Math" panose="02040503050406030204" pitchFamily="18" charset="0"/>
                                </a:rPr>
                                <m:t>[</m:t>
                              </m:r>
                              <m:r>
                                <a:rPr lang="ar-AE" sz="1600" i="1">
                                  <a:solidFill>
                                    <a:schemeClr val="tx2">
                                      <a:lumMod val="10000"/>
                                    </a:schemeClr>
                                  </a:solidFill>
                                  <a:latin typeface="Cambria Math" panose="02040503050406030204" pitchFamily="18" charset="0"/>
                                </a:rPr>
                                <m:t>𝐵</m:t>
                              </m:r>
                              <m:r>
                                <a:rPr lang="ar-AE" sz="1600" i="1">
                                  <a:solidFill>
                                    <a:schemeClr val="tx2">
                                      <a:lumMod val="10000"/>
                                    </a:schemeClr>
                                  </a:solidFill>
                                  <a:latin typeface="Cambria Math" panose="02040503050406030204" pitchFamily="18" charset="0"/>
                                </a:rPr>
                                <m:t>]</m:t>
                              </m:r>
                            </m:e>
                            <m:sup>
                              <m:r>
                                <a:rPr lang="ar-AE" sz="1600" i="1">
                                  <a:solidFill>
                                    <a:schemeClr val="tx2">
                                      <a:lumMod val="10000"/>
                                    </a:schemeClr>
                                  </a:solidFill>
                                  <a:latin typeface="Cambria Math" panose="02040503050406030204" pitchFamily="18" charset="0"/>
                                </a:rPr>
                                <m:t>𝑛</m:t>
                              </m:r>
                            </m:sup>
                          </m:sSup>
                        </m:den>
                      </m:f>
                    </m:oMath>
                  </m:oMathPara>
                </a14:m>
                <a:endParaRPr lang="ar-AE" sz="1600" dirty="0">
                  <a:solidFill>
                    <a:schemeClr val="tx2">
                      <a:lumMod val="10000"/>
                    </a:schemeClr>
                  </a:solidFill>
                  <a:latin typeface="Calibri" panose="020F0502020204030204" pitchFamily="34" charset="0"/>
                </a:endParaRPr>
              </a:p>
            </p:txBody>
          </p:sp>
        </mc:Choice>
        <mc:Fallback xmlns="">
          <p:sp>
            <p:nvSpPr>
              <p:cNvPr id="118" name="Google Shape;118;p26"/>
              <p:cNvSpPr txBox="1">
                <a:spLocks noRot="1" noChangeAspect="1" noMove="1" noResize="1" noEditPoints="1" noAdjustHandles="1" noChangeArrowheads="1" noChangeShapeType="1" noTextEdit="1"/>
              </p:cNvSpPr>
              <p:nvPr/>
            </p:nvSpPr>
            <p:spPr>
              <a:xfrm>
                <a:off x="726438" y="1793764"/>
                <a:ext cx="7691123" cy="2492100"/>
              </a:xfrm>
              <a:prstGeom prst="rect">
                <a:avLst/>
              </a:prstGeom>
              <a:blipFill>
                <a:blip r:embed="rId3"/>
                <a:stretch>
                  <a:fillRect l="-396" b="-26650"/>
                </a:stretch>
              </a:blipFill>
              <a:ln>
                <a:noFill/>
              </a:ln>
            </p:spPr>
            <p:txBody>
              <a:bodyPr/>
              <a:lstStyle/>
              <a:p>
                <a:r>
                  <a:rPr lang="en-GB">
                    <a:noFill/>
                  </a:rPr>
                  <a:t> </a:t>
                </a:r>
              </a:p>
            </p:txBody>
          </p:sp>
        </mc:Fallback>
      </mc:AlternateContent>
    </p:spTree>
    <p:extLst>
      <p:ext uri="{BB962C8B-B14F-4D97-AF65-F5344CB8AC3E}">
        <p14:creationId xmlns:p14="http://schemas.microsoft.com/office/powerpoint/2010/main" val="112956580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16"/>
        <p:cNvGrpSpPr/>
        <p:nvPr/>
      </p:nvGrpSpPr>
      <p:grpSpPr>
        <a:xfrm>
          <a:off x="0" y="0"/>
          <a:ext cx="0" cy="0"/>
          <a:chOff x="0" y="0"/>
          <a:chExt cx="0" cy="0"/>
        </a:xfrm>
      </p:grpSpPr>
      <p:sp>
        <p:nvSpPr>
          <p:cNvPr id="117" name="Google Shape;117;p26"/>
          <p:cNvSpPr txBox="1">
            <a:spLocks noGrp="1"/>
          </p:cNvSpPr>
          <p:nvPr>
            <p:ph type="title"/>
          </p:nvPr>
        </p:nvSpPr>
        <p:spPr>
          <a:xfrm>
            <a:off x="933025" y="592925"/>
            <a:ext cx="6305100" cy="767700"/>
          </a:xfrm>
          <a:prstGeom prst="rect">
            <a:avLst/>
          </a:prstGeom>
        </p:spPr>
        <p:txBody>
          <a:bodyPr spcFirstLastPara="1" wrap="square" lIns="91425" tIns="91425" rIns="91425" bIns="91425" anchor="b" anchorCtr="0">
            <a:noAutofit/>
          </a:bodyPr>
          <a:lstStyle/>
          <a:p>
            <a:pPr lvl="0">
              <a:lnSpc>
                <a:spcPct val="112000"/>
              </a:lnSpc>
            </a:pPr>
            <a:r>
              <a:rPr lang="en-IN" dirty="0">
                <a:latin typeface="Calibri" panose="020F0502020204030204" pitchFamily="34" charset="0"/>
                <a:cs typeface="Calibri" panose="020F0502020204030204" pitchFamily="34" charset="0"/>
              </a:rPr>
              <a:t>The equilibrium constant K</a:t>
            </a:r>
            <a:r>
              <a:rPr lang="en-IN" baseline="-25000" dirty="0">
                <a:latin typeface="Calibri" panose="020F0502020204030204" pitchFamily="34" charset="0"/>
                <a:cs typeface="Calibri" panose="020F0502020204030204" pitchFamily="34" charset="0"/>
              </a:rPr>
              <a:t>c</a:t>
            </a:r>
            <a:endParaRPr lang="en-IN" dirty="0">
              <a:latin typeface="Calibri" panose="020F0502020204030204" pitchFamily="34" charset="0"/>
              <a:cs typeface="Calibri" panose="020F0502020204030204" pitchFamily="34" charset="0"/>
            </a:endParaRPr>
          </a:p>
        </p:txBody>
      </p:sp>
      <mc:AlternateContent xmlns:mc="http://schemas.openxmlformats.org/markup-compatibility/2006" xmlns:a14="http://schemas.microsoft.com/office/drawing/2010/main">
        <mc:Choice Requires="a14">
          <p:sp>
            <p:nvSpPr>
              <p:cNvPr id="118" name="Google Shape;118;p26"/>
              <p:cNvSpPr txBox="1"/>
              <p:nvPr/>
            </p:nvSpPr>
            <p:spPr>
              <a:xfrm>
                <a:off x="679154" y="1887548"/>
                <a:ext cx="7330800" cy="2492100"/>
              </a:xfrm>
              <a:prstGeom prst="rect">
                <a:avLst/>
              </a:prstGeom>
              <a:noFill/>
              <a:ln>
                <a:noFill/>
              </a:ln>
            </p:spPr>
            <p:txBody>
              <a:bodyPr spcFirstLastPara="1" wrap="square" lIns="91425" tIns="91425" rIns="91425" bIns="91425" anchor="t" anchorCtr="0">
                <a:noAutofit/>
              </a:bodyPr>
              <a:lstStyle/>
              <a:p>
                <a:pPr marL="0" indent="0">
                  <a:lnSpc>
                    <a:spcPct val="112000"/>
                  </a:lnSpc>
                  <a:buNone/>
                </a:pPr>
                <a:r>
                  <a:rPr lang="en-IN" sz="1600" b="1" dirty="0">
                    <a:solidFill>
                      <a:schemeClr val="tx2">
                        <a:lumMod val="10000"/>
                      </a:schemeClr>
                    </a:solidFill>
                    <a:latin typeface="Calibri" panose="020F0502020204030204" pitchFamily="34" charset="0"/>
                    <a:cs typeface="Calibri" panose="020F0502020204030204" pitchFamily="34" charset="0"/>
                  </a:rPr>
                  <a:t>Example 1</a:t>
                </a:r>
                <a:r>
                  <a:rPr lang="en-IN" sz="1600" dirty="0">
                    <a:solidFill>
                      <a:schemeClr val="tx2">
                        <a:lumMod val="10000"/>
                      </a:schemeClr>
                    </a:solidFill>
                    <a:latin typeface="Calibri" panose="020F0502020204030204" pitchFamily="34" charset="0"/>
                    <a:cs typeface="Calibri" panose="020F0502020204030204" pitchFamily="34" charset="0"/>
                  </a:rPr>
                  <a:t>: The equilibrium constant for the following reaction is,</a:t>
                </a:r>
              </a:p>
              <a:p>
                <a:pPr marL="0" indent="0">
                  <a:lnSpc>
                    <a:spcPct val="112000"/>
                  </a:lnSpc>
                  <a:buNone/>
                </a:pPr>
                <a:r>
                  <a:rPr lang="en-IN" sz="1600" dirty="0">
                    <a:solidFill>
                      <a:schemeClr val="tx2">
                        <a:lumMod val="10000"/>
                      </a:schemeClr>
                    </a:solidFill>
                    <a:latin typeface="Calibri" panose="020F0502020204030204" pitchFamily="34" charset="0"/>
                    <a:cs typeface="Calibri" panose="020F0502020204030204" pitchFamily="34" charset="0"/>
                  </a:rPr>
                  <a:t>N</a:t>
                </a:r>
                <a:r>
                  <a:rPr lang="en-IN" sz="1600" baseline="-25000" dirty="0">
                    <a:solidFill>
                      <a:schemeClr val="tx2">
                        <a:lumMod val="10000"/>
                      </a:schemeClr>
                    </a:solidFill>
                    <a:latin typeface="Calibri" panose="020F0502020204030204" pitchFamily="34" charset="0"/>
                    <a:cs typeface="Calibri" panose="020F0502020204030204" pitchFamily="34" charset="0"/>
                  </a:rPr>
                  <a:t>2</a:t>
                </a:r>
                <a:r>
                  <a:rPr lang="en-IN" sz="1600" dirty="0">
                    <a:solidFill>
                      <a:schemeClr val="tx2">
                        <a:lumMod val="10000"/>
                      </a:schemeClr>
                    </a:solidFill>
                    <a:latin typeface="Calibri" panose="020F0502020204030204" pitchFamily="34" charset="0"/>
                    <a:cs typeface="Calibri" panose="020F0502020204030204" pitchFamily="34" charset="0"/>
                  </a:rPr>
                  <a:t> (g) + 3H</a:t>
                </a:r>
                <a:r>
                  <a:rPr lang="en-IN" sz="1600" baseline="-25000" dirty="0">
                    <a:solidFill>
                      <a:schemeClr val="tx2">
                        <a:lumMod val="10000"/>
                      </a:schemeClr>
                    </a:solidFill>
                    <a:latin typeface="Calibri" panose="020F0502020204030204" pitchFamily="34" charset="0"/>
                    <a:cs typeface="Calibri" panose="020F0502020204030204" pitchFamily="34" charset="0"/>
                  </a:rPr>
                  <a:t>2</a:t>
                </a:r>
                <a:r>
                  <a:rPr lang="en-IN" sz="1600" dirty="0">
                    <a:solidFill>
                      <a:schemeClr val="tx2">
                        <a:lumMod val="10000"/>
                      </a:schemeClr>
                    </a:solidFill>
                    <a:latin typeface="Calibri" panose="020F0502020204030204" pitchFamily="34" charset="0"/>
                    <a:cs typeface="Calibri" panose="020F0502020204030204" pitchFamily="34" charset="0"/>
                  </a:rPr>
                  <a:t> (g) ⇋ 2NH</a:t>
                </a:r>
                <a:r>
                  <a:rPr lang="en-IN" sz="1600" baseline="-25000" dirty="0">
                    <a:solidFill>
                      <a:schemeClr val="tx2">
                        <a:lumMod val="10000"/>
                      </a:schemeClr>
                    </a:solidFill>
                    <a:latin typeface="Calibri" panose="020F0502020204030204" pitchFamily="34" charset="0"/>
                    <a:cs typeface="Calibri" panose="020F0502020204030204" pitchFamily="34" charset="0"/>
                  </a:rPr>
                  <a:t>3</a:t>
                </a:r>
                <a:r>
                  <a:rPr lang="en-IN" sz="1600" dirty="0">
                    <a:solidFill>
                      <a:schemeClr val="tx2">
                        <a:lumMod val="10000"/>
                      </a:schemeClr>
                    </a:solidFill>
                    <a:latin typeface="Calibri" panose="020F0502020204030204" pitchFamily="34" charset="0"/>
                    <a:cs typeface="Calibri" panose="020F0502020204030204" pitchFamily="34" charset="0"/>
                  </a:rPr>
                  <a:t> (g)</a:t>
                </a:r>
              </a:p>
              <a:p>
                <a:pPr marL="0" indent="0">
                  <a:lnSpc>
                    <a:spcPct val="112000"/>
                  </a:lnSpc>
                  <a:buNone/>
                </a:pPr>
                <a14:m>
                  <m:oMathPara xmlns:m="http://schemas.openxmlformats.org/officeDocument/2006/math">
                    <m:oMathParaPr>
                      <m:jc m:val="centerGroup"/>
                    </m:oMathParaPr>
                    <m:oMath xmlns:m="http://schemas.openxmlformats.org/officeDocument/2006/math">
                      <m:sSub>
                        <m:sSubPr>
                          <m:ctrlPr>
                            <a:rPr lang="en-IN" sz="1600" i="1">
                              <a:solidFill>
                                <a:schemeClr val="tx2">
                                  <a:lumMod val="10000"/>
                                </a:schemeClr>
                              </a:solidFill>
                              <a:latin typeface="Cambria Math" panose="02040503050406030204" pitchFamily="18" charset="0"/>
                            </a:rPr>
                          </m:ctrlPr>
                        </m:sSubPr>
                        <m:e>
                          <m:r>
                            <a:rPr lang="en-IN" sz="1600" i="1">
                              <a:solidFill>
                                <a:schemeClr val="tx2">
                                  <a:lumMod val="10000"/>
                                </a:schemeClr>
                              </a:solidFill>
                              <a:latin typeface="Cambria Math" panose="02040503050406030204" pitchFamily="18" charset="0"/>
                            </a:rPr>
                            <m:t>𝐾</m:t>
                          </m:r>
                        </m:e>
                        <m:sub>
                          <m:r>
                            <a:rPr lang="en-IN" sz="1600" i="1">
                              <a:solidFill>
                                <a:schemeClr val="tx2">
                                  <a:lumMod val="10000"/>
                                </a:schemeClr>
                              </a:solidFill>
                              <a:latin typeface="Cambria Math" panose="02040503050406030204" pitchFamily="18" charset="0"/>
                            </a:rPr>
                            <m:t>𝑐</m:t>
                          </m:r>
                        </m:sub>
                      </m:sSub>
                      <m:r>
                        <a:rPr lang="en-IN" sz="1600" i="1">
                          <a:solidFill>
                            <a:schemeClr val="tx2">
                              <a:lumMod val="10000"/>
                            </a:schemeClr>
                          </a:solidFill>
                          <a:latin typeface="Cambria Math" panose="02040503050406030204" pitchFamily="18" charset="0"/>
                        </a:rPr>
                        <m:t>=</m:t>
                      </m:r>
                      <m:f>
                        <m:fPr>
                          <m:ctrlPr>
                            <a:rPr lang="en-IN" sz="1600" i="1">
                              <a:solidFill>
                                <a:schemeClr val="tx2">
                                  <a:lumMod val="10000"/>
                                </a:schemeClr>
                              </a:solidFill>
                              <a:latin typeface="Cambria Math" panose="02040503050406030204" pitchFamily="18" charset="0"/>
                            </a:rPr>
                          </m:ctrlPr>
                        </m:fPr>
                        <m:num>
                          <m:sSup>
                            <m:sSupPr>
                              <m:ctrlPr>
                                <a:rPr lang="en-IN" sz="1600" i="1">
                                  <a:solidFill>
                                    <a:schemeClr val="tx2">
                                      <a:lumMod val="10000"/>
                                    </a:schemeClr>
                                  </a:solidFill>
                                  <a:latin typeface="Cambria Math" panose="02040503050406030204" pitchFamily="18" charset="0"/>
                                </a:rPr>
                              </m:ctrlPr>
                            </m:sSupPr>
                            <m:e>
                              <m:r>
                                <a:rPr lang="en-IN" sz="1600" i="1">
                                  <a:solidFill>
                                    <a:schemeClr val="tx2">
                                      <a:lumMod val="10000"/>
                                    </a:schemeClr>
                                  </a:solidFill>
                                  <a:latin typeface="Cambria Math" panose="02040503050406030204" pitchFamily="18" charset="0"/>
                                </a:rPr>
                                <m:t>[</m:t>
                              </m:r>
                              <m:r>
                                <a:rPr lang="en-IN" sz="1600" i="1">
                                  <a:solidFill>
                                    <a:schemeClr val="tx2">
                                      <a:lumMod val="10000"/>
                                    </a:schemeClr>
                                  </a:solidFill>
                                  <a:latin typeface="Cambria Math" panose="02040503050406030204" pitchFamily="18" charset="0"/>
                                </a:rPr>
                                <m:t>𝑁</m:t>
                              </m:r>
                              <m:sSub>
                                <m:sSubPr>
                                  <m:ctrlPr>
                                    <a:rPr lang="en-IN" sz="1600" i="1">
                                      <a:solidFill>
                                        <a:schemeClr val="tx2">
                                          <a:lumMod val="10000"/>
                                        </a:schemeClr>
                                      </a:solidFill>
                                      <a:latin typeface="Cambria Math" panose="02040503050406030204" pitchFamily="18" charset="0"/>
                                    </a:rPr>
                                  </m:ctrlPr>
                                </m:sSubPr>
                                <m:e>
                                  <m:r>
                                    <a:rPr lang="en-IN" sz="1600" i="1">
                                      <a:solidFill>
                                        <a:schemeClr val="tx2">
                                          <a:lumMod val="10000"/>
                                        </a:schemeClr>
                                      </a:solidFill>
                                      <a:latin typeface="Cambria Math" panose="02040503050406030204" pitchFamily="18" charset="0"/>
                                    </a:rPr>
                                    <m:t>𝐻</m:t>
                                  </m:r>
                                </m:e>
                                <m:sub>
                                  <m:r>
                                    <a:rPr lang="en-IN" sz="1600" i="1">
                                      <a:solidFill>
                                        <a:schemeClr val="tx2">
                                          <a:lumMod val="10000"/>
                                        </a:schemeClr>
                                      </a:solidFill>
                                      <a:latin typeface="Cambria Math" panose="02040503050406030204" pitchFamily="18" charset="0"/>
                                    </a:rPr>
                                    <m:t>3</m:t>
                                  </m:r>
                                </m:sub>
                              </m:sSub>
                              <m:r>
                                <a:rPr lang="en-IN" sz="1600" i="1">
                                  <a:solidFill>
                                    <a:schemeClr val="tx2">
                                      <a:lumMod val="10000"/>
                                    </a:schemeClr>
                                  </a:solidFill>
                                  <a:latin typeface="Cambria Math" panose="02040503050406030204" pitchFamily="18" charset="0"/>
                                </a:rPr>
                                <m:t>]</m:t>
                              </m:r>
                            </m:e>
                            <m:sup>
                              <m:r>
                                <a:rPr lang="en-IN" sz="1600" i="1">
                                  <a:solidFill>
                                    <a:schemeClr val="tx2">
                                      <a:lumMod val="10000"/>
                                    </a:schemeClr>
                                  </a:solidFill>
                                  <a:latin typeface="Cambria Math" panose="02040503050406030204" pitchFamily="18" charset="0"/>
                                </a:rPr>
                                <m:t>2</m:t>
                              </m:r>
                            </m:sup>
                          </m:sSup>
                        </m:num>
                        <m:den>
                          <m:sSup>
                            <m:sSupPr>
                              <m:ctrlPr>
                                <a:rPr lang="en-IN" sz="1600" i="1">
                                  <a:solidFill>
                                    <a:schemeClr val="tx2">
                                      <a:lumMod val="10000"/>
                                    </a:schemeClr>
                                  </a:solidFill>
                                  <a:latin typeface="Cambria Math" panose="02040503050406030204" pitchFamily="18" charset="0"/>
                                </a:rPr>
                              </m:ctrlPr>
                            </m:sSupPr>
                            <m:e>
                              <m:r>
                                <a:rPr lang="en-IN" sz="1600" i="1">
                                  <a:solidFill>
                                    <a:schemeClr val="tx2">
                                      <a:lumMod val="10000"/>
                                    </a:schemeClr>
                                  </a:solidFill>
                                  <a:latin typeface="Cambria Math" panose="02040503050406030204" pitchFamily="18" charset="0"/>
                                </a:rPr>
                                <m:t>[</m:t>
                              </m:r>
                              <m:sSub>
                                <m:sSubPr>
                                  <m:ctrlPr>
                                    <a:rPr lang="en-IN" sz="1600" i="1">
                                      <a:solidFill>
                                        <a:schemeClr val="tx2">
                                          <a:lumMod val="10000"/>
                                        </a:schemeClr>
                                      </a:solidFill>
                                      <a:latin typeface="Cambria Math" panose="02040503050406030204" pitchFamily="18" charset="0"/>
                                    </a:rPr>
                                  </m:ctrlPr>
                                </m:sSubPr>
                                <m:e>
                                  <m:r>
                                    <a:rPr lang="en-IN" sz="1600" i="1">
                                      <a:solidFill>
                                        <a:schemeClr val="tx2">
                                          <a:lumMod val="10000"/>
                                        </a:schemeClr>
                                      </a:solidFill>
                                      <a:latin typeface="Cambria Math" panose="02040503050406030204" pitchFamily="18" charset="0"/>
                                    </a:rPr>
                                    <m:t>𝑁</m:t>
                                  </m:r>
                                </m:e>
                                <m:sub>
                                  <m:r>
                                    <a:rPr lang="en-IN" sz="1600" i="1">
                                      <a:solidFill>
                                        <a:schemeClr val="tx2">
                                          <a:lumMod val="10000"/>
                                        </a:schemeClr>
                                      </a:solidFill>
                                      <a:latin typeface="Cambria Math" panose="02040503050406030204" pitchFamily="18" charset="0"/>
                                    </a:rPr>
                                    <m:t>2</m:t>
                                  </m:r>
                                </m:sub>
                              </m:sSub>
                              <m:r>
                                <a:rPr lang="en-IN" sz="1600" i="1">
                                  <a:solidFill>
                                    <a:schemeClr val="tx2">
                                      <a:lumMod val="10000"/>
                                    </a:schemeClr>
                                  </a:solidFill>
                                  <a:latin typeface="Cambria Math" panose="02040503050406030204" pitchFamily="18" charset="0"/>
                                </a:rPr>
                                <m:t>][</m:t>
                              </m:r>
                              <m:sSub>
                                <m:sSubPr>
                                  <m:ctrlPr>
                                    <a:rPr lang="en-IN" sz="1600" i="1">
                                      <a:solidFill>
                                        <a:schemeClr val="tx2">
                                          <a:lumMod val="10000"/>
                                        </a:schemeClr>
                                      </a:solidFill>
                                      <a:latin typeface="Cambria Math" panose="02040503050406030204" pitchFamily="18" charset="0"/>
                                    </a:rPr>
                                  </m:ctrlPr>
                                </m:sSubPr>
                                <m:e>
                                  <m:r>
                                    <a:rPr lang="en-IN" sz="1600" i="1">
                                      <a:solidFill>
                                        <a:schemeClr val="tx2">
                                          <a:lumMod val="10000"/>
                                        </a:schemeClr>
                                      </a:solidFill>
                                      <a:latin typeface="Cambria Math" panose="02040503050406030204" pitchFamily="18" charset="0"/>
                                    </a:rPr>
                                    <m:t>𝐻</m:t>
                                  </m:r>
                                </m:e>
                                <m:sub>
                                  <m:r>
                                    <a:rPr lang="en-IN" sz="1600" i="1">
                                      <a:solidFill>
                                        <a:schemeClr val="tx2">
                                          <a:lumMod val="10000"/>
                                        </a:schemeClr>
                                      </a:solidFill>
                                      <a:latin typeface="Cambria Math" panose="02040503050406030204" pitchFamily="18" charset="0"/>
                                    </a:rPr>
                                    <m:t>2</m:t>
                                  </m:r>
                                </m:sub>
                              </m:sSub>
                              <m:r>
                                <a:rPr lang="en-IN" sz="1600" i="1">
                                  <a:solidFill>
                                    <a:schemeClr val="tx2">
                                      <a:lumMod val="10000"/>
                                    </a:schemeClr>
                                  </a:solidFill>
                                  <a:latin typeface="Cambria Math" panose="02040503050406030204" pitchFamily="18" charset="0"/>
                                </a:rPr>
                                <m:t>]</m:t>
                              </m:r>
                            </m:e>
                            <m:sup>
                              <m:r>
                                <a:rPr lang="en-IN" sz="1600" i="1">
                                  <a:solidFill>
                                    <a:schemeClr val="tx2">
                                      <a:lumMod val="10000"/>
                                    </a:schemeClr>
                                  </a:solidFill>
                                  <a:latin typeface="Cambria Math" panose="02040503050406030204" pitchFamily="18" charset="0"/>
                                </a:rPr>
                                <m:t>3</m:t>
                              </m:r>
                            </m:sup>
                          </m:sSup>
                        </m:den>
                      </m:f>
                    </m:oMath>
                  </m:oMathPara>
                </a14:m>
                <a:endParaRPr lang="en-IN" sz="1600" dirty="0">
                  <a:solidFill>
                    <a:schemeClr val="tx2">
                      <a:lumMod val="10000"/>
                    </a:schemeClr>
                  </a:solidFill>
                  <a:latin typeface="Calibri" panose="020F0502020204030204" pitchFamily="34" charset="0"/>
                  <a:cs typeface="Calibri" panose="020F0502020204030204" pitchFamily="34" charset="0"/>
                </a:endParaRPr>
              </a:p>
              <a:p>
                <a:pPr marL="0" indent="0">
                  <a:lnSpc>
                    <a:spcPct val="112000"/>
                  </a:lnSpc>
                  <a:buNone/>
                </a:pPr>
                <a:r>
                  <a:rPr lang="en-IN" sz="1600" dirty="0">
                    <a:solidFill>
                      <a:schemeClr val="tx2">
                        <a:lumMod val="10000"/>
                      </a:schemeClr>
                    </a:solidFill>
                    <a:latin typeface="Calibri" panose="020F0502020204030204" pitchFamily="34" charset="0"/>
                    <a:cs typeface="Calibri" panose="020F0502020204030204" pitchFamily="34" charset="0"/>
                  </a:rPr>
                  <a:t>The concentrations are given in mol/dm</a:t>
                </a:r>
                <a:r>
                  <a:rPr lang="en-IN" sz="1600" baseline="30000" dirty="0">
                    <a:solidFill>
                      <a:schemeClr val="tx2">
                        <a:lumMod val="10000"/>
                      </a:schemeClr>
                    </a:solidFill>
                    <a:latin typeface="Calibri" panose="020F0502020204030204" pitchFamily="34" charset="0"/>
                    <a:cs typeface="Calibri" panose="020F0502020204030204" pitchFamily="34" charset="0"/>
                  </a:rPr>
                  <a:t>3</a:t>
                </a:r>
                <a:r>
                  <a:rPr lang="en-IN" sz="1600" dirty="0">
                    <a:solidFill>
                      <a:schemeClr val="tx2">
                        <a:lumMod val="10000"/>
                      </a:schemeClr>
                    </a:solidFill>
                    <a:latin typeface="Calibri" panose="020F0502020204030204" pitchFamily="34" charset="0"/>
                    <a:cs typeface="Calibri" panose="020F0502020204030204" pitchFamily="34" charset="0"/>
                  </a:rPr>
                  <a:t>. The unit for K</a:t>
                </a:r>
                <a:r>
                  <a:rPr lang="en-IN" sz="1600" baseline="-25000" dirty="0">
                    <a:solidFill>
                      <a:schemeClr val="tx2">
                        <a:lumMod val="10000"/>
                      </a:schemeClr>
                    </a:solidFill>
                    <a:latin typeface="Calibri" panose="020F0502020204030204" pitchFamily="34" charset="0"/>
                    <a:cs typeface="Calibri" panose="020F0502020204030204" pitchFamily="34" charset="0"/>
                  </a:rPr>
                  <a:t>C</a:t>
                </a:r>
                <a:r>
                  <a:rPr lang="en-IN" sz="1600" dirty="0">
                    <a:solidFill>
                      <a:schemeClr val="tx2">
                        <a:lumMod val="10000"/>
                      </a:schemeClr>
                    </a:solidFill>
                    <a:latin typeface="Calibri" panose="020F0502020204030204" pitchFamily="34" charset="0"/>
                    <a:cs typeface="Calibri" panose="020F0502020204030204" pitchFamily="34" charset="0"/>
                  </a:rPr>
                  <a:t> in this reaction is,</a:t>
                </a:r>
              </a:p>
              <a:p>
                <a:pPr marL="0" indent="0">
                  <a:lnSpc>
                    <a:spcPct val="112000"/>
                  </a:lnSpc>
                  <a:buNone/>
                </a:pPr>
                <a:r>
                  <a:rPr lang="en-IN" sz="1600" dirty="0">
                    <a:solidFill>
                      <a:schemeClr val="tx2">
                        <a:lumMod val="10000"/>
                      </a:schemeClr>
                    </a:solidFill>
                    <a:latin typeface="Calibri" panose="020F0502020204030204" pitchFamily="34" charset="0"/>
                    <a:cs typeface="Calibri" panose="020F0502020204030204" pitchFamily="34" charset="0"/>
                  </a:rPr>
                  <a:t> </a:t>
                </a:r>
              </a:p>
              <a:p>
                <a:pPr marL="0" indent="0">
                  <a:lnSpc>
                    <a:spcPct val="112000"/>
                  </a:lnSpc>
                  <a:buNone/>
                </a:pPr>
                <a14:m>
                  <m:oMathPara xmlns:m="http://schemas.openxmlformats.org/officeDocument/2006/math">
                    <m:oMathParaPr>
                      <m:jc m:val="centerGroup"/>
                    </m:oMathParaPr>
                    <m:oMath xmlns:m="http://schemas.openxmlformats.org/officeDocument/2006/math">
                      <m:sSub>
                        <m:sSubPr>
                          <m:ctrlPr>
                            <a:rPr lang="en-IN" sz="1600" i="1">
                              <a:solidFill>
                                <a:schemeClr val="tx2">
                                  <a:lumMod val="10000"/>
                                </a:schemeClr>
                              </a:solidFill>
                              <a:latin typeface="Cambria Math" panose="02040503050406030204" pitchFamily="18" charset="0"/>
                            </a:rPr>
                          </m:ctrlPr>
                        </m:sSubPr>
                        <m:e>
                          <m:r>
                            <a:rPr lang="en-IN" sz="1600" i="1">
                              <a:solidFill>
                                <a:schemeClr val="tx2">
                                  <a:lumMod val="10000"/>
                                </a:schemeClr>
                              </a:solidFill>
                              <a:latin typeface="Cambria Math" panose="02040503050406030204" pitchFamily="18" charset="0"/>
                            </a:rPr>
                            <m:t>𝐾</m:t>
                          </m:r>
                        </m:e>
                        <m:sub>
                          <m:r>
                            <a:rPr lang="en-IN" sz="1600" i="1">
                              <a:solidFill>
                                <a:schemeClr val="tx2">
                                  <a:lumMod val="10000"/>
                                </a:schemeClr>
                              </a:solidFill>
                              <a:latin typeface="Cambria Math" panose="02040503050406030204" pitchFamily="18" charset="0"/>
                            </a:rPr>
                            <m:t>𝑐</m:t>
                          </m:r>
                        </m:sub>
                      </m:sSub>
                      <m:r>
                        <a:rPr lang="en-IN" sz="1600" i="1">
                          <a:solidFill>
                            <a:schemeClr val="tx2">
                              <a:lumMod val="10000"/>
                            </a:schemeClr>
                          </a:solidFill>
                          <a:latin typeface="Cambria Math" panose="02040503050406030204" pitchFamily="18" charset="0"/>
                        </a:rPr>
                        <m:t>=</m:t>
                      </m:r>
                      <m:f>
                        <m:fPr>
                          <m:ctrlPr>
                            <a:rPr lang="en-IN" sz="1600" i="1">
                              <a:solidFill>
                                <a:schemeClr val="tx2">
                                  <a:lumMod val="10000"/>
                                </a:schemeClr>
                              </a:solidFill>
                              <a:latin typeface="Cambria Math" panose="02040503050406030204" pitchFamily="18" charset="0"/>
                            </a:rPr>
                          </m:ctrlPr>
                        </m:fPr>
                        <m:num>
                          <m:sSup>
                            <m:sSupPr>
                              <m:ctrlPr>
                                <a:rPr lang="en-IN" sz="1600" i="1">
                                  <a:solidFill>
                                    <a:schemeClr val="tx2">
                                      <a:lumMod val="10000"/>
                                    </a:schemeClr>
                                  </a:solidFill>
                                  <a:latin typeface="Cambria Math" panose="02040503050406030204" pitchFamily="18" charset="0"/>
                                </a:rPr>
                              </m:ctrlPr>
                            </m:sSupPr>
                            <m:e>
                              <m:r>
                                <a:rPr lang="en-IN" sz="1600" i="1">
                                  <a:solidFill>
                                    <a:schemeClr val="tx2">
                                      <a:lumMod val="10000"/>
                                    </a:schemeClr>
                                  </a:solidFill>
                                  <a:latin typeface="Cambria Math" panose="02040503050406030204" pitchFamily="18" charset="0"/>
                                </a:rPr>
                                <m:t>[</m:t>
                              </m:r>
                              <m:r>
                                <a:rPr lang="en-IN" sz="1600" i="1">
                                  <a:solidFill>
                                    <a:schemeClr val="tx2">
                                      <a:lumMod val="10000"/>
                                    </a:schemeClr>
                                  </a:solidFill>
                                  <a:latin typeface="Cambria Math" panose="02040503050406030204" pitchFamily="18" charset="0"/>
                                </a:rPr>
                                <m:t>𝑚𝑜𝑙</m:t>
                              </m:r>
                              <m:r>
                                <a:rPr lang="en-IN" sz="1600" i="1">
                                  <a:solidFill>
                                    <a:schemeClr val="tx2">
                                      <a:lumMod val="10000"/>
                                    </a:schemeClr>
                                  </a:solidFill>
                                  <a:latin typeface="Cambria Math" panose="02040503050406030204" pitchFamily="18" charset="0"/>
                                </a:rPr>
                                <m:t>/</m:t>
                              </m:r>
                              <m:sSup>
                                <m:sSupPr>
                                  <m:ctrlPr>
                                    <a:rPr lang="en-IN" sz="1600" i="1">
                                      <a:solidFill>
                                        <a:schemeClr val="tx2">
                                          <a:lumMod val="10000"/>
                                        </a:schemeClr>
                                      </a:solidFill>
                                      <a:latin typeface="Cambria Math" panose="02040503050406030204" pitchFamily="18" charset="0"/>
                                    </a:rPr>
                                  </m:ctrlPr>
                                </m:sSupPr>
                                <m:e>
                                  <m:r>
                                    <a:rPr lang="en-IN" sz="1600" i="1">
                                      <a:solidFill>
                                        <a:schemeClr val="tx2">
                                          <a:lumMod val="10000"/>
                                        </a:schemeClr>
                                      </a:solidFill>
                                      <a:latin typeface="Cambria Math" panose="02040503050406030204" pitchFamily="18" charset="0"/>
                                    </a:rPr>
                                    <m:t>𝑑𝑚</m:t>
                                  </m:r>
                                </m:e>
                                <m:sup>
                                  <m:r>
                                    <a:rPr lang="en-IN" sz="1600" i="1">
                                      <a:solidFill>
                                        <a:schemeClr val="tx2">
                                          <a:lumMod val="10000"/>
                                        </a:schemeClr>
                                      </a:solidFill>
                                      <a:latin typeface="Cambria Math" panose="02040503050406030204" pitchFamily="18" charset="0"/>
                                    </a:rPr>
                                    <m:t>3</m:t>
                                  </m:r>
                                </m:sup>
                              </m:sSup>
                              <m:r>
                                <a:rPr lang="en-IN" sz="1600" i="1">
                                  <a:solidFill>
                                    <a:schemeClr val="tx2">
                                      <a:lumMod val="10000"/>
                                    </a:schemeClr>
                                  </a:solidFill>
                                  <a:latin typeface="Cambria Math" panose="02040503050406030204" pitchFamily="18" charset="0"/>
                                </a:rPr>
                                <m:t>]</m:t>
                              </m:r>
                            </m:e>
                            <m:sup>
                              <m:r>
                                <a:rPr lang="en-IN" sz="1600" i="1">
                                  <a:solidFill>
                                    <a:schemeClr val="tx2">
                                      <a:lumMod val="10000"/>
                                    </a:schemeClr>
                                  </a:solidFill>
                                  <a:latin typeface="Cambria Math" panose="02040503050406030204" pitchFamily="18" charset="0"/>
                                </a:rPr>
                                <m:t>2</m:t>
                              </m:r>
                            </m:sup>
                          </m:sSup>
                        </m:num>
                        <m:den>
                          <m:sSup>
                            <m:sSupPr>
                              <m:ctrlPr>
                                <a:rPr lang="en-IN" sz="1600" i="1">
                                  <a:solidFill>
                                    <a:schemeClr val="tx2">
                                      <a:lumMod val="10000"/>
                                    </a:schemeClr>
                                  </a:solidFill>
                                  <a:latin typeface="Cambria Math" panose="02040503050406030204" pitchFamily="18" charset="0"/>
                                </a:rPr>
                              </m:ctrlPr>
                            </m:sSupPr>
                            <m:e>
                              <m:r>
                                <a:rPr lang="en-IN" sz="1600" i="1">
                                  <a:solidFill>
                                    <a:schemeClr val="tx2">
                                      <a:lumMod val="10000"/>
                                    </a:schemeClr>
                                  </a:solidFill>
                                  <a:latin typeface="Cambria Math" panose="02040503050406030204" pitchFamily="18" charset="0"/>
                                </a:rPr>
                                <m:t>[</m:t>
                              </m:r>
                              <m:r>
                                <a:rPr lang="en-IN" sz="1600" i="1">
                                  <a:solidFill>
                                    <a:schemeClr val="tx2">
                                      <a:lumMod val="10000"/>
                                    </a:schemeClr>
                                  </a:solidFill>
                                  <a:latin typeface="Cambria Math" panose="02040503050406030204" pitchFamily="18" charset="0"/>
                                </a:rPr>
                                <m:t>𝑚𝑜𝑙</m:t>
                              </m:r>
                              <m:r>
                                <a:rPr lang="en-IN" sz="1600" i="1">
                                  <a:solidFill>
                                    <a:schemeClr val="tx2">
                                      <a:lumMod val="10000"/>
                                    </a:schemeClr>
                                  </a:solidFill>
                                  <a:latin typeface="Cambria Math" panose="02040503050406030204" pitchFamily="18" charset="0"/>
                                </a:rPr>
                                <m:t>/</m:t>
                              </m:r>
                              <m:sSup>
                                <m:sSupPr>
                                  <m:ctrlPr>
                                    <a:rPr lang="en-IN" sz="1600" i="1">
                                      <a:solidFill>
                                        <a:schemeClr val="tx2">
                                          <a:lumMod val="10000"/>
                                        </a:schemeClr>
                                      </a:solidFill>
                                      <a:latin typeface="Cambria Math" panose="02040503050406030204" pitchFamily="18" charset="0"/>
                                    </a:rPr>
                                  </m:ctrlPr>
                                </m:sSupPr>
                                <m:e>
                                  <m:r>
                                    <a:rPr lang="en-IN" sz="1600" i="1">
                                      <a:solidFill>
                                        <a:schemeClr val="tx2">
                                          <a:lumMod val="10000"/>
                                        </a:schemeClr>
                                      </a:solidFill>
                                      <a:latin typeface="Cambria Math" panose="02040503050406030204" pitchFamily="18" charset="0"/>
                                    </a:rPr>
                                    <m:t>𝑑𝑚</m:t>
                                  </m:r>
                                </m:e>
                                <m:sup>
                                  <m:r>
                                    <a:rPr lang="en-IN" sz="1600" i="1">
                                      <a:solidFill>
                                        <a:schemeClr val="tx2">
                                          <a:lumMod val="10000"/>
                                        </a:schemeClr>
                                      </a:solidFill>
                                      <a:latin typeface="Cambria Math" panose="02040503050406030204" pitchFamily="18" charset="0"/>
                                    </a:rPr>
                                    <m:t>3</m:t>
                                  </m:r>
                                </m:sup>
                              </m:sSup>
                              <m:r>
                                <a:rPr lang="en-IN" sz="1600" i="1">
                                  <a:solidFill>
                                    <a:schemeClr val="tx2">
                                      <a:lumMod val="10000"/>
                                    </a:schemeClr>
                                  </a:solidFill>
                                  <a:latin typeface="Cambria Math" panose="02040503050406030204" pitchFamily="18" charset="0"/>
                                </a:rPr>
                                <m:t>][</m:t>
                              </m:r>
                              <m:r>
                                <a:rPr lang="en-IN" sz="1600" i="1">
                                  <a:solidFill>
                                    <a:schemeClr val="tx2">
                                      <a:lumMod val="10000"/>
                                    </a:schemeClr>
                                  </a:solidFill>
                                  <a:latin typeface="Cambria Math" panose="02040503050406030204" pitchFamily="18" charset="0"/>
                                </a:rPr>
                                <m:t>𝑚𝑜𝑙</m:t>
                              </m:r>
                              <m:r>
                                <a:rPr lang="en-IN" sz="1600" i="1">
                                  <a:solidFill>
                                    <a:schemeClr val="tx2">
                                      <a:lumMod val="10000"/>
                                    </a:schemeClr>
                                  </a:solidFill>
                                  <a:latin typeface="Cambria Math" panose="02040503050406030204" pitchFamily="18" charset="0"/>
                                </a:rPr>
                                <m:t>/</m:t>
                              </m:r>
                              <m:sSup>
                                <m:sSupPr>
                                  <m:ctrlPr>
                                    <a:rPr lang="en-IN" sz="1600" i="1">
                                      <a:solidFill>
                                        <a:schemeClr val="tx2">
                                          <a:lumMod val="10000"/>
                                        </a:schemeClr>
                                      </a:solidFill>
                                      <a:latin typeface="Cambria Math" panose="02040503050406030204" pitchFamily="18" charset="0"/>
                                    </a:rPr>
                                  </m:ctrlPr>
                                </m:sSupPr>
                                <m:e>
                                  <m:r>
                                    <a:rPr lang="en-IN" sz="1600" i="1">
                                      <a:solidFill>
                                        <a:schemeClr val="tx2">
                                          <a:lumMod val="10000"/>
                                        </a:schemeClr>
                                      </a:solidFill>
                                      <a:latin typeface="Cambria Math" panose="02040503050406030204" pitchFamily="18" charset="0"/>
                                    </a:rPr>
                                    <m:t>𝑑𝑚</m:t>
                                  </m:r>
                                </m:e>
                                <m:sup>
                                  <m:r>
                                    <a:rPr lang="en-IN" sz="1600" i="1">
                                      <a:solidFill>
                                        <a:schemeClr val="tx2">
                                          <a:lumMod val="10000"/>
                                        </a:schemeClr>
                                      </a:solidFill>
                                      <a:latin typeface="Cambria Math" panose="02040503050406030204" pitchFamily="18" charset="0"/>
                                    </a:rPr>
                                    <m:t>3</m:t>
                                  </m:r>
                                </m:sup>
                              </m:sSup>
                              <m:r>
                                <a:rPr lang="en-IN" sz="1600" i="1">
                                  <a:solidFill>
                                    <a:schemeClr val="tx2">
                                      <a:lumMod val="10000"/>
                                    </a:schemeClr>
                                  </a:solidFill>
                                  <a:latin typeface="Cambria Math" panose="02040503050406030204" pitchFamily="18" charset="0"/>
                                </a:rPr>
                                <m:t>]</m:t>
                              </m:r>
                            </m:e>
                            <m:sup>
                              <m:r>
                                <a:rPr lang="en-IN" sz="1600" i="1">
                                  <a:solidFill>
                                    <a:schemeClr val="tx2">
                                      <a:lumMod val="10000"/>
                                    </a:schemeClr>
                                  </a:solidFill>
                                  <a:latin typeface="Cambria Math" panose="02040503050406030204" pitchFamily="18" charset="0"/>
                                </a:rPr>
                                <m:t>3</m:t>
                              </m:r>
                            </m:sup>
                          </m:sSup>
                        </m:den>
                      </m:f>
                      <m:r>
                        <a:rPr lang="en-IN" sz="1600" i="1">
                          <a:solidFill>
                            <a:schemeClr val="tx2">
                              <a:lumMod val="10000"/>
                            </a:schemeClr>
                          </a:solidFill>
                          <a:latin typeface="Cambria Math" panose="02040503050406030204" pitchFamily="18" charset="0"/>
                        </a:rPr>
                        <m:t>=</m:t>
                      </m:r>
                      <m:f>
                        <m:fPr>
                          <m:ctrlPr>
                            <a:rPr lang="en-IN" sz="1600" i="1">
                              <a:solidFill>
                                <a:schemeClr val="tx2">
                                  <a:lumMod val="10000"/>
                                </a:schemeClr>
                              </a:solidFill>
                              <a:latin typeface="Cambria Math" panose="02040503050406030204" pitchFamily="18" charset="0"/>
                            </a:rPr>
                          </m:ctrlPr>
                        </m:fPr>
                        <m:num>
                          <m:sSup>
                            <m:sSupPr>
                              <m:ctrlPr>
                                <a:rPr lang="en-IN" sz="1600" i="1">
                                  <a:solidFill>
                                    <a:schemeClr val="tx2">
                                      <a:lumMod val="10000"/>
                                    </a:schemeClr>
                                  </a:solidFill>
                                  <a:latin typeface="Cambria Math" panose="02040503050406030204" pitchFamily="18" charset="0"/>
                                </a:rPr>
                              </m:ctrlPr>
                            </m:sSupPr>
                            <m:e>
                              <m:r>
                                <a:rPr lang="en-IN" sz="1600" i="1">
                                  <a:solidFill>
                                    <a:schemeClr val="tx2">
                                      <a:lumMod val="10000"/>
                                    </a:schemeClr>
                                  </a:solidFill>
                                  <a:latin typeface="Cambria Math" panose="02040503050406030204" pitchFamily="18" charset="0"/>
                                </a:rPr>
                                <m:t>[</m:t>
                              </m:r>
                              <m:r>
                                <a:rPr lang="en-IN" sz="1600" i="1">
                                  <a:solidFill>
                                    <a:schemeClr val="tx2">
                                      <a:lumMod val="10000"/>
                                    </a:schemeClr>
                                  </a:solidFill>
                                  <a:latin typeface="Cambria Math" panose="02040503050406030204" pitchFamily="18" charset="0"/>
                                </a:rPr>
                                <m:t>𝑚𝑜𝑙</m:t>
                              </m:r>
                              <m:r>
                                <a:rPr lang="en-IN" sz="1600" i="1">
                                  <a:solidFill>
                                    <a:schemeClr val="tx2">
                                      <a:lumMod val="10000"/>
                                    </a:schemeClr>
                                  </a:solidFill>
                                  <a:latin typeface="Cambria Math" panose="02040503050406030204" pitchFamily="18" charset="0"/>
                                </a:rPr>
                                <m:t>/</m:t>
                              </m:r>
                              <m:sSup>
                                <m:sSupPr>
                                  <m:ctrlPr>
                                    <a:rPr lang="en-IN" sz="1600" i="1">
                                      <a:solidFill>
                                        <a:schemeClr val="tx2">
                                          <a:lumMod val="10000"/>
                                        </a:schemeClr>
                                      </a:solidFill>
                                      <a:latin typeface="Cambria Math" panose="02040503050406030204" pitchFamily="18" charset="0"/>
                                    </a:rPr>
                                  </m:ctrlPr>
                                </m:sSupPr>
                                <m:e>
                                  <m:r>
                                    <a:rPr lang="en-IN" sz="1600" i="1">
                                      <a:solidFill>
                                        <a:schemeClr val="tx2">
                                          <a:lumMod val="10000"/>
                                        </a:schemeClr>
                                      </a:solidFill>
                                      <a:latin typeface="Cambria Math" panose="02040503050406030204" pitchFamily="18" charset="0"/>
                                    </a:rPr>
                                    <m:t>𝑑𝑚</m:t>
                                  </m:r>
                                </m:e>
                                <m:sup>
                                  <m:r>
                                    <a:rPr lang="en-IN" sz="1600" i="1">
                                      <a:solidFill>
                                        <a:schemeClr val="tx2">
                                          <a:lumMod val="10000"/>
                                        </a:schemeClr>
                                      </a:solidFill>
                                      <a:latin typeface="Cambria Math" panose="02040503050406030204" pitchFamily="18" charset="0"/>
                                    </a:rPr>
                                    <m:t>3</m:t>
                                  </m:r>
                                </m:sup>
                              </m:sSup>
                              <m:r>
                                <a:rPr lang="en-IN" sz="1600" i="1">
                                  <a:solidFill>
                                    <a:schemeClr val="tx2">
                                      <a:lumMod val="10000"/>
                                    </a:schemeClr>
                                  </a:solidFill>
                                  <a:latin typeface="Cambria Math" panose="02040503050406030204" pitchFamily="18" charset="0"/>
                                </a:rPr>
                                <m:t>]</m:t>
                              </m:r>
                            </m:e>
                            <m:sup>
                              <m:r>
                                <a:rPr lang="en-IN" sz="1600" i="1">
                                  <a:solidFill>
                                    <a:schemeClr val="tx2">
                                      <a:lumMod val="10000"/>
                                    </a:schemeClr>
                                  </a:solidFill>
                                  <a:latin typeface="Cambria Math" panose="02040503050406030204" pitchFamily="18" charset="0"/>
                                </a:rPr>
                                <m:t>2</m:t>
                              </m:r>
                            </m:sup>
                          </m:sSup>
                        </m:num>
                        <m:den>
                          <m:sSup>
                            <m:sSupPr>
                              <m:ctrlPr>
                                <a:rPr lang="en-IN" sz="1600" i="1">
                                  <a:solidFill>
                                    <a:schemeClr val="tx2">
                                      <a:lumMod val="10000"/>
                                    </a:schemeClr>
                                  </a:solidFill>
                                  <a:latin typeface="Cambria Math" panose="02040503050406030204" pitchFamily="18" charset="0"/>
                                </a:rPr>
                              </m:ctrlPr>
                            </m:sSupPr>
                            <m:e>
                              <m:r>
                                <a:rPr lang="en-IN" sz="1600" i="1">
                                  <a:solidFill>
                                    <a:schemeClr val="tx2">
                                      <a:lumMod val="10000"/>
                                    </a:schemeClr>
                                  </a:solidFill>
                                  <a:latin typeface="Cambria Math" panose="02040503050406030204" pitchFamily="18" charset="0"/>
                                </a:rPr>
                                <m:t>[</m:t>
                              </m:r>
                              <m:r>
                                <a:rPr lang="en-IN" sz="1600" i="1">
                                  <a:solidFill>
                                    <a:schemeClr val="tx2">
                                      <a:lumMod val="10000"/>
                                    </a:schemeClr>
                                  </a:solidFill>
                                  <a:latin typeface="Cambria Math" panose="02040503050406030204" pitchFamily="18" charset="0"/>
                                </a:rPr>
                                <m:t>𝑚𝑜𝑙</m:t>
                              </m:r>
                              <m:r>
                                <a:rPr lang="en-IN" sz="1600" i="1">
                                  <a:solidFill>
                                    <a:schemeClr val="tx2">
                                      <a:lumMod val="10000"/>
                                    </a:schemeClr>
                                  </a:solidFill>
                                  <a:latin typeface="Cambria Math" panose="02040503050406030204" pitchFamily="18" charset="0"/>
                                </a:rPr>
                                <m:t>/</m:t>
                              </m:r>
                              <m:sSup>
                                <m:sSupPr>
                                  <m:ctrlPr>
                                    <a:rPr lang="en-IN" sz="1600" i="1">
                                      <a:solidFill>
                                        <a:schemeClr val="tx2">
                                          <a:lumMod val="10000"/>
                                        </a:schemeClr>
                                      </a:solidFill>
                                      <a:latin typeface="Cambria Math" panose="02040503050406030204" pitchFamily="18" charset="0"/>
                                    </a:rPr>
                                  </m:ctrlPr>
                                </m:sSupPr>
                                <m:e>
                                  <m:r>
                                    <a:rPr lang="en-IN" sz="1600" i="1">
                                      <a:solidFill>
                                        <a:schemeClr val="tx2">
                                          <a:lumMod val="10000"/>
                                        </a:schemeClr>
                                      </a:solidFill>
                                      <a:latin typeface="Cambria Math" panose="02040503050406030204" pitchFamily="18" charset="0"/>
                                    </a:rPr>
                                    <m:t>𝑑𝑚</m:t>
                                  </m:r>
                                </m:e>
                                <m:sup>
                                  <m:r>
                                    <a:rPr lang="en-IN" sz="1600" i="1">
                                      <a:solidFill>
                                        <a:schemeClr val="tx2">
                                          <a:lumMod val="10000"/>
                                        </a:schemeClr>
                                      </a:solidFill>
                                      <a:latin typeface="Cambria Math" panose="02040503050406030204" pitchFamily="18" charset="0"/>
                                    </a:rPr>
                                    <m:t>3</m:t>
                                  </m:r>
                                </m:sup>
                              </m:sSup>
                              <m:r>
                                <a:rPr lang="en-IN" sz="1600" i="1">
                                  <a:solidFill>
                                    <a:schemeClr val="tx2">
                                      <a:lumMod val="10000"/>
                                    </a:schemeClr>
                                  </a:solidFill>
                                  <a:latin typeface="Cambria Math" panose="02040503050406030204" pitchFamily="18" charset="0"/>
                                </a:rPr>
                                <m:t>]</m:t>
                              </m:r>
                            </m:e>
                            <m:sup>
                              <m:r>
                                <a:rPr lang="en-IN" sz="1600" i="1">
                                  <a:solidFill>
                                    <a:schemeClr val="tx2">
                                      <a:lumMod val="10000"/>
                                    </a:schemeClr>
                                  </a:solidFill>
                                  <a:latin typeface="Cambria Math" panose="02040503050406030204" pitchFamily="18" charset="0"/>
                                </a:rPr>
                                <m:t>4</m:t>
                              </m:r>
                            </m:sup>
                          </m:sSup>
                        </m:den>
                      </m:f>
                      <m:r>
                        <a:rPr lang="en-IN" sz="1600" i="1">
                          <a:solidFill>
                            <a:schemeClr val="tx2">
                              <a:lumMod val="10000"/>
                            </a:schemeClr>
                          </a:solidFill>
                          <a:latin typeface="Cambria Math" panose="02040503050406030204" pitchFamily="18" charset="0"/>
                        </a:rPr>
                        <m:t>=</m:t>
                      </m:r>
                      <m:sSup>
                        <m:sSupPr>
                          <m:ctrlPr>
                            <a:rPr lang="en-IN" sz="1600" i="1">
                              <a:solidFill>
                                <a:schemeClr val="tx2">
                                  <a:lumMod val="10000"/>
                                </a:schemeClr>
                              </a:solidFill>
                              <a:latin typeface="Cambria Math" panose="02040503050406030204" pitchFamily="18" charset="0"/>
                            </a:rPr>
                          </m:ctrlPr>
                        </m:sSupPr>
                        <m:e>
                          <m:r>
                            <a:rPr lang="en-IN" sz="1600" i="1">
                              <a:solidFill>
                                <a:schemeClr val="tx2">
                                  <a:lumMod val="10000"/>
                                </a:schemeClr>
                              </a:solidFill>
                              <a:latin typeface="Cambria Math" panose="02040503050406030204" pitchFamily="18" charset="0"/>
                            </a:rPr>
                            <m:t>[</m:t>
                          </m:r>
                          <m:r>
                            <a:rPr lang="en-IN" sz="1600" i="1">
                              <a:solidFill>
                                <a:schemeClr val="tx2">
                                  <a:lumMod val="10000"/>
                                </a:schemeClr>
                              </a:solidFill>
                              <a:latin typeface="Cambria Math" panose="02040503050406030204" pitchFamily="18" charset="0"/>
                            </a:rPr>
                            <m:t>𝑚𝑜𝑙</m:t>
                          </m:r>
                          <m:r>
                            <a:rPr lang="en-IN" sz="1600" i="1">
                              <a:solidFill>
                                <a:schemeClr val="tx2">
                                  <a:lumMod val="10000"/>
                                </a:schemeClr>
                              </a:solidFill>
                              <a:latin typeface="Cambria Math" panose="02040503050406030204" pitchFamily="18" charset="0"/>
                            </a:rPr>
                            <m:t>/</m:t>
                          </m:r>
                          <m:sSup>
                            <m:sSupPr>
                              <m:ctrlPr>
                                <a:rPr lang="en-IN" sz="1600" i="1">
                                  <a:solidFill>
                                    <a:schemeClr val="tx2">
                                      <a:lumMod val="10000"/>
                                    </a:schemeClr>
                                  </a:solidFill>
                                  <a:latin typeface="Cambria Math" panose="02040503050406030204" pitchFamily="18" charset="0"/>
                                </a:rPr>
                              </m:ctrlPr>
                            </m:sSupPr>
                            <m:e>
                              <m:r>
                                <a:rPr lang="en-IN" sz="1600" i="1">
                                  <a:solidFill>
                                    <a:schemeClr val="tx2">
                                      <a:lumMod val="10000"/>
                                    </a:schemeClr>
                                  </a:solidFill>
                                  <a:latin typeface="Cambria Math" panose="02040503050406030204" pitchFamily="18" charset="0"/>
                                </a:rPr>
                                <m:t>𝑑𝑚</m:t>
                              </m:r>
                            </m:e>
                            <m:sup>
                              <m:r>
                                <a:rPr lang="en-IN" sz="1600" i="1">
                                  <a:solidFill>
                                    <a:schemeClr val="tx2">
                                      <a:lumMod val="10000"/>
                                    </a:schemeClr>
                                  </a:solidFill>
                                  <a:latin typeface="Cambria Math" panose="02040503050406030204" pitchFamily="18" charset="0"/>
                                </a:rPr>
                                <m:t>3</m:t>
                              </m:r>
                            </m:sup>
                          </m:sSup>
                          <m:r>
                            <a:rPr lang="en-IN" sz="1600" i="1">
                              <a:solidFill>
                                <a:schemeClr val="tx2">
                                  <a:lumMod val="10000"/>
                                </a:schemeClr>
                              </a:solidFill>
                              <a:latin typeface="Cambria Math" panose="02040503050406030204" pitchFamily="18" charset="0"/>
                            </a:rPr>
                            <m:t>]</m:t>
                          </m:r>
                        </m:e>
                        <m:sup>
                          <m:r>
                            <a:rPr lang="en-IN" sz="1600" i="1">
                              <a:solidFill>
                                <a:schemeClr val="tx2">
                                  <a:lumMod val="10000"/>
                                </a:schemeClr>
                              </a:solidFill>
                              <a:latin typeface="Cambria Math" panose="02040503050406030204" pitchFamily="18" charset="0"/>
                            </a:rPr>
                            <m:t>−2</m:t>
                          </m:r>
                        </m:sup>
                      </m:sSup>
                    </m:oMath>
                  </m:oMathPara>
                </a14:m>
                <a:endParaRPr lang="en-IN" sz="1600" dirty="0">
                  <a:solidFill>
                    <a:schemeClr val="tx2">
                      <a:lumMod val="10000"/>
                    </a:schemeClr>
                  </a:solidFill>
                  <a:latin typeface="Calibri" panose="020F0502020204030204" pitchFamily="34" charset="0"/>
                  <a:cs typeface="Calibri" panose="020F0502020204030204" pitchFamily="34" charset="0"/>
                </a:endParaRPr>
              </a:p>
              <a:p>
                <a:pPr marL="0" indent="0">
                  <a:lnSpc>
                    <a:spcPct val="112000"/>
                  </a:lnSpc>
                  <a:buNone/>
                </a:pPr>
                <a:r>
                  <a:rPr lang="en-IN" sz="1600" dirty="0">
                    <a:solidFill>
                      <a:schemeClr val="tx2">
                        <a:lumMod val="10000"/>
                      </a:schemeClr>
                    </a:solidFill>
                    <a:latin typeface="Calibri" panose="020F0502020204030204" pitchFamily="34" charset="0"/>
                    <a:cs typeface="Calibri" panose="020F0502020204030204" pitchFamily="34" charset="0"/>
                  </a:rPr>
                  <a:t>It is important to note that the unit for K</a:t>
                </a:r>
                <a:r>
                  <a:rPr lang="en-IN" sz="1600" baseline="-25000" dirty="0">
                    <a:solidFill>
                      <a:schemeClr val="tx2">
                        <a:lumMod val="10000"/>
                      </a:schemeClr>
                    </a:solidFill>
                    <a:latin typeface="Calibri" panose="020F0502020204030204" pitchFamily="34" charset="0"/>
                    <a:cs typeface="Calibri" panose="020F0502020204030204" pitchFamily="34" charset="0"/>
                  </a:rPr>
                  <a:t>c</a:t>
                </a:r>
                <a:r>
                  <a:rPr lang="en-IN" sz="1600" dirty="0">
                    <a:solidFill>
                      <a:schemeClr val="tx2">
                        <a:lumMod val="10000"/>
                      </a:schemeClr>
                    </a:solidFill>
                    <a:latin typeface="Calibri" panose="020F0502020204030204" pitchFamily="34" charset="0"/>
                    <a:cs typeface="Calibri" panose="020F0502020204030204" pitchFamily="34" charset="0"/>
                  </a:rPr>
                  <a:t> varies for every equation depending on the number of moles of reactants and products.</a:t>
                </a:r>
              </a:p>
            </p:txBody>
          </p:sp>
        </mc:Choice>
        <mc:Fallback xmlns="">
          <p:sp>
            <p:nvSpPr>
              <p:cNvPr id="118" name="Google Shape;118;p26"/>
              <p:cNvSpPr txBox="1">
                <a:spLocks noRot="1" noChangeAspect="1" noMove="1" noResize="1" noEditPoints="1" noAdjustHandles="1" noChangeArrowheads="1" noChangeShapeType="1" noTextEdit="1"/>
              </p:cNvSpPr>
              <p:nvPr/>
            </p:nvSpPr>
            <p:spPr>
              <a:xfrm>
                <a:off x="679154" y="1887548"/>
                <a:ext cx="7330800" cy="2492100"/>
              </a:xfrm>
              <a:prstGeom prst="rect">
                <a:avLst/>
              </a:prstGeom>
              <a:blipFill>
                <a:blip r:embed="rId3"/>
                <a:stretch>
                  <a:fillRect l="-416" b="-22059"/>
                </a:stretch>
              </a:blipFill>
              <a:ln>
                <a:noFill/>
              </a:ln>
            </p:spPr>
            <p:txBody>
              <a:bodyPr/>
              <a:lstStyle/>
              <a:p>
                <a:r>
                  <a:rPr lang="en-GB">
                    <a:noFill/>
                  </a:rPr>
                  <a:t> </a:t>
                </a:r>
              </a:p>
            </p:txBody>
          </p:sp>
        </mc:Fallback>
      </mc:AlternateContent>
    </p:spTree>
    <p:extLst>
      <p:ext uri="{BB962C8B-B14F-4D97-AF65-F5344CB8AC3E}">
        <p14:creationId xmlns:p14="http://schemas.microsoft.com/office/powerpoint/2010/main" val="222698116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116"/>
        <p:cNvGrpSpPr/>
        <p:nvPr/>
      </p:nvGrpSpPr>
      <p:grpSpPr>
        <a:xfrm>
          <a:off x="0" y="0"/>
          <a:ext cx="0" cy="0"/>
          <a:chOff x="0" y="0"/>
          <a:chExt cx="0" cy="0"/>
        </a:xfrm>
      </p:grpSpPr>
      <p:sp>
        <p:nvSpPr>
          <p:cNvPr id="117" name="Google Shape;117;p26"/>
          <p:cNvSpPr txBox="1">
            <a:spLocks noGrp="1"/>
          </p:cNvSpPr>
          <p:nvPr>
            <p:ph type="title"/>
          </p:nvPr>
        </p:nvSpPr>
        <p:spPr>
          <a:xfrm>
            <a:off x="933025" y="592925"/>
            <a:ext cx="6305100" cy="767700"/>
          </a:xfrm>
          <a:prstGeom prst="rect">
            <a:avLst/>
          </a:prstGeom>
        </p:spPr>
        <p:txBody>
          <a:bodyPr spcFirstLastPara="1" wrap="square" lIns="91425" tIns="91425" rIns="91425" bIns="91425" anchor="b" anchorCtr="0">
            <a:noAutofit/>
          </a:bodyPr>
          <a:lstStyle/>
          <a:p>
            <a:pPr lvl="0">
              <a:lnSpc>
                <a:spcPct val="112000"/>
              </a:lnSpc>
            </a:pPr>
            <a:r>
              <a:rPr lang="en-IN" dirty="0">
                <a:latin typeface="Calibri" panose="020F0502020204030204" pitchFamily="34" charset="0"/>
                <a:cs typeface="Calibri" panose="020F0502020204030204" pitchFamily="34" charset="0"/>
              </a:rPr>
              <a:t>The equilibrium constant K</a:t>
            </a:r>
            <a:r>
              <a:rPr lang="en-IN" baseline="-25000" dirty="0">
                <a:latin typeface="Calibri" panose="020F0502020204030204" pitchFamily="34" charset="0"/>
                <a:cs typeface="Calibri" panose="020F0502020204030204" pitchFamily="34" charset="0"/>
              </a:rPr>
              <a:t>c</a:t>
            </a:r>
            <a:endParaRPr lang="en-IN" dirty="0">
              <a:latin typeface="Calibri" panose="020F0502020204030204" pitchFamily="34" charset="0"/>
              <a:cs typeface="Calibri" panose="020F0502020204030204" pitchFamily="34" charset="0"/>
            </a:endParaRPr>
          </a:p>
        </p:txBody>
      </p:sp>
      <p:sp>
        <p:nvSpPr>
          <p:cNvPr id="118" name="Google Shape;118;p26"/>
          <p:cNvSpPr txBox="1"/>
          <p:nvPr/>
        </p:nvSpPr>
        <p:spPr>
          <a:xfrm>
            <a:off x="702600" y="2028225"/>
            <a:ext cx="7330800" cy="2492100"/>
          </a:xfrm>
          <a:prstGeom prst="rect">
            <a:avLst/>
          </a:prstGeom>
          <a:noFill/>
          <a:ln>
            <a:noFill/>
          </a:ln>
        </p:spPr>
        <p:txBody>
          <a:bodyPr spcFirstLastPara="1" wrap="square" lIns="91425" tIns="91425" rIns="91425" bIns="91425" anchor="t" anchorCtr="0">
            <a:noAutofit/>
          </a:bodyPr>
          <a:lstStyle/>
          <a:p>
            <a:pPr marL="127000" indent="0">
              <a:lnSpc>
                <a:spcPct val="114000"/>
              </a:lnSpc>
              <a:spcBef>
                <a:spcPts val="600"/>
              </a:spcBef>
              <a:buNone/>
            </a:pPr>
            <a:r>
              <a:rPr lang="en-IN" sz="1600" b="1" dirty="0">
                <a:solidFill>
                  <a:schemeClr val="tx2">
                    <a:lumMod val="10000"/>
                  </a:schemeClr>
                </a:solidFill>
                <a:latin typeface="Calibri" panose="020F0502020204030204" pitchFamily="34" charset="0"/>
                <a:cs typeface="Calibri" panose="020F0502020204030204" pitchFamily="34" charset="0"/>
              </a:rPr>
              <a:t>Example 2:</a:t>
            </a:r>
            <a:r>
              <a:rPr lang="en-IN" sz="1600" dirty="0">
                <a:solidFill>
                  <a:schemeClr val="tx2">
                    <a:lumMod val="10000"/>
                  </a:schemeClr>
                </a:solidFill>
                <a:latin typeface="Calibri" panose="020F0502020204030204" pitchFamily="34" charset="0"/>
                <a:cs typeface="Calibri" panose="020F0502020204030204" pitchFamily="34" charset="0"/>
              </a:rPr>
              <a:t> Calculate the value of equilibrium constant for the following reaction,</a:t>
            </a:r>
          </a:p>
          <a:p>
            <a:pPr marL="127000" indent="0" algn="ctr">
              <a:lnSpc>
                <a:spcPct val="114000"/>
              </a:lnSpc>
              <a:spcBef>
                <a:spcPts val="600"/>
              </a:spcBef>
              <a:buNone/>
            </a:pPr>
            <a:r>
              <a:rPr lang="en-IN" sz="1600" dirty="0">
                <a:solidFill>
                  <a:schemeClr val="tx2">
                    <a:lumMod val="10000"/>
                  </a:schemeClr>
                </a:solidFill>
                <a:latin typeface="Calibri" panose="020F0502020204030204" pitchFamily="34" charset="0"/>
                <a:cs typeface="Calibri" panose="020F0502020204030204" pitchFamily="34" charset="0"/>
              </a:rPr>
              <a:t>CH</a:t>
            </a:r>
            <a:r>
              <a:rPr lang="en-IN" sz="1600" baseline="-25000" dirty="0">
                <a:solidFill>
                  <a:schemeClr val="tx2">
                    <a:lumMod val="10000"/>
                  </a:schemeClr>
                </a:solidFill>
                <a:latin typeface="Calibri" panose="020F0502020204030204" pitchFamily="34" charset="0"/>
                <a:cs typeface="Calibri" panose="020F0502020204030204" pitchFamily="34" charset="0"/>
              </a:rPr>
              <a:t>3</a:t>
            </a:r>
            <a:r>
              <a:rPr lang="en-IN" sz="1600" dirty="0">
                <a:solidFill>
                  <a:schemeClr val="tx2">
                    <a:lumMod val="10000"/>
                  </a:schemeClr>
                </a:solidFill>
                <a:latin typeface="Calibri" panose="020F0502020204030204" pitchFamily="34" charset="0"/>
                <a:cs typeface="Calibri" panose="020F0502020204030204" pitchFamily="34" charset="0"/>
              </a:rPr>
              <a:t>COCH</a:t>
            </a:r>
            <a:r>
              <a:rPr lang="en-IN" sz="1600" baseline="-25000" dirty="0">
                <a:solidFill>
                  <a:schemeClr val="tx2">
                    <a:lumMod val="10000"/>
                  </a:schemeClr>
                </a:solidFill>
                <a:latin typeface="Calibri" panose="020F0502020204030204" pitchFamily="34" charset="0"/>
                <a:cs typeface="Calibri" panose="020F0502020204030204" pitchFamily="34" charset="0"/>
              </a:rPr>
              <a:t>3</a:t>
            </a:r>
            <a:r>
              <a:rPr lang="en-IN" sz="1600" dirty="0">
                <a:solidFill>
                  <a:schemeClr val="tx2">
                    <a:lumMod val="10000"/>
                  </a:schemeClr>
                </a:solidFill>
                <a:latin typeface="Calibri" panose="020F0502020204030204" pitchFamily="34" charset="0"/>
                <a:cs typeface="Calibri" panose="020F0502020204030204" pitchFamily="34" charset="0"/>
              </a:rPr>
              <a:t> + HCN ⇋ CH</a:t>
            </a:r>
            <a:r>
              <a:rPr lang="en-IN" sz="1600" baseline="-25000" dirty="0">
                <a:solidFill>
                  <a:schemeClr val="tx2">
                    <a:lumMod val="10000"/>
                  </a:schemeClr>
                </a:solidFill>
                <a:latin typeface="Calibri" panose="020F0502020204030204" pitchFamily="34" charset="0"/>
                <a:cs typeface="Calibri" panose="020F0502020204030204" pitchFamily="34" charset="0"/>
              </a:rPr>
              <a:t>3</a:t>
            </a:r>
            <a:r>
              <a:rPr lang="en-IN" sz="1600" dirty="0">
                <a:solidFill>
                  <a:schemeClr val="tx2">
                    <a:lumMod val="10000"/>
                  </a:schemeClr>
                </a:solidFill>
                <a:latin typeface="Calibri" panose="020F0502020204030204" pitchFamily="34" charset="0"/>
                <a:cs typeface="Calibri" panose="020F0502020204030204" pitchFamily="34" charset="0"/>
              </a:rPr>
              <a:t>C(OH)(CN)(CH</a:t>
            </a:r>
            <a:r>
              <a:rPr lang="en-IN" sz="1600" baseline="-25000" dirty="0">
                <a:solidFill>
                  <a:schemeClr val="tx2">
                    <a:lumMod val="10000"/>
                  </a:schemeClr>
                </a:solidFill>
                <a:latin typeface="Calibri" panose="020F0502020204030204" pitchFamily="34" charset="0"/>
                <a:cs typeface="Calibri" panose="020F0502020204030204" pitchFamily="34" charset="0"/>
              </a:rPr>
              <a:t>3</a:t>
            </a:r>
            <a:r>
              <a:rPr lang="en-IN" sz="1600" dirty="0">
                <a:solidFill>
                  <a:schemeClr val="tx2">
                    <a:lumMod val="10000"/>
                  </a:schemeClr>
                </a:solidFill>
                <a:latin typeface="Calibri" panose="020F0502020204030204" pitchFamily="34" charset="0"/>
                <a:cs typeface="Calibri" panose="020F0502020204030204" pitchFamily="34" charset="0"/>
              </a:rPr>
              <a:t>)</a:t>
            </a:r>
          </a:p>
          <a:p>
            <a:pPr marL="127000" indent="0">
              <a:lnSpc>
                <a:spcPct val="114000"/>
              </a:lnSpc>
              <a:spcBef>
                <a:spcPts val="600"/>
              </a:spcBef>
              <a:buNone/>
            </a:pPr>
            <a:r>
              <a:rPr lang="en-IN" sz="1600" dirty="0">
                <a:solidFill>
                  <a:schemeClr val="tx2">
                    <a:lumMod val="10000"/>
                  </a:schemeClr>
                </a:solidFill>
                <a:latin typeface="Calibri" panose="020F0502020204030204" pitchFamily="34" charset="0"/>
                <a:cs typeface="Calibri" panose="020F0502020204030204" pitchFamily="34" charset="0"/>
              </a:rPr>
              <a:t>Given that at equilibrium, </a:t>
            </a:r>
          </a:p>
          <a:p>
            <a:pPr marL="127000" indent="0">
              <a:lnSpc>
                <a:spcPct val="114000"/>
              </a:lnSpc>
              <a:spcBef>
                <a:spcPts val="600"/>
              </a:spcBef>
              <a:buNone/>
            </a:pPr>
            <a:r>
              <a:rPr lang="en-IN" sz="1600" dirty="0">
                <a:solidFill>
                  <a:schemeClr val="tx2">
                    <a:lumMod val="10000"/>
                  </a:schemeClr>
                </a:solidFill>
                <a:latin typeface="Calibri" panose="020F0502020204030204" pitchFamily="34" charset="0"/>
                <a:cs typeface="Calibri" panose="020F0502020204030204" pitchFamily="34" charset="0"/>
              </a:rPr>
              <a:t>the concentration of CH</a:t>
            </a:r>
            <a:r>
              <a:rPr lang="en-IN" sz="1600" baseline="-25000" dirty="0">
                <a:solidFill>
                  <a:schemeClr val="tx2">
                    <a:lumMod val="10000"/>
                  </a:schemeClr>
                </a:solidFill>
                <a:latin typeface="Calibri" panose="020F0502020204030204" pitchFamily="34" charset="0"/>
                <a:cs typeface="Calibri" panose="020F0502020204030204" pitchFamily="34" charset="0"/>
              </a:rPr>
              <a:t>3</a:t>
            </a:r>
            <a:r>
              <a:rPr lang="en-IN" sz="1600" dirty="0">
                <a:solidFill>
                  <a:schemeClr val="tx2">
                    <a:lumMod val="10000"/>
                  </a:schemeClr>
                </a:solidFill>
                <a:latin typeface="Calibri" panose="020F0502020204030204" pitchFamily="34" charset="0"/>
                <a:cs typeface="Calibri" panose="020F0502020204030204" pitchFamily="34" charset="0"/>
              </a:rPr>
              <a:t>COCH</a:t>
            </a:r>
            <a:r>
              <a:rPr lang="en-IN" sz="1600" baseline="-25000" dirty="0">
                <a:solidFill>
                  <a:schemeClr val="tx2">
                    <a:lumMod val="10000"/>
                  </a:schemeClr>
                </a:solidFill>
                <a:latin typeface="Calibri" panose="020F0502020204030204" pitchFamily="34" charset="0"/>
                <a:cs typeface="Calibri" panose="020F0502020204030204" pitchFamily="34" charset="0"/>
              </a:rPr>
              <a:t>3</a:t>
            </a:r>
            <a:r>
              <a:rPr lang="en-IN" sz="1600" dirty="0">
                <a:solidFill>
                  <a:schemeClr val="tx2">
                    <a:lumMod val="10000"/>
                  </a:schemeClr>
                </a:solidFill>
                <a:latin typeface="Calibri" panose="020F0502020204030204" pitchFamily="34" charset="0"/>
                <a:cs typeface="Calibri" panose="020F0502020204030204" pitchFamily="34" charset="0"/>
              </a:rPr>
              <a:t> is 0.0267 mol/dm</a:t>
            </a:r>
            <a:r>
              <a:rPr lang="en-IN" sz="1600" baseline="30000" dirty="0">
                <a:solidFill>
                  <a:schemeClr val="tx2">
                    <a:lumMod val="10000"/>
                  </a:schemeClr>
                </a:solidFill>
                <a:latin typeface="Calibri" panose="020F0502020204030204" pitchFamily="34" charset="0"/>
                <a:cs typeface="Calibri" panose="020F0502020204030204" pitchFamily="34" charset="0"/>
              </a:rPr>
              <a:t>3</a:t>
            </a:r>
            <a:endParaRPr lang="en-IN" sz="1600" dirty="0">
              <a:solidFill>
                <a:schemeClr val="tx2">
                  <a:lumMod val="10000"/>
                </a:schemeClr>
              </a:solidFill>
              <a:latin typeface="Calibri" panose="020F0502020204030204" pitchFamily="34" charset="0"/>
              <a:cs typeface="Calibri" panose="020F0502020204030204" pitchFamily="34" charset="0"/>
            </a:endParaRPr>
          </a:p>
          <a:p>
            <a:pPr marL="127000" indent="0">
              <a:lnSpc>
                <a:spcPct val="114000"/>
              </a:lnSpc>
              <a:spcBef>
                <a:spcPts val="600"/>
              </a:spcBef>
              <a:buNone/>
            </a:pPr>
            <a:r>
              <a:rPr lang="en-IN" sz="1600" dirty="0">
                <a:solidFill>
                  <a:schemeClr val="tx2">
                    <a:lumMod val="10000"/>
                  </a:schemeClr>
                </a:solidFill>
                <a:latin typeface="Calibri" panose="020F0502020204030204" pitchFamily="34" charset="0"/>
                <a:cs typeface="Calibri" panose="020F0502020204030204" pitchFamily="34" charset="0"/>
              </a:rPr>
              <a:t>the concentration of HCN is 0.0267 mol/dm</a:t>
            </a:r>
            <a:r>
              <a:rPr lang="en-IN" sz="1600" baseline="30000" dirty="0">
                <a:solidFill>
                  <a:schemeClr val="tx2">
                    <a:lumMod val="10000"/>
                  </a:schemeClr>
                </a:solidFill>
                <a:latin typeface="Calibri" panose="020F0502020204030204" pitchFamily="34" charset="0"/>
                <a:cs typeface="Calibri" panose="020F0502020204030204" pitchFamily="34" charset="0"/>
              </a:rPr>
              <a:t>3</a:t>
            </a:r>
            <a:endParaRPr lang="en-IN" sz="1600" dirty="0">
              <a:solidFill>
                <a:schemeClr val="tx2">
                  <a:lumMod val="10000"/>
                </a:schemeClr>
              </a:solidFill>
              <a:latin typeface="Calibri" panose="020F0502020204030204" pitchFamily="34" charset="0"/>
              <a:cs typeface="Calibri" panose="020F0502020204030204" pitchFamily="34" charset="0"/>
            </a:endParaRPr>
          </a:p>
          <a:p>
            <a:pPr marL="127000" indent="0">
              <a:lnSpc>
                <a:spcPct val="114000"/>
              </a:lnSpc>
              <a:spcBef>
                <a:spcPts val="600"/>
              </a:spcBef>
              <a:buNone/>
            </a:pPr>
            <a:r>
              <a:rPr lang="en-IN" sz="1600" dirty="0">
                <a:solidFill>
                  <a:schemeClr val="tx2">
                    <a:lumMod val="10000"/>
                  </a:schemeClr>
                </a:solidFill>
                <a:latin typeface="Calibri" panose="020F0502020204030204" pitchFamily="34" charset="0"/>
                <a:cs typeface="Calibri" panose="020F0502020204030204" pitchFamily="34" charset="0"/>
              </a:rPr>
              <a:t>the concentration of CH</a:t>
            </a:r>
            <a:r>
              <a:rPr lang="en-IN" sz="1600" baseline="-25000" dirty="0">
                <a:solidFill>
                  <a:schemeClr val="tx2">
                    <a:lumMod val="10000"/>
                  </a:schemeClr>
                </a:solidFill>
                <a:latin typeface="Calibri" panose="020F0502020204030204" pitchFamily="34" charset="0"/>
                <a:cs typeface="Calibri" panose="020F0502020204030204" pitchFamily="34" charset="0"/>
              </a:rPr>
              <a:t>3</a:t>
            </a:r>
            <a:r>
              <a:rPr lang="en-IN" sz="1600" dirty="0">
                <a:solidFill>
                  <a:schemeClr val="tx2">
                    <a:lumMod val="10000"/>
                  </a:schemeClr>
                </a:solidFill>
                <a:latin typeface="Calibri" panose="020F0502020204030204" pitchFamily="34" charset="0"/>
                <a:cs typeface="Calibri" panose="020F0502020204030204" pitchFamily="34" charset="0"/>
              </a:rPr>
              <a:t>C(OH)(CN)(CH</a:t>
            </a:r>
            <a:r>
              <a:rPr lang="en-IN" sz="1600" baseline="-25000" dirty="0">
                <a:solidFill>
                  <a:schemeClr val="tx2">
                    <a:lumMod val="10000"/>
                  </a:schemeClr>
                </a:solidFill>
                <a:latin typeface="Calibri" panose="020F0502020204030204" pitchFamily="34" charset="0"/>
                <a:cs typeface="Calibri" panose="020F0502020204030204" pitchFamily="34" charset="0"/>
              </a:rPr>
              <a:t>3</a:t>
            </a:r>
            <a:r>
              <a:rPr lang="en-IN" sz="1600" dirty="0">
                <a:solidFill>
                  <a:schemeClr val="tx2">
                    <a:lumMod val="10000"/>
                  </a:schemeClr>
                </a:solidFill>
                <a:latin typeface="Calibri" panose="020F0502020204030204" pitchFamily="34" charset="0"/>
                <a:cs typeface="Calibri" panose="020F0502020204030204" pitchFamily="34" charset="0"/>
              </a:rPr>
              <a:t>) is 0.0233 mol/dm</a:t>
            </a:r>
            <a:r>
              <a:rPr lang="en-IN" sz="1600" baseline="30000" dirty="0">
                <a:solidFill>
                  <a:schemeClr val="tx2">
                    <a:lumMod val="10000"/>
                  </a:schemeClr>
                </a:solidFill>
                <a:latin typeface="Calibri" panose="020F0502020204030204" pitchFamily="34" charset="0"/>
                <a:cs typeface="Calibri" panose="020F0502020204030204" pitchFamily="34" charset="0"/>
              </a:rPr>
              <a:t>3</a:t>
            </a:r>
            <a:endParaRPr lang="en-IN" sz="1600" dirty="0">
              <a:solidFill>
                <a:schemeClr val="tx2">
                  <a:lumMod val="10000"/>
                </a:schemeClr>
              </a:solidFil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28157589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116"/>
        <p:cNvGrpSpPr/>
        <p:nvPr/>
      </p:nvGrpSpPr>
      <p:grpSpPr>
        <a:xfrm>
          <a:off x="0" y="0"/>
          <a:ext cx="0" cy="0"/>
          <a:chOff x="0" y="0"/>
          <a:chExt cx="0" cy="0"/>
        </a:xfrm>
      </p:grpSpPr>
      <p:sp>
        <p:nvSpPr>
          <p:cNvPr id="117" name="Google Shape;117;p26"/>
          <p:cNvSpPr txBox="1">
            <a:spLocks noGrp="1"/>
          </p:cNvSpPr>
          <p:nvPr>
            <p:ph type="title"/>
          </p:nvPr>
        </p:nvSpPr>
        <p:spPr>
          <a:xfrm>
            <a:off x="933025" y="592925"/>
            <a:ext cx="6305100" cy="767700"/>
          </a:xfrm>
          <a:prstGeom prst="rect">
            <a:avLst/>
          </a:prstGeom>
        </p:spPr>
        <p:txBody>
          <a:bodyPr spcFirstLastPara="1" wrap="square" lIns="91425" tIns="91425" rIns="91425" bIns="91425" anchor="b" anchorCtr="0">
            <a:noAutofit/>
          </a:bodyPr>
          <a:lstStyle/>
          <a:p>
            <a:pPr lvl="0">
              <a:lnSpc>
                <a:spcPct val="112000"/>
              </a:lnSpc>
            </a:pPr>
            <a:r>
              <a:rPr lang="en-IN" dirty="0">
                <a:latin typeface="Calibri" panose="020F0502020204030204" pitchFamily="34" charset="0"/>
                <a:cs typeface="Calibri" panose="020F0502020204030204" pitchFamily="34" charset="0"/>
              </a:rPr>
              <a:t>The equilibrium constant K</a:t>
            </a:r>
            <a:r>
              <a:rPr lang="en-IN" baseline="-25000" dirty="0">
                <a:latin typeface="Calibri" panose="020F0502020204030204" pitchFamily="34" charset="0"/>
                <a:cs typeface="Calibri" panose="020F0502020204030204" pitchFamily="34" charset="0"/>
              </a:rPr>
              <a:t>c</a:t>
            </a:r>
            <a:endParaRPr lang="en-IN" dirty="0">
              <a:latin typeface="Calibri" panose="020F0502020204030204" pitchFamily="34" charset="0"/>
              <a:cs typeface="Calibri" panose="020F0502020204030204" pitchFamily="34" charset="0"/>
            </a:endParaRPr>
          </a:p>
        </p:txBody>
      </p:sp>
      <mc:AlternateContent xmlns:mc="http://schemas.openxmlformats.org/markup-compatibility/2006" xmlns:a14="http://schemas.microsoft.com/office/drawing/2010/main">
        <mc:Choice Requires="a14">
          <p:sp>
            <p:nvSpPr>
              <p:cNvPr id="118" name="Google Shape;118;p26"/>
              <p:cNvSpPr txBox="1"/>
              <p:nvPr/>
            </p:nvSpPr>
            <p:spPr>
              <a:xfrm>
                <a:off x="702600" y="2028225"/>
                <a:ext cx="7330800" cy="2492100"/>
              </a:xfrm>
              <a:prstGeom prst="rect">
                <a:avLst/>
              </a:prstGeom>
              <a:noFill/>
              <a:ln>
                <a:noFill/>
              </a:ln>
            </p:spPr>
            <p:txBody>
              <a:bodyPr spcFirstLastPara="1" wrap="square" lIns="91425" tIns="91425" rIns="91425" bIns="91425" anchor="t" anchorCtr="0">
                <a:noAutofit/>
              </a:bodyPr>
              <a:lstStyle/>
              <a:p>
                <a:pPr marL="127000" indent="0">
                  <a:lnSpc>
                    <a:spcPct val="112000"/>
                  </a:lnSpc>
                  <a:buNone/>
                </a:pPr>
                <a:r>
                  <a:rPr lang="en-IN" sz="1600" b="1" dirty="0">
                    <a:solidFill>
                      <a:schemeClr val="tx2">
                        <a:lumMod val="10000"/>
                      </a:schemeClr>
                    </a:solidFill>
                    <a:latin typeface="Calibri" panose="020F0502020204030204" pitchFamily="34" charset="0"/>
                    <a:cs typeface="Calibri" panose="020F0502020204030204" pitchFamily="34" charset="0"/>
                  </a:rPr>
                  <a:t>Solution:</a:t>
                </a:r>
                <a:endParaRPr lang="en-IN" sz="1600" dirty="0">
                  <a:solidFill>
                    <a:schemeClr val="tx2">
                      <a:lumMod val="10000"/>
                    </a:schemeClr>
                  </a:solidFill>
                  <a:latin typeface="Calibri" panose="020F0502020204030204" pitchFamily="34" charset="0"/>
                  <a:cs typeface="Calibri" panose="020F0502020204030204" pitchFamily="34" charset="0"/>
                </a:endParaRPr>
              </a:p>
              <a:p>
                <a:pPr marL="127000" indent="0">
                  <a:lnSpc>
                    <a:spcPct val="112000"/>
                  </a:lnSpc>
                  <a:buNone/>
                </a:pPr>
                <a:r>
                  <a:rPr lang="en-IN" sz="1600" dirty="0">
                    <a:solidFill>
                      <a:schemeClr val="tx2">
                        <a:lumMod val="10000"/>
                      </a:schemeClr>
                    </a:solidFill>
                    <a:latin typeface="Calibri" panose="020F0502020204030204" pitchFamily="34" charset="0"/>
                    <a:cs typeface="Calibri" panose="020F0502020204030204" pitchFamily="34" charset="0"/>
                  </a:rPr>
                  <a:t>The equilibrium constant for this reaction is,</a:t>
                </a:r>
              </a:p>
              <a:p>
                <a:pPr marL="127000" indent="0">
                  <a:lnSpc>
                    <a:spcPct val="112000"/>
                  </a:lnSpc>
                  <a:buNone/>
                </a:pPr>
                <a14:m>
                  <m:oMathPara xmlns:m="http://schemas.openxmlformats.org/officeDocument/2006/math">
                    <m:oMathParaPr>
                      <m:jc m:val="centerGroup"/>
                    </m:oMathParaPr>
                    <m:oMath xmlns:m="http://schemas.openxmlformats.org/officeDocument/2006/math">
                      <m:sSub>
                        <m:sSubPr>
                          <m:ctrlPr>
                            <a:rPr lang="en-IN" sz="1600" i="1">
                              <a:solidFill>
                                <a:schemeClr val="tx2">
                                  <a:lumMod val="10000"/>
                                </a:schemeClr>
                              </a:solidFill>
                              <a:latin typeface="Cambria Math" panose="02040503050406030204" pitchFamily="18" charset="0"/>
                            </a:rPr>
                          </m:ctrlPr>
                        </m:sSubPr>
                        <m:e>
                          <m:r>
                            <a:rPr lang="en-IN" sz="1600" i="1">
                              <a:solidFill>
                                <a:schemeClr val="tx2">
                                  <a:lumMod val="10000"/>
                                </a:schemeClr>
                              </a:solidFill>
                              <a:latin typeface="Cambria Math" panose="02040503050406030204" pitchFamily="18" charset="0"/>
                            </a:rPr>
                            <m:t>𝐾</m:t>
                          </m:r>
                        </m:e>
                        <m:sub>
                          <m:r>
                            <a:rPr lang="en-IN" sz="1600" i="1">
                              <a:solidFill>
                                <a:schemeClr val="tx2">
                                  <a:lumMod val="10000"/>
                                </a:schemeClr>
                              </a:solidFill>
                              <a:latin typeface="Cambria Math" panose="02040503050406030204" pitchFamily="18" charset="0"/>
                            </a:rPr>
                            <m:t>𝑐</m:t>
                          </m:r>
                        </m:sub>
                      </m:sSub>
                      <m:r>
                        <a:rPr lang="en-IN" sz="1600" i="1">
                          <a:solidFill>
                            <a:schemeClr val="tx2">
                              <a:lumMod val="10000"/>
                            </a:schemeClr>
                          </a:solidFill>
                          <a:latin typeface="Cambria Math" panose="02040503050406030204" pitchFamily="18" charset="0"/>
                        </a:rPr>
                        <m:t>=</m:t>
                      </m:r>
                      <m:f>
                        <m:fPr>
                          <m:ctrlPr>
                            <a:rPr lang="en-IN" sz="1600" i="1">
                              <a:solidFill>
                                <a:schemeClr val="tx2">
                                  <a:lumMod val="10000"/>
                                </a:schemeClr>
                              </a:solidFill>
                              <a:latin typeface="Cambria Math" panose="02040503050406030204" pitchFamily="18" charset="0"/>
                            </a:rPr>
                          </m:ctrlPr>
                        </m:fPr>
                        <m:num>
                          <m:r>
                            <a:rPr lang="en-IN" sz="1600" i="1">
                              <a:solidFill>
                                <a:schemeClr val="tx2">
                                  <a:lumMod val="10000"/>
                                </a:schemeClr>
                              </a:solidFill>
                              <a:latin typeface="Cambria Math" panose="02040503050406030204" pitchFamily="18" charset="0"/>
                            </a:rPr>
                            <m:t>[</m:t>
                          </m:r>
                          <m:r>
                            <m:rPr>
                              <m:sty m:val="p"/>
                            </m:rPr>
                            <a:rPr lang="en-IN" sz="1600">
                              <a:solidFill>
                                <a:schemeClr val="tx2">
                                  <a:lumMod val="10000"/>
                                </a:schemeClr>
                              </a:solidFill>
                              <a:latin typeface="Cambria Math" panose="02040503050406030204" pitchFamily="18" charset="0"/>
                            </a:rPr>
                            <m:t>C</m:t>
                          </m:r>
                          <m:sSub>
                            <m:sSubPr>
                              <m:ctrlPr>
                                <a:rPr lang="en-IN" sz="1600" i="1">
                                  <a:solidFill>
                                    <a:schemeClr val="tx2">
                                      <a:lumMod val="10000"/>
                                    </a:schemeClr>
                                  </a:solidFill>
                                  <a:latin typeface="Cambria Math" panose="02040503050406030204" pitchFamily="18" charset="0"/>
                                </a:rPr>
                              </m:ctrlPr>
                            </m:sSubPr>
                            <m:e>
                              <m:r>
                                <a:rPr lang="en-IN" sz="1600" i="1">
                                  <a:solidFill>
                                    <a:schemeClr val="tx2">
                                      <a:lumMod val="10000"/>
                                    </a:schemeClr>
                                  </a:solidFill>
                                  <a:latin typeface="Cambria Math" panose="02040503050406030204" pitchFamily="18" charset="0"/>
                                </a:rPr>
                                <m:t>𝐻</m:t>
                              </m:r>
                            </m:e>
                            <m:sub>
                              <m:r>
                                <a:rPr lang="en-IN" sz="1600" i="1">
                                  <a:solidFill>
                                    <a:schemeClr val="tx2">
                                      <a:lumMod val="10000"/>
                                    </a:schemeClr>
                                  </a:solidFill>
                                  <a:latin typeface="Cambria Math" panose="02040503050406030204" pitchFamily="18" charset="0"/>
                                </a:rPr>
                                <m:t>3</m:t>
                              </m:r>
                            </m:sub>
                          </m:sSub>
                          <m:r>
                            <m:rPr>
                              <m:sty m:val="p"/>
                            </m:rPr>
                            <a:rPr lang="en-IN" sz="1600">
                              <a:solidFill>
                                <a:schemeClr val="tx2">
                                  <a:lumMod val="10000"/>
                                </a:schemeClr>
                              </a:solidFill>
                              <a:latin typeface="Cambria Math" panose="02040503050406030204" pitchFamily="18" charset="0"/>
                            </a:rPr>
                            <m:t>C</m:t>
                          </m:r>
                          <m:d>
                            <m:dPr>
                              <m:ctrlPr>
                                <a:rPr lang="en-IN" sz="1600" i="1">
                                  <a:solidFill>
                                    <a:schemeClr val="tx2">
                                      <a:lumMod val="10000"/>
                                    </a:schemeClr>
                                  </a:solidFill>
                                  <a:latin typeface="Cambria Math" panose="02040503050406030204" pitchFamily="18" charset="0"/>
                                </a:rPr>
                              </m:ctrlPr>
                            </m:dPr>
                            <m:e>
                              <m:r>
                                <m:rPr>
                                  <m:sty m:val="p"/>
                                </m:rPr>
                                <a:rPr lang="en-IN" sz="1600">
                                  <a:solidFill>
                                    <a:schemeClr val="tx2">
                                      <a:lumMod val="10000"/>
                                    </a:schemeClr>
                                  </a:solidFill>
                                  <a:latin typeface="Cambria Math" panose="02040503050406030204" pitchFamily="18" charset="0"/>
                                </a:rPr>
                                <m:t>OH</m:t>
                              </m:r>
                            </m:e>
                          </m:d>
                          <m:d>
                            <m:dPr>
                              <m:ctrlPr>
                                <a:rPr lang="en-IN" sz="1600" i="1">
                                  <a:solidFill>
                                    <a:schemeClr val="tx2">
                                      <a:lumMod val="10000"/>
                                    </a:schemeClr>
                                  </a:solidFill>
                                  <a:latin typeface="Cambria Math" panose="02040503050406030204" pitchFamily="18" charset="0"/>
                                </a:rPr>
                              </m:ctrlPr>
                            </m:dPr>
                            <m:e>
                              <m:r>
                                <m:rPr>
                                  <m:sty m:val="p"/>
                                </m:rPr>
                                <a:rPr lang="en-IN" sz="1600">
                                  <a:solidFill>
                                    <a:schemeClr val="tx2">
                                      <a:lumMod val="10000"/>
                                    </a:schemeClr>
                                  </a:solidFill>
                                  <a:latin typeface="Cambria Math" panose="02040503050406030204" pitchFamily="18" charset="0"/>
                                </a:rPr>
                                <m:t>CN</m:t>
                              </m:r>
                            </m:e>
                          </m:d>
                          <m:d>
                            <m:dPr>
                              <m:ctrlPr>
                                <a:rPr lang="en-IN" sz="1600" i="1">
                                  <a:solidFill>
                                    <a:schemeClr val="tx2">
                                      <a:lumMod val="10000"/>
                                    </a:schemeClr>
                                  </a:solidFill>
                                  <a:latin typeface="Cambria Math" panose="02040503050406030204" pitchFamily="18" charset="0"/>
                                </a:rPr>
                              </m:ctrlPr>
                            </m:dPr>
                            <m:e>
                              <m:r>
                                <m:rPr>
                                  <m:sty m:val="p"/>
                                </m:rPr>
                                <a:rPr lang="en-IN" sz="1600">
                                  <a:solidFill>
                                    <a:schemeClr val="tx2">
                                      <a:lumMod val="10000"/>
                                    </a:schemeClr>
                                  </a:solidFill>
                                  <a:latin typeface="Cambria Math" panose="02040503050406030204" pitchFamily="18" charset="0"/>
                                </a:rPr>
                                <m:t>C</m:t>
                              </m:r>
                              <m:sSub>
                                <m:sSubPr>
                                  <m:ctrlPr>
                                    <a:rPr lang="en-IN" sz="1600" i="1">
                                      <a:solidFill>
                                        <a:schemeClr val="tx2">
                                          <a:lumMod val="10000"/>
                                        </a:schemeClr>
                                      </a:solidFill>
                                      <a:latin typeface="Cambria Math" panose="02040503050406030204" pitchFamily="18" charset="0"/>
                                    </a:rPr>
                                  </m:ctrlPr>
                                </m:sSubPr>
                                <m:e>
                                  <m:r>
                                    <a:rPr lang="en-IN" sz="1600" i="1">
                                      <a:solidFill>
                                        <a:schemeClr val="tx2">
                                          <a:lumMod val="10000"/>
                                        </a:schemeClr>
                                      </a:solidFill>
                                      <a:latin typeface="Cambria Math" panose="02040503050406030204" pitchFamily="18" charset="0"/>
                                    </a:rPr>
                                    <m:t>𝐻</m:t>
                                  </m:r>
                                </m:e>
                                <m:sub>
                                  <m:r>
                                    <a:rPr lang="en-IN" sz="1600" i="1">
                                      <a:solidFill>
                                        <a:schemeClr val="tx2">
                                          <a:lumMod val="10000"/>
                                        </a:schemeClr>
                                      </a:solidFill>
                                      <a:latin typeface="Cambria Math" panose="02040503050406030204" pitchFamily="18" charset="0"/>
                                    </a:rPr>
                                    <m:t>3</m:t>
                                  </m:r>
                                </m:sub>
                              </m:sSub>
                            </m:e>
                          </m:d>
                          <m:r>
                            <a:rPr lang="en-IN" sz="1600" i="1">
                              <a:solidFill>
                                <a:schemeClr val="tx2">
                                  <a:lumMod val="10000"/>
                                </a:schemeClr>
                              </a:solidFill>
                              <a:latin typeface="Cambria Math" panose="02040503050406030204" pitchFamily="18" charset="0"/>
                            </a:rPr>
                            <m:t>]</m:t>
                          </m:r>
                        </m:num>
                        <m:den>
                          <m:d>
                            <m:dPr>
                              <m:begChr m:val="["/>
                              <m:endChr m:val="]"/>
                              <m:ctrlPr>
                                <a:rPr lang="en-IN" sz="1600" i="1">
                                  <a:solidFill>
                                    <a:schemeClr val="tx2">
                                      <a:lumMod val="10000"/>
                                    </a:schemeClr>
                                  </a:solidFill>
                                  <a:latin typeface="Cambria Math" panose="02040503050406030204" pitchFamily="18" charset="0"/>
                                </a:rPr>
                              </m:ctrlPr>
                            </m:dPr>
                            <m:e>
                              <m:r>
                                <a:rPr lang="en-IN" sz="1600" i="1">
                                  <a:solidFill>
                                    <a:schemeClr val="tx2">
                                      <a:lumMod val="10000"/>
                                    </a:schemeClr>
                                  </a:solidFill>
                                  <a:latin typeface="Cambria Math" panose="02040503050406030204" pitchFamily="18" charset="0"/>
                                </a:rPr>
                                <m:t>𝐶</m:t>
                              </m:r>
                              <m:sSub>
                                <m:sSubPr>
                                  <m:ctrlPr>
                                    <a:rPr lang="en-IN" sz="1600" i="1">
                                      <a:solidFill>
                                        <a:schemeClr val="tx2">
                                          <a:lumMod val="10000"/>
                                        </a:schemeClr>
                                      </a:solidFill>
                                      <a:latin typeface="Cambria Math" panose="02040503050406030204" pitchFamily="18" charset="0"/>
                                    </a:rPr>
                                  </m:ctrlPr>
                                </m:sSubPr>
                                <m:e>
                                  <m:r>
                                    <a:rPr lang="en-IN" sz="1600" i="1">
                                      <a:solidFill>
                                        <a:schemeClr val="tx2">
                                          <a:lumMod val="10000"/>
                                        </a:schemeClr>
                                      </a:solidFill>
                                      <a:latin typeface="Cambria Math" panose="02040503050406030204" pitchFamily="18" charset="0"/>
                                    </a:rPr>
                                    <m:t>𝐻</m:t>
                                  </m:r>
                                </m:e>
                                <m:sub>
                                  <m:r>
                                    <a:rPr lang="en-IN" sz="1600" i="1">
                                      <a:solidFill>
                                        <a:schemeClr val="tx2">
                                          <a:lumMod val="10000"/>
                                        </a:schemeClr>
                                      </a:solidFill>
                                      <a:latin typeface="Cambria Math" panose="02040503050406030204" pitchFamily="18" charset="0"/>
                                    </a:rPr>
                                    <m:t>3</m:t>
                                  </m:r>
                                </m:sub>
                              </m:sSub>
                              <m:r>
                                <a:rPr lang="en-IN" sz="1600" i="1">
                                  <a:solidFill>
                                    <a:schemeClr val="tx2">
                                      <a:lumMod val="10000"/>
                                    </a:schemeClr>
                                  </a:solidFill>
                                  <a:latin typeface="Cambria Math" panose="02040503050406030204" pitchFamily="18" charset="0"/>
                                </a:rPr>
                                <m:t>𝐶𝑂𝐶</m:t>
                              </m:r>
                              <m:sSub>
                                <m:sSubPr>
                                  <m:ctrlPr>
                                    <a:rPr lang="en-IN" sz="1600" i="1">
                                      <a:solidFill>
                                        <a:schemeClr val="tx2">
                                          <a:lumMod val="10000"/>
                                        </a:schemeClr>
                                      </a:solidFill>
                                      <a:latin typeface="Cambria Math" panose="02040503050406030204" pitchFamily="18" charset="0"/>
                                    </a:rPr>
                                  </m:ctrlPr>
                                </m:sSubPr>
                                <m:e>
                                  <m:r>
                                    <a:rPr lang="en-IN" sz="1600" i="1">
                                      <a:solidFill>
                                        <a:schemeClr val="tx2">
                                          <a:lumMod val="10000"/>
                                        </a:schemeClr>
                                      </a:solidFill>
                                      <a:latin typeface="Cambria Math" panose="02040503050406030204" pitchFamily="18" charset="0"/>
                                    </a:rPr>
                                    <m:t>𝐻</m:t>
                                  </m:r>
                                </m:e>
                                <m:sub>
                                  <m:r>
                                    <a:rPr lang="en-IN" sz="1600" i="1">
                                      <a:solidFill>
                                        <a:schemeClr val="tx2">
                                          <a:lumMod val="10000"/>
                                        </a:schemeClr>
                                      </a:solidFill>
                                      <a:latin typeface="Cambria Math" panose="02040503050406030204" pitchFamily="18" charset="0"/>
                                    </a:rPr>
                                    <m:t>3</m:t>
                                  </m:r>
                                </m:sub>
                              </m:sSub>
                            </m:e>
                          </m:d>
                          <m:d>
                            <m:dPr>
                              <m:begChr m:val="["/>
                              <m:endChr m:val="]"/>
                              <m:ctrlPr>
                                <a:rPr lang="en-IN" sz="1600" i="1">
                                  <a:solidFill>
                                    <a:schemeClr val="tx2">
                                      <a:lumMod val="10000"/>
                                    </a:schemeClr>
                                  </a:solidFill>
                                  <a:latin typeface="Cambria Math" panose="02040503050406030204" pitchFamily="18" charset="0"/>
                                </a:rPr>
                              </m:ctrlPr>
                            </m:dPr>
                            <m:e>
                              <m:r>
                                <a:rPr lang="en-IN" sz="1600" i="1">
                                  <a:solidFill>
                                    <a:schemeClr val="tx2">
                                      <a:lumMod val="10000"/>
                                    </a:schemeClr>
                                  </a:solidFill>
                                  <a:latin typeface="Cambria Math" panose="02040503050406030204" pitchFamily="18" charset="0"/>
                                </a:rPr>
                                <m:t>𝐻𝐶𝑁</m:t>
                              </m:r>
                            </m:e>
                          </m:d>
                        </m:den>
                      </m:f>
                      <m:r>
                        <a:rPr lang="en-IN" sz="1600" b="0" i="1" smtClean="0">
                          <a:solidFill>
                            <a:schemeClr val="tx2">
                              <a:lumMod val="10000"/>
                            </a:schemeClr>
                          </a:solidFill>
                          <a:latin typeface="Cambria Math" panose="02040503050406030204" pitchFamily="18" charset="0"/>
                        </a:rPr>
                        <m:t>=</m:t>
                      </m:r>
                      <m:f>
                        <m:fPr>
                          <m:ctrlPr>
                            <a:rPr lang="en-IN" sz="1600" i="1">
                              <a:solidFill>
                                <a:schemeClr val="tx2">
                                  <a:lumMod val="10000"/>
                                </a:schemeClr>
                              </a:solidFill>
                              <a:latin typeface="Cambria Math" panose="02040503050406030204" pitchFamily="18" charset="0"/>
                            </a:rPr>
                          </m:ctrlPr>
                        </m:fPr>
                        <m:num>
                          <m:r>
                            <a:rPr lang="en-IN" sz="1600" i="1">
                              <a:solidFill>
                                <a:schemeClr val="tx2">
                                  <a:lumMod val="10000"/>
                                </a:schemeClr>
                              </a:solidFill>
                              <a:latin typeface="Cambria Math" panose="02040503050406030204" pitchFamily="18" charset="0"/>
                            </a:rPr>
                            <m:t>[</m:t>
                          </m:r>
                          <m:r>
                            <a:rPr lang="en-IN" sz="1600">
                              <a:solidFill>
                                <a:schemeClr val="tx2">
                                  <a:lumMod val="10000"/>
                                </a:schemeClr>
                              </a:solidFill>
                              <a:latin typeface="Cambria Math" panose="02040503050406030204" pitchFamily="18" charset="0"/>
                            </a:rPr>
                            <m:t>0.0233</m:t>
                          </m:r>
                          <m:r>
                            <a:rPr lang="en-IN" sz="1600" i="1">
                              <a:solidFill>
                                <a:schemeClr val="tx2">
                                  <a:lumMod val="10000"/>
                                </a:schemeClr>
                              </a:solidFill>
                              <a:latin typeface="Cambria Math" panose="02040503050406030204" pitchFamily="18" charset="0"/>
                            </a:rPr>
                            <m:t>]</m:t>
                          </m:r>
                        </m:num>
                        <m:den>
                          <m:d>
                            <m:dPr>
                              <m:begChr m:val="["/>
                              <m:endChr m:val="]"/>
                              <m:ctrlPr>
                                <a:rPr lang="en-IN" sz="1600" i="1">
                                  <a:solidFill>
                                    <a:schemeClr val="tx2">
                                      <a:lumMod val="10000"/>
                                    </a:schemeClr>
                                  </a:solidFill>
                                  <a:latin typeface="Cambria Math" panose="02040503050406030204" pitchFamily="18" charset="0"/>
                                </a:rPr>
                              </m:ctrlPr>
                            </m:dPr>
                            <m:e>
                              <m:r>
                                <a:rPr lang="en-IN" sz="1600" i="1">
                                  <a:solidFill>
                                    <a:schemeClr val="tx2">
                                      <a:lumMod val="10000"/>
                                    </a:schemeClr>
                                  </a:solidFill>
                                  <a:latin typeface="Cambria Math" panose="02040503050406030204" pitchFamily="18" charset="0"/>
                                </a:rPr>
                                <m:t>0.0267</m:t>
                              </m:r>
                            </m:e>
                          </m:d>
                          <m:d>
                            <m:dPr>
                              <m:begChr m:val="["/>
                              <m:endChr m:val="]"/>
                              <m:ctrlPr>
                                <a:rPr lang="en-IN" sz="1600" i="1">
                                  <a:solidFill>
                                    <a:schemeClr val="tx2">
                                      <a:lumMod val="10000"/>
                                    </a:schemeClr>
                                  </a:solidFill>
                                  <a:latin typeface="Cambria Math" panose="02040503050406030204" pitchFamily="18" charset="0"/>
                                </a:rPr>
                              </m:ctrlPr>
                            </m:dPr>
                            <m:e>
                              <m:r>
                                <a:rPr lang="en-IN" sz="1600" i="1">
                                  <a:solidFill>
                                    <a:schemeClr val="tx2">
                                      <a:lumMod val="10000"/>
                                    </a:schemeClr>
                                  </a:solidFill>
                                  <a:latin typeface="Cambria Math" panose="02040503050406030204" pitchFamily="18" charset="0"/>
                                </a:rPr>
                                <m:t>0.0267</m:t>
                              </m:r>
                            </m:e>
                          </m:d>
                        </m:den>
                      </m:f>
                    </m:oMath>
                  </m:oMathPara>
                </a14:m>
                <a:endParaRPr lang="en-IN" sz="1600" dirty="0">
                  <a:solidFill>
                    <a:schemeClr val="tx2">
                      <a:lumMod val="10000"/>
                    </a:schemeClr>
                  </a:solidFill>
                  <a:latin typeface="Calibri" panose="020F0502020204030204" pitchFamily="34" charset="0"/>
                  <a:cs typeface="Calibri" panose="020F0502020204030204" pitchFamily="34" charset="0"/>
                </a:endParaRPr>
              </a:p>
              <a:p>
                <a:pPr marL="127000" indent="0">
                  <a:lnSpc>
                    <a:spcPct val="112000"/>
                  </a:lnSpc>
                  <a:buNone/>
                </a:pPr>
                <a14:m>
                  <m:oMathPara xmlns:m="http://schemas.openxmlformats.org/officeDocument/2006/math">
                    <m:oMathParaPr>
                      <m:jc m:val="centerGroup"/>
                    </m:oMathParaPr>
                    <m:oMath xmlns:m="http://schemas.openxmlformats.org/officeDocument/2006/math">
                      <m:sSub>
                        <m:sSubPr>
                          <m:ctrlPr>
                            <a:rPr lang="en-IN" sz="1600" i="1">
                              <a:solidFill>
                                <a:schemeClr val="tx2">
                                  <a:lumMod val="10000"/>
                                </a:schemeClr>
                              </a:solidFill>
                              <a:latin typeface="Cambria Math" panose="02040503050406030204" pitchFamily="18" charset="0"/>
                            </a:rPr>
                          </m:ctrlPr>
                        </m:sSubPr>
                        <m:e>
                          <m:r>
                            <a:rPr lang="en-IN" sz="1600" i="1">
                              <a:solidFill>
                                <a:schemeClr val="tx2">
                                  <a:lumMod val="10000"/>
                                </a:schemeClr>
                              </a:solidFill>
                              <a:latin typeface="Cambria Math" panose="02040503050406030204" pitchFamily="18" charset="0"/>
                            </a:rPr>
                            <m:t>𝐾</m:t>
                          </m:r>
                        </m:e>
                        <m:sub>
                          <m:r>
                            <a:rPr lang="en-IN" sz="1600" i="1">
                              <a:solidFill>
                                <a:schemeClr val="tx2">
                                  <a:lumMod val="10000"/>
                                </a:schemeClr>
                              </a:solidFill>
                              <a:latin typeface="Cambria Math" panose="02040503050406030204" pitchFamily="18" charset="0"/>
                            </a:rPr>
                            <m:t>𝑐</m:t>
                          </m:r>
                        </m:sub>
                      </m:sSub>
                      <m:r>
                        <a:rPr lang="en-IN" sz="1600" i="1">
                          <a:solidFill>
                            <a:schemeClr val="tx2">
                              <a:lumMod val="10000"/>
                            </a:schemeClr>
                          </a:solidFill>
                          <a:latin typeface="Cambria Math" panose="02040503050406030204" pitchFamily="18" charset="0"/>
                        </a:rPr>
                        <m:t>=32.7</m:t>
                      </m:r>
                    </m:oMath>
                  </m:oMathPara>
                </a14:m>
                <a:endParaRPr lang="en-IN" sz="1600" dirty="0">
                  <a:solidFill>
                    <a:schemeClr val="tx2">
                      <a:lumMod val="10000"/>
                    </a:schemeClr>
                  </a:solidFill>
                  <a:latin typeface="Calibri" panose="020F0502020204030204" pitchFamily="34" charset="0"/>
                  <a:cs typeface="Calibri" panose="020F0502020204030204" pitchFamily="34" charset="0"/>
                </a:endParaRPr>
              </a:p>
              <a:p>
                <a:pPr marL="127000" indent="0">
                  <a:lnSpc>
                    <a:spcPct val="112000"/>
                  </a:lnSpc>
                  <a:buNone/>
                </a:pPr>
                <a:r>
                  <a:rPr lang="en-IN" sz="1600" dirty="0">
                    <a:solidFill>
                      <a:schemeClr val="tx2">
                        <a:lumMod val="10000"/>
                      </a:schemeClr>
                    </a:solidFill>
                    <a:latin typeface="Calibri" panose="020F0502020204030204" pitchFamily="34" charset="0"/>
                    <a:cs typeface="Calibri" panose="020F0502020204030204" pitchFamily="34" charset="0"/>
                  </a:rPr>
                  <a:t>The unit for K</a:t>
                </a:r>
                <a:r>
                  <a:rPr lang="en-IN" sz="1600" baseline="-25000" dirty="0">
                    <a:solidFill>
                      <a:schemeClr val="tx2">
                        <a:lumMod val="10000"/>
                      </a:schemeClr>
                    </a:solidFill>
                    <a:latin typeface="Calibri" panose="020F0502020204030204" pitchFamily="34" charset="0"/>
                    <a:cs typeface="Calibri" panose="020F0502020204030204" pitchFamily="34" charset="0"/>
                  </a:rPr>
                  <a:t>C</a:t>
                </a:r>
                <a:r>
                  <a:rPr lang="en-IN" sz="1600" dirty="0">
                    <a:solidFill>
                      <a:schemeClr val="tx2">
                        <a:lumMod val="10000"/>
                      </a:schemeClr>
                    </a:solidFill>
                    <a:latin typeface="Calibri" panose="020F0502020204030204" pitchFamily="34" charset="0"/>
                    <a:cs typeface="Calibri" panose="020F0502020204030204" pitchFamily="34" charset="0"/>
                  </a:rPr>
                  <a:t> in this reaction is,</a:t>
                </a:r>
              </a:p>
              <a:p>
                <a:pPr marL="127000" indent="0">
                  <a:lnSpc>
                    <a:spcPct val="112000"/>
                  </a:lnSpc>
                  <a:buNone/>
                </a:pPr>
                <a14:m>
                  <m:oMathPara xmlns:m="http://schemas.openxmlformats.org/officeDocument/2006/math">
                    <m:oMathParaPr>
                      <m:jc m:val="centerGroup"/>
                    </m:oMathParaPr>
                    <m:oMath xmlns:m="http://schemas.openxmlformats.org/officeDocument/2006/math">
                      <m:sSub>
                        <m:sSubPr>
                          <m:ctrlPr>
                            <a:rPr lang="en-IN" sz="1600" i="1">
                              <a:solidFill>
                                <a:schemeClr val="tx2">
                                  <a:lumMod val="10000"/>
                                </a:schemeClr>
                              </a:solidFill>
                              <a:latin typeface="Cambria Math" panose="02040503050406030204" pitchFamily="18" charset="0"/>
                            </a:rPr>
                          </m:ctrlPr>
                        </m:sSubPr>
                        <m:e>
                          <m:r>
                            <a:rPr lang="en-IN" sz="1600" i="1">
                              <a:solidFill>
                                <a:schemeClr val="tx2">
                                  <a:lumMod val="10000"/>
                                </a:schemeClr>
                              </a:solidFill>
                              <a:latin typeface="Cambria Math" panose="02040503050406030204" pitchFamily="18" charset="0"/>
                            </a:rPr>
                            <m:t>𝐾</m:t>
                          </m:r>
                        </m:e>
                        <m:sub>
                          <m:r>
                            <a:rPr lang="en-IN" sz="1600" i="1">
                              <a:solidFill>
                                <a:schemeClr val="tx2">
                                  <a:lumMod val="10000"/>
                                </a:schemeClr>
                              </a:solidFill>
                              <a:latin typeface="Cambria Math" panose="02040503050406030204" pitchFamily="18" charset="0"/>
                            </a:rPr>
                            <m:t>𝑐</m:t>
                          </m:r>
                        </m:sub>
                      </m:sSub>
                      <m:r>
                        <a:rPr lang="en-IN" sz="1600" i="1">
                          <a:solidFill>
                            <a:schemeClr val="tx2">
                              <a:lumMod val="10000"/>
                            </a:schemeClr>
                          </a:solidFill>
                          <a:latin typeface="Cambria Math" panose="02040503050406030204" pitchFamily="18" charset="0"/>
                        </a:rPr>
                        <m:t>=</m:t>
                      </m:r>
                      <m:f>
                        <m:fPr>
                          <m:ctrlPr>
                            <a:rPr lang="en-IN" sz="1600" i="1">
                              <a:solidFill>
                                <a:schemeClr val="tx2">
                                  <a:lumMod val="10000"/>
                                </a:schemeClr>
                              </a:solidFill>
                              <a:latin typeface="Cambria Math" panose="02040503050406030204" pitchFamily="18" charset="0"/>
                            </a:rPr>
                          </m:ctrlPr>
                        </m:fPr>
                        <m:num>
                          <m:r>
                            <a:rPr lang="en-IN" sz="1600" i="1">
                              <a:solidFill>
                                <a:schemeClr val="tx2">
                                  <a:lumMod val="10000"/>
                                </a:schemeClr>
                              </a:solidFill>
                              <a:latin typeface="Cambria Math" panose="02040503050406030204" pitchFamily="18" charset="0"/>
                            </a:rPr>
                            <m:t>[</m:t>
                          </m:r>
                          <m:r>
                            <a:rPr lang="en-IN" sz="1600" i="1">
                              <a:solidFill>
                                <a:schemeClr val="tx2">
                                  <a:lumMod val="10000"/>
                                </a:schemeClr>
                              </a:solidFill>
                              <a:latin typeface="Cambria Math" panose="02040503050406030204" pitchFamily="18" charset="0"/>
                            </a:rPr>
                            <m:t>𝑚𝑜𝑙</m:t>
                          </m:r>
                          <m:r>
                            <a:rPr lang="en-IN" sz="1600" i="1">
                              <a:solidFill>
                                <a:schemeClr val="tx2">
                                  <a:lumMod val="10000"/>
                                </a:schemeClr>
                              </a:solidFill>
                              <a:latin typeface="Cambria Math" panose="02040503050406030204" pitchFamily="18" charset="0"/>
                            </a:rPr>
                            <m:t>/</m:t>
                          </m:r>
                          <m:sSup>
                            <m:sSupPr>
                              <m:ctrlPr>
                                <a:rPr lang="en-IN" sz="1600" i="1">
                                  <a:solidFill>
                                    <a:schemeClr val="tx2">
                                      <a:lumMod val="10000"/>
                                    </a:schemeClr>
                                  </a:solidFill>
                                  <a:latin typeface="Cambria Math" panose="02040503050406030204" pitchFamily="18" charset="0"/>
                                </a:rPr>
                              </m:ctrlPr>
                            </m:sSupPr>
                            <m:e>
                              <m:r>
                                <a:rPr lang="en-IN" sz="1600" i="1">
                                  <a:solidFill>
                                    <a:schemeClr val="tx2">
                                      <a:lumMod val="10000"/>
                                    </a:schemeClr>
                                  </a:solidFill>
                                  <a:latin typeface="Cambria Math" panose="02040503050406030204" pitchFamily="18" charset="0"/>
                                </a:rPr>
                                <m:t>𝑑𝑚</m:t>
                              </m:r>
                            </m:e>
                            <m:sup>
                              <m:r>
                                <a:rPr lang="en-IN" sz="1600" i="1">
                                  <a:solidFill>
                                    <a:schemeClr val="tx2">
                                      <a:lumMod val="10000"/>
                                    </a:schemeClr>
                                  </a:solidFill>
                                  <a:latin typeface="Cambria Math" panose="02040503050406030204" pitchFamily="18" charset="0"/>
                                </a:rPr>
                                <m:t>3</m:t>
                              </m:r>
                            </m:sup>
                          </m:sSup>
                          <m:r>
                            <a:rPr lang="en-IN" sz="1600" i="1">
                              <a:solidFill>
                                <a:schemeClr val="tx2">
                                  <a:lumMod val="10000"/>
                                </a:schemeClr>
                              </a:solidFill>
                              <a:latin typeface="Cambria Math" panose="02040503050406030204" pitchFamily="18" charset="0"/>
                            </a:rPr>
                            <m:t>]</m:t>
                          </m:r>
                        </m:num>
                        <m:den>
                          <m:d>
                            <m:dPr>
                              <m:begChr m:val="["/>
                              <m:endChr m:val="]"/>
                              <m:ctrlPr>
                                <a:rPr lang="en-IN" sz="1600" i="1">
                                  <a:solidFill>
                                    <a:schemeClr val="tx2">
                                      <a:lumMod val="10000"/>
                                    </a:schemeClr>
                                  </a:solidFill>
                                  <a:latin typeface="Cambria Math" panose="02040503050406030204" pitchFamily="18" charset="0"/>
                                </a:rPr>
                              </m:ctrlPr>
                            </m:dPr>
                            <m:e>
                              <m:r>
                                <a:rPr lang="en-IN" sz="1600" i="1">
                                  <a:solidFill>
                                    <a:schemeClr val="tx2">
                                      <a:lumMod val="10000"/>
                                    </a:schemeClr>
                                  </a:solidFill>
                                  <a:latin typeface="Cambria Math" panose="02040503050406030204" pitchFamily="18" charset="0"/>
                                </a:rPr>
                                <m:t>𝑚𝑜𝑙</m:t>
                              </m:r>
                              <m:r>
                                <a:rPr lang="en-IN" sz="1600" i="1">
                                  <a:solidFill>
                                    <a:schemeClr val="tx2">
                                      <a:lumMod val="10000"/>
                                    </a:schemeClr>
                                  </a:solidFill>
                                  <a:latin typeface="Cambria Math" panose="02040503050406030204" pitchFamily="18" charset="0"/>
                                </a:rPr>
                                <m:t>/</m:t>
                              </m:r>
                              <m:sSup>
                                <m:sSupPr>
                                  <m:ctrlPr>
                                    <a:rPr lang="en-IN" sz="1600" i="1">
                                      <a:solidFill>
                                        <a:schemeClr val="tx2">
                                          <a:lumMod val="10000"/>
                                        </a:schemeClr>
                                      </a:solidFill>
                                      <a:latin typeface="Cambria Math" panose="02040503050406030204" pitchFamily="18" charset="0"/>
                                    </a:rPr>
                                  </m:ctrlPr>
                                </m:sSupPr>
                                <m:e>
                                  <m:r>
                                    <a:rPr lang="en-IN" sz="1600" i="1">
                                      <a:solidFill>
                                        <a:schemeClr val="tx2">
                                          <a:lumMod val="10000"/>
                                        </a:schemeClr>
                                      </a:solidFill>
                                      <a:latin typeface="Cambria Math" panose="02040503050406030204" pitchFamily="18" charset="0"/>
                                    </a:rPr>
                                    <m:t>𝑑𝑚</m:t>
                                  </m:r>
                                </m:e>
                                <m:sup>
                                  <m:r>
                                    <a:rPr lang="en-IN" sz="1600" i="1">
                                      <a:solidFill>
                                        <a:schemeClr val="tx2">
                                          <a:lumMod val="10000"/>
                                        </a:schemeClr>
                                      </a:solidFill>
                                      <a:latin typeface="Cambria Math" panose="02040503050406030204" pitchFamily="18" charset="0"/>
                                    </a:rPr>
                                    <m:t>3</m:t>
                                  </m:r>
                                </m:sup>
                              </m:sSup>
                            </m:e>
                          </m:d>
                          <m:d>
                            <m:dPr>
                              <m:begChr m:val="["/>
                              <m:endChr m:val="]"/>
                              <m:ctrlPr>
                                <a:rPr lang="en-IN" sz="1600" i="1">
                                  <a:solidFill>
                                    <a:schemeClr val="tx2">
                                      <a:lumMod val="10000"/>
                                    </a:schemeClr>
                                  </a:solidFill>
                                  <a:latin typeface="Cambria Math" panose="02040503050406030204" pitchFamily="18" charset="0"/>
                                </a:rPr>
                              </m:ctrlPr>
                            </m:dPr>
                            <m:e>
                              <m:r>
                                <a:rPr lang="en-IN" sz="1600" i="1">
                                  <a:solidFill>
                                    <a:schemeClr val="tx2">
                                      <a:lumMod val="10000"/>
                                    </a:schemeClr>
                                  </a:solidFill>
                                  <a:latin typeface="Cambria Math" panose="02040503050406030204" pitchFamily="18" charset="0"/>
                                </a:rPr>
                                <m:t>𝑚𝑜𝑙</m:t>
                              </m:r>
                              <m:r>
                                <a:rPr lang="en-IN" sz="1600" i="1">
                                  <a:solidFill>
                                    <a:schemeClr val="tx2">
                                      <a:lumMod val="10000"/>
                                    </a:schemeClr>
                                  </a:solidFill>
                                  <a:latin typeface="Cambria Math" panose="02040503050406030204" pitchFamily="18" charset="0"/>
                                </a:rPr>
                                <m:t>/</m:t>
                              </m:r>
                              <m:sSup>
                                <m:sSupPr>
                                  <m:ctrlPr>
                                    <a:rPr lang="en-IN" sz="1600" i="1">
                                      <a:solidFill>
                                        <a:schemeClr val="tx2">
                                          <a:lumMod val="10000"/>
                                        </a:schemeClr>
                                      </a:solidFill>
                                      <a:latin typeface="Cambria Math" panose="02040503050406030204" pitchFamily="18" charset="0"/>
                                    </a:rPr>
                                  </m:ctrlPr>
                                </m:sSupPr>
                                <m:e>
                                  <m:r>
                                    <a:rPr lang="en-IN" sz="1600" i="1">
                                      <a:solidFill>
                                        <a:schemeClr val="tx2">
                                          <a:lumMod val="10000"/>
                                        </a:schemeClr>
                                      </a:solidFill>
                                      <a:latin typeface="Cambria Math" panose="02040503050406030204" pitchFamily="18" charset="0"/>
                                    </a:rPr>
                                    <m:t>𝑑𝑚</m:t>
                                  </m:r>
                                </m:e>
                                <m:sup>
                                  <m:r>
                                    <a:rPr lang="en-IN" sz="1600" i="1">
                                      <a:solidFill>
                                        <a:schemeClr val="tx2">
                                          <a:lumMod val="10000"/>
                                        </a:schemeClr>
                                      </a:solidFill>
                                      <a:latin typeface="Cambria Math" panose="02040503050406030204" pitchFamily="18" charset="0"/>
                                    </a:rPr>
                                    <m:t>3</m:t>
                                  </m:r>
                                </m:sup>
                              </m:sSup>
                            </m:e>
                          </m:d>
                        </m:den>
                      </m:f>
                      <m:r>
                        <a:rPr lang="en-IN" sz="1600" i="1">
                          <a:solidFill>
                            <a:schemeClr val="tx2">
                              <a:lumMod val="10000"/>
                            </a:schemeClr>
                          </a:solidFill>
                          <a:latin typeface="Cambria Math" panose="02040503050406030204" pitchFamily="18" charset="0"/>
                        </a:rPr>
                        <m:t>=</m:t>
                      </m:r>
                      <m:sSup>
                        <m:sSupPr>
                          <m:ctrlPr>
                            <a:rPr lang="en-IN" sz="1600" i="1">
                              <a:solidFill>
                                <a:schemeClr val="tx2">
                                  <a:lumMod val="10000"/>
                                </a:schemeClr>
                              </a:solidFill>
                              <a:latin typeface="Cambria Math" panose="02040503050406030204" pitchFamily="18" charset="0"/>
                            </a:rPr>
                          </m:ctrlPr>
                        </m:sSupPr>
                        <m:e>
                          <m:r>
                            <a:rPr lang="en-IN" sz="1600" i="1">
                              <a:solidFill>
                                <a:schemeClr val="tx2">
                                  <a:lumMod val="10000"/>
                                </a:schemeClr>
                              </a:solidFill>
                              <a:latin typeface="Cambria Math" panose="02040503050406030204" pitchFamily="18" charset="0"/>
                            </a:rPr>
                            <m:t>𝑑𝑚</m:t>
                          </m:r>
                        </m:e>
                        <m:sup>
                          <m:r>
                            <a:rPr lang="en-IN" sz="1600" i="1">
                              <a:solidFill>
                                <a:schemeClr val="tx2">
                                  <a:lumMod val="10000"/>
                                </a:schemeClr>
                              </a:solidFill>
                              <a:latin typeface="Cambria Math" panose="02040503050406030204" pitchFamily="18" charset="0"/>
                            </a:rPr>
                            <m:t>3</m:t>
                          </m:r>
                        </m:sup>
                      </m:sSup>
                      <m:r>
                        <a:rPr lang="en-IN" sz="1600" i="1">
                          <a:solidFill>
                            <a:schemeClr val="tx2">
                              <a:lumMod val="10000"/>
                            </a:schemeClr>
                          </a:solidFill>
                          <a:latin typeface="Cambria Math" panose="02040503050406030204" pitchFamily="18" charset="0"/>
                        </a:rPr>
                        <m:t>/</m:t>
                      </m:r>
                      <m:r>
                        <a:rPr lang="en-IN" sz="1600" i="1">
                          <a:solidFill>
                            <a:schemeClr val="tx2">
                              <a:lumMod val="10000"/>
                            </a:schemeClr>
                          </a:solidFill>
                          <a:latin typeface="Cambria Math" panose="02040503050406030204" pitchFamily="18" charset="0"/>
                        </a:rPr>
                        <m:t>𝑚𝑜𝑙</m:t>
                      </m:r>
                    </m:oMath>
                  </m:oMathPara>
                </a14:m>
                <a:endParaRPr lang="en-IN" sz="1600" dirty="0">
                  <a:solidFill>
                    <a:schemeClr val="tx2">
                      <a:lumMod val="10000"/>
                    </a:schemeClr>
                  </a:solidFill>
                  <a:latin typeface="Calibri" panose="020F0502020204030204" pitchFamily="34" charset="0"/>
                  <a:cs typeface="Calibri" panose="020F0502020204030204" pitchFamily="34" charset="0"/>
                </a:endParaRPr>
              </a:p>
              <a:p>
                <a:pPr marL="127000" indent="0">
                  <a:lnSpc>
                    <a:spcPct val="112000"/>
                  </a:lnSpc>
                  <a:buNone/>
                </a:pPr>
                <a:r>
                  <a:rPr lang="en-IN" sz="1600" dirty="0">
                    <a:solidFill>
                      <a:schemeClr val="tx2">
                        <a:lumMod val="10000"/>
                      </a:schemeClr>
                    </a:solidFill>
                    <a:latin typeface="Calibri" panose="020F0502020204030204" pitchFamily="34" charset="0"/>
                    <a:cs typeface="Calibri" panose="020F0502020204030204" pitchFamily="34" charset="0"/>
                  </a:rPr>
                  <a:t> </a:t>
                </a:r>
              </a:p>
              <a:p>
                <a:pPr marL="127000" indent="0">
                  <a:lnSpc>
                    <a:spcPct val="112000"/>
                  </a:lnSpc>
                  <a:buNone/>
                </a:pPr>
                <a:r>
                  <a:rPr lang="en-IN" sz="1600" dirty="0">
                    <a:solidFill>
                      <a:schemeClr val="tx2">
                        <a:lumMod val="10000"/>
                      </a:schemeClr>
                    </a:solidFill>
                    <a:latin typeface="Calibri" panose="020F0502020204030204" pitchFamily="34" charset="0"/>
                    <a:cs typeface="Calibri" panose="020F0502020204030204" pitchFamily="34" charset="0"/>
                  </a:rPr>
                  <a:t>Therefore, the K</a:t>
                </a:r>
                <a:r>
                  <a:rPr lang="en-IN" sz="1600" baseline="-25000" dirty="0">
                    <a:solidFill>
                      <a:schemeClr val="tx2">
                        <a:lumMod val="10000"/>
                      </a:schemeClr>
                    </a:solidFill>
                    <a:latin typeface="Calibri" panose="020F0502020204030204" pitchFamily="34" charset="0"/>
                    <a:cs typeface="Calibri" panose="020F0502020204030204" pitchFamily="34" charset="0"/>
                  </a:rPr>
                  <a:t>c </a:t>
                </a:r>
                <a:r>
                  <a:rPr lang="en-IN" sz="1600" dirty="0">
                    <a:solidFill>
                      <a:schemeClr val="tx2">
                        <a:lumMod val="10000"/>
                      </a:schemeClr>
                    </a:solidFill>
                    <a:latin typeface="Calibri" panose="020F0502020204030204" pitchFamily="34" charset="0"/>
                    <a:cs typeface="Calibri" panose="020F0502020204030204" pitchFamily="34" charset="0"/>
                  </a:rPr>
                  <a:t>for this reaction is 32.7 dm</a:t>
                </a:r>
                <a:r>
                  <a:rPr lang="en-IN" sz="1600" baseline="30000" dirty="0">
                    <a:solidFill>
                      <a:schemeClr val="tx2">
                        <a:lumMod val="10000"/>
                      </a:schemeClr>
                    </a:solidFill>
                    <a:latin typeface="Calibri" panose="020F0502020204030204" pitchFamily="34" charset="0"/>
                    <a:cs typeface="Calibri" panose="020F0502020204030204" pitchFamily="34" charset="0"/>
                  </a:rPr>
                  <a:t>3</a:t>
                </a:r>
                <a:r>
                  <a:rPr lang="en-IN" sz="1600" dirty="0">
                    <a:solidFill>
                      <a:schemeClr val="tx2">
                        <a:lumMod val="10000"/>
                      </a:schemeClr>
                    </a:solidFill>
                    <a:latin typeface="Calibri" panose="020F0502020204030204" pitchFamily="34" charset="0"/>
                    <a:cs typeface="Calibri" panose="020F0502020204030204" pitchFamily="34" charset="0"/>
                  </a:rPr>
                  <a:t>/mol.</a:t>
                </a:r>
              </a:p>
            </p:txBody>
          </p:sp>
        </mc:Choice>
        <mc:Fallback xmlns="">
          <p:sp>
            <p:nvSpPr>
              <p:cNvPr id="118" name="Google Shape;118;p26"/>
              <p:cNvSpPr txBox="1">
                <a:spLocks noRot="1" noChangeAspect="1" noMove="1" noResize="1" noEditPoints="1" noAdjustHandles="1" noChangeArrowheads="1" noChangeShapeType="1" noTextEdit="1"/>
              </p:cNvSpPr>
              <p:nvPr/>
            </p:nvSpPr>
            <p:spPr>
              <a:xfrm>
                <a:off x="702600" y="2028225"/>
                <a:ext cx="7330800" cy="2492100"/>
              </a:xfrm>
              <a:prstGeom prst="rect">
                <a:avLst/>
              </a:prstGeom>
              <a:blipFill>
                <a:blip r:embed="rId3"/>
                <a:stretch>
                  <a:fillRect b="-20782"/>
                </a:stretch>
              </a:blipFill>
              <a:ln>
                <a:noFill/>
              </a:ln>
            </p:spPr>
            <p:txBody>
              <a:bodyPr/>
              <a:lstStyle/>
              <a:p>
                <a:r>
                  <a:rPr lang="en-GB">
                    <a:noFill/>
                  </a:rPr>
                  <a:t> </a:t>
                </a:r>
              </a:p>
            </p:txBody>
          </p:sp>
        </mc:Fallback>
      </mc:AlternateContent>
      <p:sp>
        <p:nvSpPr>
          <p:cNvPr id="5" name="TextBox 4">
            <a:extLst>
              <a:ext uri="{FF2B5EF4-FFF2-40B4-BE49-F238E27FC236}">
                <a16:creationId xmlns:a16="http://schemas.microsoft.com/office/drawing/2014/main" id="{E1560E36-CD45-44BE-8384-ECA30F262D03}"/>
              </a:ext>
            </a:extLst>
          </p:cNvPr>
          <p:cNvSpPr txBox="1"/>
          <p:nvPr/>
        </p:nvSpPr>
        <p:spPr>
          <a:xfrm>
            <a:off x="6518031" y="2028225"/>
            <a:ext cx="2473569" cy="2764988"/>
          </a:xfrm>
          <a:prstGeom prst="rect">
            <a:avLst/>
          </a:prstGeom>
          <a:noFill/>
        </p:spPr>
        <p:txBody>
          <a:bodyPr wrap="square">
            <a:spAutoFit/>
          </a:bodyPr>
          <a:lstStyle/>
          <a:p>
            <a:pPr marL="127000">
              <a:lnSpc>
                <a:spcPct val="114000"/>
              </a:lnSpc>
              <a:spcBef>
                <a:spcPts val="600"/>
              </a:spcBef>
            </a:pPr>
            <a:r>
              <a:rPr lang="en-IN" sz="1400" dirty="0">
                <a:solidFill>
                  <a:schemeClr val="tx2">
                    <a:lumMod val="10000"/>
                  </a:schemeClr>
                </a:solidFill>
                <a:latin typeface="Calibri" panose="020F0502020204030204" pitchFamily="34" charset="0"/>
                <a:cs typeface="Calibri" panose="020F0502020204030204" pitchFamily="34" charset="0"/>
              </a:rPr>
              <a:t>CH</a:t>
            </a:r>
            <a:r>
              <a:rPr lang="en-IN" sz="1400" baseline="-25000" dirty="0">
                <a:solidFill>
                  <a:schemeClr val="tx2">
                    <a:lumMod val="10000"/>
                  </a:schemeClr>
                </a:solidFill>
                <a:latin typeface="Calibri" panose="020F0502020204030204" pitchFamily="34" charset="0"/>
                <a:cs typeface="Calibri" panose="020F0502020204030204" pitchFamily="34" charset="0"/>
              </a:rPr>
              <a:t>3</a:t>
            </a:r>
            <a:r>
              <a:rPr lang="en-IN" sz="1400" dirty="0">
                <a:solidFill>
                  <a:schemeClr val="tx2">
                    <a:lumMod val="10000"/>
                  </a:schemeClr>
                </a:solidFill>
                <a:latin typeface="Calibri" panose="020F0502020204030204" pitchFamily="34" charset="0"/>
                <a:cs typeface="Calibri" panose="020F0502020204030204" pitchFamily="34" charset="0"/>
              </a:rPr>
              <a:t>COCH</a:t>
            </a:r>
            <a:r>
              <a:rPr lang="en-IN" sz="1400" baseline="-25000" dirty="0">
                <a:solidFill>
                  <a:schemeClr val="tx2">
                    <a:lumMod val="10000"/>
                  </a:schemeClr>
                </a:solidFill>
                <a:latin typeface="Calibri" panose="020F0502020204030204" pitchFamily="34" charset="0"/>
                <a:cs typeface="Calibri" panose="020F0502020204030204" pitchFamily="34" charset="0"/>
              </a:rPr>
              <a:t>3</a:t>
            </a:r>
            <a:r>
              <a:rPr lang="en-IN" sz="1400" dirty="0">
                <a:solidFill>
                  <a:schemeClr val="tx2">
                    <a:lumMod val="10000"/>
                  </a:schemeClr>
                </a:solidFill>
                <a:latin typeface="Calibri" panose="020F0502020204030204" pitchFamily="34" charset="0"/>
                <a:cs typeface="Calibri" panose="020F0502020204030204" pitchFamily="34" charset="0"/>
              </a:rPr>
              <a:t> + HCN ⇋ CH</a:t>
            </a:r>
            <a:r>
              <a:rPr lang="en-IN" sz="1400" baseline="-25000" dirty="0">
                <a:solidFill>
                  <a:schemeClr val="tx2">
                    <a:lumMod val="10000"/>
                  </a:schemeClr>
                </a:solidFill>
                <a:latin typeface="Calibri" panose="020F0502020204030204" pitchFamily="34" charset="0"/>
                <a:cs typeface="Calibri" panose="020F0502020204030204" pitchFamily="34" charset="0"/>
              </a:rPr>
              <a:t>3</a:t>
            </a:r>
            <a:r>
              <a:rPr lang="en-IN" sz="1400" dirty="0">
                <a:solidFill>
                  <a:schemeClr val="tx2">
                    <a:lumMod val="10000"/>
                  </a:schemeClr>
                </a:solidFill>
                <a:latin typeface="Calibri" panose="020F0502020204030204" pitchFamily="34" charset="0"/>
                <a:cs typeface="Calibri" panose="020F0502020204030204" pitchFamily="34" charset="0"/>
              </a:rPr>
              <a:t>C(OH)(CN)(CH</a:t>
            </a:r>
            <a:r>
              <a:rPr lang="en-IN" sz="1400" baseline="-25000" dirty="0">
                <a:solidFill>
                  <a:schemeClr val="tx2">
                    <a:lumMod val="10000"/>
                  </a:schemeClr>
                </a:solidFill>
                <a:latin typeface="Calibri" panose="020F0502020204030204" pitchFamily="34" charset="0"/>
                <a:cs typeface="Calibri" panose="020F0502020204030204" pitchFamily="34" charset="0"/>
              </a:rPr>
              <a:t>3</a:t>
            </a:r>
            <a:r>
              <a:rPr lang="en-IN" sz="1400" dirty="0">
                <a:solidFill>
                  <a:schemeClr val="tx2">
                    <a:lumMod val="10000"/>
                  </a:schemeClr>
                </a:solidFill>
                <a:latin typeface="Calibri" panose="020F0502020204030204" pitchFamily="34" charset="0"/>
                <a:cs typeface="Calibri" panose="020F0502020204030204" pitchFamily="34" charset="0"/>
              </a:rPr>
              <a:t>)</a:t>
            </a:r>
          </a:p>
          <a:p>
            <a:pPr marL="412750" indent="-285750">
              <a:lnSpc>
                <a:spcPct val="114000"/>
              </a:lnSpc>
              <a:spcBef>
                <a:spcPts val="600"/>
              </a:spcBef>
              <a:buFont typeface="Arial" panose="020B0604020202020204" pitchFamily="34" charset="0"/>
              <a:buChar char="•"/>
            </a:pPr>
            <a:r>
              <a:rPr lang="en-IN" sz="1400" dirty="0">
                <a:solidFill>
                  <a:schemeClr val="tx2">
                    <a:lumMod val="10000"/>
                  </a:schemeClr>
                </a:solidFill>
                <a:latin typeface="Calibri" panose="020F0502020204030204" pitchFamily="34" charset="0"/>
                <a:cs typeface="Calibri" panose="020F0502020204030204" pitchFamily="34" charset="0"/>
              </a:rPr>
              <a:t>the concentration of CH</a:t>
            </a:r>
            <a:r>
              <a:rPr lang="en-IN" sz="1400" baseline="-25000" dirty="0">
                <a:solidFill>
                  <a:schemeClr val="tx2">
                    <a:lumMod val="10000"/>
                  </a:schemeClr>
                </a:solidFill>
                <a:latin typeface="Calibri" panose="020F0502020204030204" pitchFamily="34" charset="0"/>
                <a:cs typeface="Calibri" panose="020F0502020204030204" pitchFamily="34" charset="0"/>
              </a:rPr>
              <a:t>3</a:t>
            </a:r>
            <a:r>
              <a:rPr lang="en-IN" sz="1400" dirty="0">
                <a:solidFill>
                  <a:schemeClr val="tx2">
                    <a:lumMod val="10000"/>
                  </a:schemeClr>
                </a:solidFill>
                <a:latin typeface="Calibri" panose="020F0502020204030204" pitchFamily="34" charset="0"/>
                <a:cs typeface="Calibri" panose="020F0502020204030204" pitchFamily="34" charset="0"/>
              </a:rPr>
              <a:t>COCH</a:t>
            </a:r>
            <a:r>
              <a:rPr lang="en-IN" sz="1400" baseline="-25000" dirty="0">
                <a:solidFill>
                  <a:schemeClr val="tx2">
                    <a:lumMod val="10000"/>
                  </a:schemeClr>
                </a:solidFill>
                <a:latin typeface="Calibri" panose="020F0502020204030204" pitchFamily="34" charset="0"/>
                <a:cs typeface="Calibri" panose="020F0502020204030204" pitchFamily="34" charset="0"/>
              </a:rPr>
              <a:t>3</a:t>
            </a:r>
            <a:r>
              <a:rPr lang="en-IN" sz="1400" dirty="0">
                <a:solidFill>
                  <a:schemeClr val="tx2">
                    <a:lumMod val="10000"/>
                  </a:schemeClr>
                </a:solidFill>
                <a:latin typeface="Calibri" panose="020F0502020204030204" pitchFamily="34" charset="0"/>
                <a:cs typeface="Calibri" panose="020F0502020204030204" pitchFamily="34" charset="0"/>
              </a:rPr>
              <a:t> is 0.0267 mol/dm</a:t>
            </a:r>
            <a:r>
              <a:rPr lang="en-IN" sz="1400" baseline="30000" dirty="0">
                <a:solidFill>
                  <a:schemeClr val="tx2">
                    <a:lumMod val="10000"/>
                  </a:schemeClr>
                </a:solidFill>
                <a:latin typeface="Calibri" panose="020F0502020204030204" pitchFamily="34" charset="0"/>
                <a:cs typeface="Calibri" panose="020F0502020204030204" pitchFamily="34" charset="0"/>
              </a:rPr>
              <a:t>3</a:t>
            </a:r>
            <a:endParaRPr lang="en-IN" sz="1400" dirty="0">
              <a:solidFill>
                <a:schemeClr val="tx2">
                  <a:lumMod val="10000"/>
                </a:schemeClr>
              </a:solidFill>
              <a:latin typeface="Calibri" panose="020F0502020204030204" pitchFamily="34" charset="0"/>
              <a:cs typeface="Calibri" panose="020F0502020204030204" pitchFamily="34" charset="0"/>
            </a:endParaRPr>
          </a:p>
          <a:p>
            <a:pPr marL="412750" indent="-285750">
              <a:lnSpc>
                <a:spcPct val="114000"/>
              </a:lnSpc>
              <a:spcBef>
                <a:spcPts val="600"/>
              </a:spcBef>
              <a:buFont typeface="Arial" panose="020B0604020202020204" pitchFamily="34" charset="0"/>
              <a:buChar char="•"/>
            </a:pPr>
            <a:r>
              <a:rPr lang="en-IN" sz="1400" dirty="0">
                <a:solidFill>
                  <a:schemeClr val="tx2">
                    <a:lumMod val="10000"/>
                  </a:schemeClr>
                </a:solidFill>
                <a:latin typeface="Calibri" panose="020F0502020204030204" pitchFamily="34" charset="0"/>
                <a:cs typeface="Calibri" panose="020F0502020204030204" pitchFamily="34" charset="0"/>
              </a:rPr>
              <a:t>the concentration of HCN is 0.0267 mol/dm</a:t>
            </a:r>
            <a:r>
              <a:rPr lang="en-IN" sz="1400" baseline="30000" dirty="0">
                <a:solidFill>
                  <a:schemeClr val="tx2">
                    <a:lumMod val="10000"/>
                  </a:schemeClr>
                </a:solidFill>
                <a:latin typeface="Calibri" panose="020F0502020204030204" pitchFamily="34" charset="0"/>
                <a:cs typeface="Calibri" panose="020F0502020204030204" pitchFamily="34" charset="0"/>
              </a:rPr>
              <a:t>3</a:t>
            </a:r>
            <a:endParaRPr lang="en-IN" sz="1400" dirty="0">
              <a:solidFill>
                <a:schemeClr val="tx2">
                  <a:lumMod val="10000"/>
                </a:schemeClr>
              </a:solidFill>
              <a:latin typeface="Calibri" panose="020F0502020204030204" pitchFamily="34" charset="0"/>
              <a:cs typeface="Calibri" panose="020F0502020204030204" pitchFamily="34" charset="0"/>
            </a:endParaRPr>
          </a:p>
          <a:p>
            <a:pPr marL="412750" indent="-285750">
              <a:lnSpc>
                <a:spcPct val="114000"/>
              </a:lnSpc>
              <a:spcBef>
                <a:spcPts val="600"/>
              </a:spcBef>
              <a:buFont typeface="Arial" panose="020B0604020202020204" pitchFamily="34" charset="0"/>
              <a:buChar char="•"/>
            </a:pPr>
            <a:r>
              <a:rPr lang="en-IN" sz="1400" dirty="0">
                <a:solidFill>
                  <a:schemeClr val="tx2">
                    <a:lumMod val="10000"/>
                  </a:schemeClr>
                </a:solidFill>
                <a:latin typeface="Calibri" panose="020F0502020204030204" pitchFamily="34" charset="0"/>
                <a:cs typeface="Calibri" panose="020F0502020204030204" pitchFamily="34" charset="0"/>
              </a:rPr>
              <a:t>the concentration of CH</a:t>
            </a:r>
            <a:r>
              <a:rPr lang="en-IN" sz="1400" baseline="-25000" dirty="0">
                <a:solidFill>
                  <a:schemeClr val="tx2">
                    <a:lumMod val="10000"/>
                  </a:schemeClr>
                </a:solidFill>
                <a:latin typeface="Calibri" panose="020F0502020204030204" pitchFamily="34" charset="0"/>
                <a:cs typeface="Calibri" panose="020F0502020204030204" pitchFamily="34" charset="0"/>
              </a:rPr>
              <a:t>3</a:t>
            </a:r>
            <a:r>
              <a:rPr lang="en-IN" sz="1400" dirty="0">
                <a:solidFill>
                  <a:schemeClr val="tx2">
                    <a:lumMod val="10000"/>
                  </a:schemeClr>
                </a:solidFill>
                <a:latin typeface="Calibri" panose="020F0502020204030204" pitchFamily="34" charset="0"/>
                <a:cs typeface="Calibri" panose="020F0502020204030204" pitchFamily="34" charset="0"/>
              </a:rPr>
              <a:t>C(OH)(CN)(CH</a:t>
            </a:r>
            <a:r>
              <a:rPr lang="en-IN" sz="1400" baseline="-25000" dirty="0">
                <a:solidFill>
                  <a:schemeClr val="tx2">
                    <a:lumMod val="10000"/>
                  </a:schemeClr>
                </a:solidFill>
                <a:latin typeface="Calibri" panose="020F0502020204030204" pitchFamily="34" charset="0"/>
                <a:cs typeface="Calibri" panose="020F0502020204030204" pitchFamily="34" charset="0"/>
              </a:rPr>
              <a:t>3</a:t>
            </a:r>
            <a:r>
              <a:rPr lang="en-IN" sz="1400" dirty="0">
                <a:solidFill>
                  <a:schemeClr val="tx2">
                    <a:lumMod val="10000"/>
                  </a:schemeClr>
                </a:solidFill>
                <a:latin typeface="Calibri" panose="020F0502020204030204" pitchFamily="34" charset="0"/>
                <a:cs typeface="Calibri" panose="020F0502020204030204" pitchFamily="34" charset="0"/>
              </a:rPr>
              <a:t>) is 0.0233 mol/dm</a:t>
            </a:r>
            <a:r>
              <a:rPr lang="en-IN" sz="1400" baseline="30000" dirty="0">
                <a:solidFill>
                  <a:schemeClr val="tx2">
                    <a:lumMod val="10000"/>
                  </a:schemeClr>
                </a:solidFill>
                <a:latin typeface="Calibri" panose="020F0502020204030204" pitchFamily="34" charset="0"/>
                <a:cs typeface="Calibri" panose="020F0502020204030204" pitchFamily="34" charset="0"/>
              </a:rPr>
              <a:t>3</a:t>
            </a:r>
            <a:endParaRPr lang="en-IN" sz="1400" dirty="0">
              <a:solidFill>
                <a:schemeClr val="tx2">
                  <a:lumMod val="10000"/>
                </a:schemeClr>
              </a:solidFil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46394861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116"/>
        <p:cNvGrpSpPr/>
        <p:nvPr/>
      </p:nvGrpSpPr>
      <p:grpSpPr>
        <a:xfrm>
          <a:off x="0" y="0"/>
          <a:ext cx="0" cy="0"/>
          <a:chOff x="0" y="0"/>
          <a:chExt cx="0" cy="0"/>
        </a:xfrm>
      </p:grpSpPr>
      <p:sp>
        <p:nvSpPr>
          <p:cNvPr id="117" name="Google Shape;117;p26"/>
          <p:cNvSpPr txBox="1">
            <a:spLocks noGrp="1"/>
          </p:cNvSpPr>
          <p:nvPr>
            <p:ph type="title"/>
          </p:nvPr>
        </p:nvSpPr>
        <p:spPr>
          <a:xfrm>
            <a:off x="933025" y="592925"/>
            <a:ext cx="6305100" cy="767700"/>
          </a:xfrm>
          <a:prstGeom prst="rect">
            <a:avLst/>
          </a:prstGeom>
        </p:spPr>
        <p:txBody>
          <a:bodyPr spcFirstLastPara="1" wrap="square" lIns="91425" tIns="91425" rIns="91425" bIns="91425" anchor="b" anchorCtr="0">
            <a:noAutofit/>
          </a:bodyPr>
          <a:lstStyle/>
          <a:p>
            <a:pPr lvl="0"/>
            <a:r>
              <a:rPr lang="en-IN" dirty="0"/>
              <a:t>The equilibrium constant K</a:t>
            </a:r>
            <a:r>
              <a:rPr lang="en-IN" baseline="-25000" dirty="0"/>
              <a:t>c</a:t>
            </a:r>
          </a:p>
        </p:txBody>
      </p:sp>
      <p:sp>
        <p:nvSpPr>
          <p:cNvPr id="118" name="Google Shape;118;p26"/>
          <p:cNvSpPr txBox="1"/>
          <p:nvPr/>
        </p:nvSpPr>
        <p:spPr>
          <a:xfrm>
            <a:off x="724634" y="1752803"/>
            <a:ext cx="7967674" cy="2492100"/>
          </a:xfrm>
          <a:prstGeom prst="rect">
            <a:avLst/>
          </a:prstGeom>
          <a:noFill/>
          <a:ln>
            <a:noFill/>
          </a:ln>
        </p:spPr>
        <p:txBody>
          <a:bodyPr spcFirstLastPara="1" wrap="square" lIns="91425" tIns="91425" rIns="91425" bIns="91425" anchor="t" anchorCtr="0">
            <a:noAutofit/>
          </a:bodyPr>
          <a:lstStyle/>
          <a:p>
            <a:pPr marL="0" indent="0">
              <a:lnSpc>
                <a:spcPct val="112000"/>
              </a:lnSpc>
              <a:buNone/>
            </a:pPr>
            <a:r>
              <a:rPr lang="en-IN" b="1" dirty="0">
                <a:solidFill>
                  <a:srgbClr val="080808"/>
                </a:solidFill>
              </a:rPr>
              <a:t>Example 3:</a:t>
            </a:r>
            <a:r>
              <a:rPr lang="en-IN" dirty="0">
                <a:solidFill>
                  <a:srgbClr val="080808"/>
                </a:solidFill>
              </a:rPr>
              <a:t> In a container of 500 cm</a:t>
            </a:r>
            <a:r>
              <a:rPr lang="en-IN" baseline="30000" dirty="0">
                <a:solidFill>
                  <a:srgbClr val="080808"/>
                </a:solidFill>
              </a:rPr>
              <a:t>3</a:t>
            </a:r>
            <a:r>
              <a:rPr lang="en-IN" dirty="0">
                <a:solidFill>
                  <a:srgbClr val="080808"/>
                </a:solidFill>
              </a:rPr>
              <a:t>, 2.0 mol of N</a:t>
            </a:r>
            <a:r>
              <a:rPr lang="en-IN" baseline="-25000" dirty="0">
                <a:solidFill>
                  <a:srgbClr val="080808"/>
                </a:solidFill>
              </a:rPr>
              <a:t>2</a:t>
            </a:r>
            <a:r>
              <a:rPr lang="en-IN" dirty="0">
                <a:solidFill>
                  <a:srgbClr val="080808"/>
                </a:solidFill>
              </a:rPr>
              <a:t> and 4.5 mol of H</a:t>
            </a:r>
            <a:r>
              <a:rPr lang="en-IN" baseline="-25000" dirty="0">
                <a:solidFill>
                  <a:srgbClr val="080808"/>
                </a:solidFill>
              </a:rPr>
              <a:t>2</a:t>
            </a:r>
            <a:r>
              <a:rPr lang="en-IN" dirty="0">
                <a:solidFill>
                  <a:srgbClr val="080808"/>
                </a:solidFill>
              </a:rPr>
              <a:t> react together to form NH</a:t>
            </a:r>
            <a:r>
              <a:rPr lang="en-IN" baseline="-25000" dirty="0">
                <a:solidFill>
                  <a:srgbClr val="080808"/>
                </a:solidFill>
              </a:rPr>
              <a:t>3</a:t>
            </a:r>
            <a:r>
              <a:rPr lang="en-IN" dirty="0">
                <a:solidFill>
                  <a:srgbClr val="080808"/>
                </a:solidFill>
              </a:rPr>
              <a:t>. At equilibrium, the concentration of NH</a:t>
            </a:r>
            <a:r>
              <a:rPr lang="en-IN" baseline="-25000" dirty="0">
                <a:solidFill>
                  <a:srgbClr val="080808"/>
                </a:solidFill>
              </a:rPr>
              <a:t>3</a:t>
            </a:r>
            <a:r>
              <a:rPr lang="en-IN" dirty="0">
                <a:solidFill>
                  <a:srgbClr val="080808"/>
                </a:solidFill>
              </a:rPr>
              <a:t> is 1.2 mol. Calculate the equilibrium constant K</a:t>
            </a:r>
            <a:r>
              <a:rPr lang="en-IN" baseline="-25000" dirty="0">
                <a:solidFill>
                  <a:srgbClr val="080808"/>
                </a:solidFill>
              </a:rPr>
              <a:t>c</a:t>
            </a:r>
            <a:r>
              <a:rPr lang="en-IN" dirty="0">
                <a:solidFill>
                  <a:srgbClr val="080808"/>
                </a:solidFill>
              </a:rPr>
              <a:t>.</a:t>
            </a:r>
          </a:p>
          <a:p>
            <a:pPr marL="0" indent="0">
              <a:lnSpc>
                <a:spcPct val="112000"/>
              </a:lnSpc>
              <a:buNone/>
            </a:pPr>
            <a:r>
              <a:rPr lang="en-IN" b="1" dirty="0">
                <a:solidFill>
                  <a:srgbClr val="080808"/>
                </a:solidFill>
              </a:rPr>
              <a:t>Solution:</a:t>
            </a:r>
            <a:endParaRPr lang="en-IN" dirty="0">
              <a:solidFill>
                <a:srgbClr val="080808"/>
              </a:solidFill>
            </a:endParaRPr>
          </a:p>
          <a:p>
            <a:pPr marL="0" indent="0" algn="ctr">
              <a:lnSpc>
                <a:spcPct val="112000"/>
              </a:lnSpc>
              <a:buNone/>
            </a:pPr>
            <a:r>
              <a:rPr lang="en-IN" dirty="0">
                <a:solidFill>
                  <a:srgbClr val="080808"/>
                </a:solidFill>
              </a:rPr>
              <a:t>N</a:t>
            </a:r>
            <a:r>
              <a:rPr lang="en-IN" baseline="-25000" dirty="0">
                <a:solidFill>
                  <a:srgbClr val="080808"/>
                </a:solidFill>
              </a:rPr>
              <a:t>2</a:t>
            </a:r>
            <a:r>
              <a:rPr lang="en-IN" dirty="0">
                <a:solidFill>
                  <a:srgbClr val="080808"/>
                </a:solidFill>
              </a:rPr>
              <a:t> + 3H</a:t>
            </a:r>
            <a:r>
              <a:rPr lang="en-IN" baseline="-25000" dirty="0">
                <a:solidFill>
                  <a:srgbClr val="080808"/>
                </a:solidFill>
              </a:rPr>
              <a:t>2</a:t>
            </a:r>
            <a:r>
              <a:rPr lang="en-IN" dirty="0">
                <a:solidFill>
                  <a:srgbClr val="080808"/>
                </a:solidFill>
              </a:rPr>
              <a:t> ⇋ 2NH</a:t>
            </a:r>
            <a:r>
              <a:rPr lang="en-IN" baseline="-25000" dirty="0">
                <a:solidFill>
                  <a:srgbClr val="080808"/>
                </a:solidFill>
              </a:rPr>
              <a:t>3</a:t>
            </a:r>
            <a:endParaRPr lang="en-IN" dirty="0">
              <a:solidFill>
                <a:srgbClr val="080808"/>
              </a:solidFill>
            </a:endParaRPr>
          </a:p>
          <a:p>
            <a:pPr marL="0" indent="0">
              <a:lnSpc>
                <a:spcPct val="112000"/>
              </a:lnSpc>
              <a:buNone/>
            </a:pPr>
            <a:r>
              <a:rPr lang="en-IN" dirty="0">
                <a:solidFill>
                  <a:srgbClr val="080808"/>
                </a:solidFill>
              </a:rPr>
              <a:t>Step 1: Create a table to find the equilibrium concentration of reactants.</a:t>
            </a:r>
          </a:p>
          <a:p>
            <a:pPr marL="0" indent="0">
              <a:lnSpc>
                <a:spcPct val="112000"/>
              </a:lnSpc>
              <a:buNone/>
            </a:pPr>
            <a:endParaRPr lang="en-IN" dirty="0">
              <a:solidFill>
                <a:srgbClr val="080808"/>
              </a:solidFill>
            </a:endParaRPr>
          </a:p>
          <a:p>
            <a:pPr marL="0" indent="0">
              <a:lnSpc>
                <a:spcPct val="112000"/>
              </a:lnSpc>
              <a:buNone/>
            </a:pPr>
            <a:endParaRPr lang="en-IN" dirty="0">
              <a:solidFill>
                <a:srgbClr val="080808"/>
              </a:solidFill>
            </a:endParaRPr>
          </a:p>
          <a:p>
            <a:pPr marL="0" indent="0">
              <a:lnSpc>
                <a:spcPct val="112000"/>
              </a:lnSpc>
              <a:buNone/>
            </a:pPr>
            <a:endParaRPr lang="en-IN" dirty="0">
              <a:solidFill>
                <a:srgbClr val="080808"/>
              </a:solidFill>
            </a:endParaRPr>
          </a:p>
          <a:p>
            <a:pPr marL="0" indent="0">
              <a:lnSpc>
                <a:spcPct val="112000"/>
              </a:lnSpc>
              <a:buNone/>
            </a:pPr>
            <a:endParaRPr lang="en-IN" dirty="0">
              <a:solidFill>
                <a:srgbClr val="080808"/>
              </a:solidFill>
            </a:endParaRPr>
          </a:p>
          <a:p>
            <a:pPr marL="0" indent="0">
              <a:buNone/>
            </a:pPr>
            <a:r>
              <a:rPr lang="en-IN" dirty="0">
                <a:solidFill>
                  <a:srgbClr val="080808"/>
                </a:solidFill>
              </a:rPr>
              <a:t>Using the balanced equation, if 1.2 </a:t>
            </a:r>
            <a:r>
              <a:rPr lang="en-IN" dirty="0" err="1">
                <a:solidFill>
                  <a:srgbClr val="080808"/>
                </a:solidFill>
              </a:rPr>
              <a:t>mol</a:t>
            </a:r>
            <a:r>
              <a:rPr lang="en-IN" dirty="0">
                <a:solidFill>
                  <a:srgbClr val="080808"/>
                </a:solidFill>
              </a:rPr>
              <a:t> of NH</a:t>
            </a:r>
            <a:r>
              <a:rPr lang="en-IN" baseline="-25000" dirty="0">
                <a:solidFill>
                  <a:srgbClr val="080808"/>
                </a:solidFill>
              </a:rPr>
              <a:t>3 </a:t>
            </a:r>
            <a:r>
              <a:rPr lang="en-IN" dirty="0">
                <a:solidFill>
                  <a:srgbClr val="080808"/>
                </a:solidFill>
              </a:rPr>
              <a:t>is formed, 0.6 </a:t>
            </a:r>
            <a:r>
              <a:rPr lang="en-IN" dirty="0" err="1">
                <a:solidFill>
                  <a:srgbClr val="080808"/>
                </a:solidFill>
              </a:rPr>
              <a:t>mol</a:t>
            </a:r>
            <a:r>
              <a:rPr lang="en-IN" dirty="0">
                <a:solidFill>
                  <a:srgbClr val="080808"/>
                </a:solidFill>
              </a:rPr>
              <a:t> of N</a:t>
            </a:r>
            <a:r>
              <a:rPr lang="en-IN" baseline="-25000" dirty="0">
                <a:solidFill>
                  <a:srgbClr val="080808"/>
                </a:solidFill>
              </a:rPr>
              <a:t>2 </a:t>
            </a:r>
            <a:r>
              <a:rPr lang="en-IN" dirty="0">
                <a:solidFill>
                  <a:srgbClr val="080808"/>
                </a:solidFill>
              </a:rPr>
              <a:t>and 1.8 </a:t>
            </a:r>
            <a:r>
              <a:rPr lang="en-IN" dirty="0" err="1">
                <a:solidFill>
                  <a:srgbClr val="080808"/>
                </a:solidFill>
              </a:rPr>
              <a:t>mol</a:t>
            </a:r>
            <a:r>
              <a:rPr lang="en-IN" dirty="0">
                <a:solidFill>
                  <a:srgbClr val="080808"/>
                </a:solidFill>
              </a:rPr>
              <a:t> of H</a:t>
            </a:r>
            <a:r>
              <a:rPr lang="en-IN" baseline="-25000" dirty="0">
                <a:solidFill>
                  <a:srgbClr val="080808"/>
                </a:solidFill>
              </a:rPr>
              <a:t>2 </a:t>
            </a:r>
            <a:r>
              <a:rPr lang="en-IN" dirty="0">
                <a:solidFill>
                  <a:srgbClr val="080808"/>
                </a:solidFill>
              </a:rPr>
              <a:t>reacts together.</a:t>
            </a:r>
          </a:p>
          <a:p>
            <a:pPr marL="0" indent="0">
              <a:lnSpc>
                <a:spcPct val="113000"/>
              </a:lnSpc>
              <a:buNone/>
            </a:pPr>
            <a:r>
              <a:rPr lang="en-IN" dirty="0">
                <a:solidFill>
                  <a:srgbClr val="080808"/>
                </a:solidFill>
              </a:rPr>
              <a:t>Moles of reactant at equilibrium= initial moles - moles reacted</a:t>
            </a:r>
          </a:p>
          <a:p>
            <a:pPr marL="0" indent="0">
              <a:lnSpc>
                <a:spcPct val="113000"/>
              </a:lnSpc>
              <a:buNone/>
            </a:pPr>
            <a:r>
              <a:rPr lang="en-IN" dirty="0">
                <a:solidFill>
                  <a:srgbClr val="080808"/>
                </a:solidFill>
              </a:rPr>
              <a:t>Moles of H</a:t>
            </a:r>
            <a:r>
              <a:rPr lang="en-IN" baseline="-25000" dirty="0">
                <a:solidFill>
                  <a:srgbClr val="080808"/>
                </a:solidFill>
              </a:rPr>
              <a:t>2</a:t>
            </a:r>
            <a:r>
              <a:rPr lang="en-IN" dirty="0">
                <a:solidFill>
                  <a:srgbClr val="080808"/>
                </a:solidFill>
              </a:rPr>
              <a:t> at equilibrium = 2-0.6 =1.4 </a:t>
            </a:r>
            <a:r>
              <a:rPr lang="en-IN" dirty="0" err="1">
                <a:solidFill>
                  <a:srgbClr val="080808"/>
                </a:solidFill>
              </a:rPr>
              <a:t>mol</a:t>
            </a:r>
            <a:r>
              <a:rPr lang="en-IN" dirty="0">
                <a:solidFill>
                  <a:srgbClr val="080808"/>
                </a:solidFill>
              </a:rPr>
              <a:t> and moles of N</a:t>
            </a:r>
            <a:r>
              <a:rPr lang="en-IN" baseline="-25000" dirty="0">
                <a:solidFill>
                  <a:srgbClr val="080808"/>
                </a:solidFill>
              </a:rPr>
              <a:t>2</a:t>
            </a:r>
            <a:r>
              <a:rPr lang="en-IN" dirty="0">
                <a:solidFill>
                  <a:srgbClr val="080808"/>
                </a:solidFill>
              </a:rPr>
              <a:t> at equilibrium = 4.5-1.8=2.7 </a:t>
            </a:r>
            <a:r>
              <a:rPr lang="en-IN" dirty="0" err="1">
                <a:solidFill>
                  <a:srgbClr val="080808"/>
                </a:solidFill>
              </a:rPr>
              <a:t>mol</a:t>
            </a:r>
            <a:endParaRPr lang="en-IN" dirty="0">
              <a:solidFill>
                <a:srgbClr val="080808"/>
              </a:solidFill>
            </a:endParaRPr>
          </a:p>
          <a:p>
            <a:pPr marL="0" indent="0">
              <a:lnSpc>
                <a:spcPct val="112000"/>
              </a:lnSpc>
              <a:buNone/>
            </a:pPr>
            <a:endParaRPr lang="en-IN" dirty="0">
              <a:solidFill>
                <a:srgbClr val="080808"/>
              </a:solidFill>
            </a:endParaRPr>
          </a:p>
          <a:p>
            <a:pPr marL="0" indent="0">
              <a:lnSpc>
                <a:spcPct val="114000"/>
              </a:lnSpc>
              <a:buNone/>
            </a:pPr>
            <a:endParaRPr lang="ar-AE" dirty="0">
              <a:solidFill>
                <a:schemeClr val="tx1"/>
              </a:solidFill>
            </a:endParaRPr>
          </a:p>
          <a:p>
            <a:pPr marL="0" lvl="0" indent="0" algn="l" rtl="0">
              <a:spcBef>
                <a:spcPts val="0"/>
              </a:spcBef>
              <a:spcAft>
                <a:spcPts val="0"/>
              </a:spcAft>
              <a:buNone/>
            </a:pPr>
            <a:endParaRPr dirty="0"/>
          </a:p>
        </p:txBody>
      </p:sp>
      <p:graphicFrame>
        <p:nvGraphicFramePr>
          <p:cNvPr id="4" name="Table 3"/>
          <p:cNvGraphicFramePr>
            <a:graphicFrameLocks noGrp="1"/>
          </p:cNvGraphicFramePr>
          <p:nvPr/>
        </p:nvGraphicFramePr>
        <p:xfrm>
          <a:off x="2146962" y="3152184"/>
          <a:ext cx="4870782" cy="731761"/>
        </p:xfrm>
        <a:graphic>
          <a:graphicData uri="http://schemas.openxmlformats.org/drawingml/2006/table">
            <a:tbl>
              <a:tblPr firstRow="1" firstCol="1" bandRow="1"/>
              <a:tblGrid>
                <a:gridCol w="1595531">
                  <a:extLst>
                    <a:ext uri="{9D8B030D-6E8A-4147-A177-3AD203B41FA5}">
                      <a16:colId xmlns:a16="http://schemas.microsoft.com/office/drawing/2014/main" val="2649825722"/>
                    </a:ext>
                  </a:extLst>
                </a:gridCol>
                <a:gridCol w="1289008">
                  <a:extLst>
                    <a:ext uri="{9D8B030D-6E8A-4147-A177-3AD203B41FA5}">
                      <a16:colId xmlns:a16="http://schemas.microsoft.com/office/drawing/2014/main" val="2616685539"/>
                    </a:ext>
                  </a:extLst>
                </a:gridCol>
                <a:gridCol w="1063745">
                  <a:extLst>
                    <a:ext uri="{9D8B030D-6E8A-4147-A177-3AD203B41FA5}">
                      <a16:colId xmlns:a16="http://schemas.microsoft.com/office/drawing/2014/main" val="1113451424"/>
                    </a:ext>
                  </a:extLst>
                </a:gridCol>
                <a:gridCol w="922498">
                  <a:extLst>
                    <a:ext uri="{9D8B030D-6E8A-4147-A177-3AD203B41FA5}">
                      <a16:colId xmlns:a16="http://schemas.microsoft.com/office/drawing/2014/main" val="1775625745"/>
                    </a:ext>
                  </a:extLst>
                </a:gridCol>
              </a:tblGrid>
              <a:tr h="144616">
                <a:tc>
                  <a:txBody>
                    <a:bodyPr/>
                    <a:lstStyle>
                      <a:lvl1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9pPr>
                    </a:lstStyle>
                    <a:p>
                      <a:pPr marL="457200" algn="ctr">
                        <a:lnSpc>
                          <a:spcPct val="106000"/>
                        </a:lnSpc>
                        <a:spcAft>
                          <a:spcPts val="0"/>
                        </a:spcAft>
                      </a:pPr>
                      <a:r>
                        <a:rPr lang="en-IN" sz="1400" dirty="0">
                          <a:solidFill>
                            <a:schemeClr val="bg1"/>
                          </a:solidFill>
                          <a:effectLst/>
                          <a:latin typeface="+mn-lt"/>
                          <a:ea typeface="Times New Roman" panose="02020603050405020304" pitchFamily="18" charset="0"/>
                          <a:cs typeface="Calibri" panose="020F0502020204030204" pitchFamily="34" charset="0"/>
                        </a:rPr>
                        <a:t> </a:t>
                      </a:r>
                      <a:endParaRPr lang="en-IN" sz="1400" dirty="0">
                        <a:solidFill>
                          <a:schemeClr val="bg1"/>
                        </a:solidFill>
                        <a:effectLst/>
                        <a:latin typeface="+mn-lt"/>
                        <a:ea typeface="Calibri" panose="020F0502020204030204" pitchFamily="34" charset="0"/>
                        <a:cs typeface="Times New Roman" panose="02020603050405020304" pitchFamily="18" charset="0"/>
                      </a:endParaRPr>
                    </a:p>
                  </a:txBody>
                  <a:tcPr marL="55820" marR="5582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9pPr>
                    </a:lstStyle>
                    <a:p>
                      <a:pPr marL="0" indent="0" algn="ctr">
                        <a:lnSpc>
                          <a:spcPct val="106000"/>
                        </a:lnSpc>
                        <a:spcAft>
                          <a:spcPts val="0"/>
                        </a:spcAft>
                      </a:pPr>
                      <a:r>
                        <a:rPr lang="en-IN" sz="1400" dirty="0">
                          <a:solidFill>
                            <a:schemeClr val="bg1"/>
                          </a:solidFill>
                          <a:effectLst/>
                          <a:latin typeface="+mn-lt"/>
                          <a:ea typeface="Times New Roman" panose="02020603050405020304" pitchFamily="18" charset="0"/>
                          <a:cs typeface="Calibri" panose="020F0502020204030204" pitchFamily="34" charset="0"/>
                        </a:rPr>
                        <a:t>N</a:t>
                      </a:r>
                      <a:r>
                        <a:rPr lang="en-IN" sz="1400" baseline="-25000" dirty="0">
                          <a:solidFill>
                            <a:schemeClr val="bg1"/>
                          </a:solidFill>
                          <a:effectLst/>
                          <a:latin typeface="+mn-lt"/>
                          <a:ea typeface="Times New Roman" panose="02020603050405020304" pitchFamily="18" charset="0"/>
                          <a:cs typeface="Calibri" panose="020F0502020204030204" pitchFamily="34" charset="0"/>
                        </a:rPr>
                        <a:t>2</a:t>
                      </a:r>
                      <a:endParaRPr lang="en-IN" sz="1400" dirty="0">
                        <a:solidFill>
                          <a:schemeClr val="bg1"/>
                        </a:solidFill>
                        <a:effectLst/>
                        <a:latin typeface="+mn-lt"/>
                        <a:ea typeface="Calibri" panose="020F0502020204030204" pitchFamily="34" charset="0"/>
                        <a:cs typeface="Times New Roman" panose="02020603050405020304" pitchFamily="18" charset="0"/>
                      </a:endParaRPr>
                    </a:p>
                  </a:txBody>
                  <a:tcPr marL="55820" marR="5582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9pPr>
                    </a:lstStyle>
                    <a:p>
                      <a:pPr marL="0" indent="0" algn="ctr">
                        <a:lnSpc>
                          <a:spcPct val="106000"/>
                        </a:lnSpc>
                        <a:spcAft>
                          <a:spcPts val="0"/>
                        </a:spcAft>
                      </a:pPr>
                      <a:r>
                        <a:rPr lang="en-IN" sz="1400" dirty="0">
                          <a:solidFill>
                            <a:schemeClr val="bg1"/>
                          </a:solidFill>
                          <a:effectLst/>
                          <a:latin typeface="+mn-lt"/>
                          <a:ea typeface="Times New Roman" panose="02020603050405020304" pitchFamily="18" charset="0"/>
                          <a:cs typeface="Calibri" panose="020F0502020204030204" pitchFamily="34" charset="0"/>
                        </a:rPr>
                        <a:t>H</a:t>
                      </a:r>
                      <a:r>
                        <a:rPr lang="en-IN" sz="1400" baseline="-25000" dirty="0">
                          <a:solidFill>
                            <a:schemeClr val="bg1"/>
                          </a:solidFill>
                          <a:effectLst/>
                          <a:latin typeface="+mn-lt"/>
                          <a:ea typeface="Times New Roman" panose="02020603050405020304" pitchFamily="18" charset="0"/>
                          <a:cs typeface="Calibri" panose="020F0502020204030204" pitchFamily="34" charset="0"/>
                        </a:rPr>
                        <a:t>2</a:t>
                      </a:r>
                      <a:endParaRPr lang="en-IN" sz="1400" dirty="0">
                        <a:solidFill>
                          <a:schemeClr val="bg1"/>
                        </a:solidFill>
                        <a:effectLst/>
                        <a:latin typeface="+mn-lt"/>
                        <a:ea typeface="Calibri" panose="020F0502020204030204" pitchFamily="34" charset="0"/>
                        <a:cs typeface="Times New Roman" panose="02020603050405020304" pitchFamily="18" charset="0"/>
                      </a:endParaRPr>
                    </a:p>
                  </a:txBody>
                  <a:tcPr marL="55820" marR="5582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9pPr>
                    </a:lstStyle>
                    <a:p>
                      <a:pPr marL="0" indent="0" algn="ctr">
                        <a:lnSpc>
                          <a:spcPct val="106000"/>
                        </a:lnSpc>
                        <a:spcAft>
                          <a:spcPts val="0"/>
                        </a:spcAft>
                      </a:pPr>
                      <a:r>
                        <a:rPr lang="en-IN" sz="1400" dirty="0">
                          <a:solidFill>
                            <a:schemeClr val="bg1"/>
                          </a:solidFill>
                          <a:effectLst/>
                          <a:latin typeface="+mn-lt"/>
                          <a:ea typeface="Times New Roman" panose="02020603050405020304" pitchFamily="18" charset="0"/>
                          <a:cs typeface="Calibri" panose="020F0502020204030204" pitchFamily="34" charset="0"/>
                        </a:rPr>
                        <a:t>NH</a:t>
                      </a:r>
                      <a:r>
                        <a:rPr lang="en-IN" sz="1400" baseline="-25000" dirty="0">
                          <a:solidFill>
                            <a:schemeClr val="bg1"/>
                          </a:solidFill>
                          <a:effectLst/>
                          <a:latin typeface="+mn-lt"/>
                          <a:ea typeface="Times New Roman" panose="02020603050405020304" pitchFamily="18" charset="0"/>
                          <a:cs typeface="Calibri" panose="020F0502020204030204" pitchFamily="34" charset="0"/>
                        </a:rPr>
                        <a:t>3</a:t>
                      </a:r>
                      <a:endParaRPr lang="en-IN" sz="1400" dirty="0">
                        <a:solidFill>
                          <a:schemeClr val="bg1"/>
                        </a:solidFill>
                        <a:effectLst/>
                        <a:latin typeface="+mn-lt"/>
                        <a:ea typeface="Calibri" panose="020F0502020204030204" pitchFamily="34" charset="0"/>
                        <a:cs typeface="Times New Roman" panose="02020603050405020304" pitchFamily="18" charset="0"/>
                      </a:endParaRPr>
                    </a:p>
                  </a:txBody>
                  <a:tcPr marL="55820" marR="5582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00B050"/>
                    </a:solidFill>
                  </a:tcPr>
                </a:tc>
                <a:extLst>
                  <a:ext uri="{0D108BD9-81ED-4DB2-BD59-A6C34878D82A}">
                    <a16:rowId xmlns:a16="http://schemas.microsoft.com/office/drawing/2014/main" val="2534801049"/>
                  </a:ext>
                </a:extLst>
              </a:tr>
              <a:tr h="289233">
                <a:tc>
                  <a:txBody>
                    <a:bodyPr/>
                    <a:lstStyle>
                      <a:lvl1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9pPr>
                    </a:lstStyle>
                    <a:p>
                      <a:pPr marL="0" marR="0" indent="0" algn="ctr" rtl="0">
                        <a:lnSpc>
                          <a:spcPct val="106000"/>
                        </a:lnSpc>
                        <a:spcBef>
                          <a:spcPts val="0"/>
                        </a:spcBef>
                        <a:spcAft>
                          <a:spcPts val="0"/>
                        </a:spcAft>
                        <a:buClr>
                          <a:srgbClr val="000000"/>
                        </a:buClr>
                        <a:buFont typeface="Arial"/>
                      </a:pPr>
                      <a:r>
                        <a:rPr lang="en-IN" sz="1400" b="0" i="0" u="none" strike="noStrike" cap="none" dirty="0">
                          <a:solidFill>
                            <a:srgbClr val="080808"/>
                          </a:solidFill>
                          <a:effectLst/>
                          <a:latin typeface="+mn-lt"/>
                          <a:ea typeface="Times New Roman" panose="02020603050405020304" pitchFamily="18" charset="0"/>
                          <a:cs typeface="Calibri" panose="020F0502020204030204" pitchFamily="34" charset="0"/>
                          <a:sym typeface="Arial"/>
                        </a:rPr>
                        <a:t>initial moles</a:t>
                      </a:r>
                    </a:p>
                  </a:txBody>
                  <a:tcPr marL="55820" marR="5582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9pPr>
                    </a:lstStyle>
                    <a:p>
                      <a:pPr marL="0" marR="0" indent="0" algn="ctr" rtl="0">
                        <a:lnSpc>
                          <a:spcPct val="106000"/>
                        </a:lnSpc>
                        <a:spcBef>
                          <a:spcPts val="0"/>
                        </a:spcBef>
                        <a:spcAft>
                          <a:spcPts val="0"/>
                        </a:spcAft>
                        <a:buClr>
                          <a:srgbClr val="000000"/>
                        </a:buClr>
                        <a:buFont typeface="Arial"/>
                      </a:pPr>
                      <a:r>
                        <a:rPr lang="en-IN" sz="1400" b="0" i="0" u="none" strike="noStrike" cap="none" dirty="0">
                          <a:solidFill>
                            <a:srgbClr val="080808"/>
                          </a:solidFill>
                          <a:effectLst/>
                          <a:latin typeface="+mn-lt"/>
                          <a:ea typeface="Times New Roman" panose="02020603050405020304" pitchFamily="18" charset="0"/>
                          <a:cs typeface="Calibri" panose="020F0502020204030204" pitchFamily="34" charset="0"/>
                          <a:sym typeface="Arial"/>
                        </a:rPr>
                        <a:t>2</a:t>
                      </a:r>
                    </a:p>
                  </a:txBody>
                  <a:tcPr marL="55820" marR="5582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9pPr>
                    </a:lstStyle>
                    <a:p>
                      <a:pPr marL="0" marR="0" indent="0" algn="ctr" rtl="0">
                        <a:lnSpc>
                          <a:spcPct val="106000"/>
                        </a:lnSpc>
                        <a:spcBef>
                          <a:spcPts val="0"/>
                        </a:spcBef>
                        <a:spcAft>
                          <a:spcPts val="0"/>
                        </a:spcAft>
                        <a:buClr>
                          <a:srgbClr val="000000"/>
                        </a:buClr>
                        <a:buFont typeface="Arial"/>
                      </a:pPr>
                      <a:r>
                        <a:rPr lang="en-IN" sz="1400" b="0" i="0" u="none" strike="noStrike" cap="none" dirty="0">
                          <a:solidFill>
                            <a:srgbClr val="080808"/>
                          </a:solidFill>
                          <a:effectLst/>
                          <a:latin typeface="+mn-lt"/>
                          <a:ea typeface="Times New Roman" panose="02020603050405020304" pitchFamily="18" charset="0"/>
                          <a:cs typeface="Calibri" panose="020F0502020204030204" pitchFamily="34" charset="0"/>
                          <a:sym typeface="Arial"/>
                        </a:rPr>
                        <a:t>4.5</a:t>
                      </a:r>
                    </a:p>
                  </a:txBody>
                  <a:tcPr marL="55820" marR="5582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9pPr>
                    </a:lstStyle>
                    <a:p>
                      <a:pPr marL="0" marR="0" indent="0" algn="ctr" rtl="0">
                        <a:lnSpc>
                          <a:spcPct val="106000"/>
                        </a:lnSpc>
                        <a:spcBef>
                          <a:spcPts val="0"/>
                        </a:spcBef>
                        <a:spcAft>
                          <a:spcPts val="0"/>
                        </a:spcAft>
                        <a:buClr>
                          <a:srgbClr val="000000"/>
                        </a:buClr>
                        <a:buFont typeface="Arial"/>
                      </a:pPr>
                      <a:r>
                        <a:rPr lang="en-IN" sz="1400" b="0" i="0" u="none" strike="noStrike" cap="none" dirty="0">
                          <a:solidFill>
                            <a:srgbClr val="080808"/>
                          </a:solidFill>
                          <a:effectLst/>
                          <a:latin typeface="+mn-lt"/>
                          <a:ea typeface="Times New Roman" panose="02020603050405020304" pitchFamily="18" charset="0"/>
                          <a:cs typeface="Calibri" panose="020F0502020204030204" pitchFamily="34" charset="0"/>
                          <a:sym typeface="Arial"/>
                        </a:rPr>
                        <a:t>0</a:t>
                      </a:r>
                    </a:p>
                  </a:txBody>
                  <a:tcPr marL="55820" marR="5582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21346999"/>
                  </a:ext>
                </a:extLst>
              </a:tr>
              <a:tr h="232406">
                <a:tc>
                  <a:txBody>
                    <a:bodyPr/>
                    <a:lstStyle>
                      <a:lvl1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9pPr>
                    </a:lstStyle>
                    <a:p>
                      <a:pPr marL="0" marR="0" indent="0" algn="ctr" rtl="0">
                        <a:lnSpc>
                          <a:spcPct val="106000"/>
                        </a:lnSpc>
                        <a:spcBef>
                          <a:spcPts val="0"/>
                        </a:spcBef>
                        <a:spcAft>
                          <a:spcPts val="0"/>
                        </a:spcAft>
                        <a:buClr>
                          <a:srgbClr val="000000"/>
                        </a:buClr>
                        <a:buFont typeface="Arial"/>
                      </a:pPr>
                      <a:r>
                        <a:rPr lang="en-IN" sz="1400" b="0" i="0" u="none" strike="noStrike" cap="none" dirty="0">
                          <a:solidFill>
                            <a:srgbClr val="080808"/>
                          </a:solidFill>
                          <a:effectLst/>
                          <a:latin typeface="+mn-lt"/>
                          <a:ea typeface="Times New Roman" panose="02020603050405020304" pitchFamily="18" charset="0"/>
                          <a:cs typeface="Calibri" panose="020F0502020204030204" pitchFamily="34" charset="0"/>
                          <a:sym typeface="Arial"/>
                        </a:rPr>
                        <a:t>equilibrium moles </a:t>
                      </a:r>
                    </a:p>
                  </a:txBody>
                  <a:tcPr marL="55820" marR="5582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9pPr>
                    </a:lstStyle>
                    <a:p>
                      <a:pPr marL="0" marR="0" indent="0" algn="ctr" rtl="0">
                        <a:lnSpc>
                          <a:spcPct val="106000"/>
                        </a:lnSpc>
                        <a:spcBef>
                          <a:spcPts val="0"/>
                        </a:spcBef>
                        <a:spcAft>
                          <a:spcPts val="0"/>
                        </a:spcAft>
                        <a:buClr>
                          <a:srgbClr val="000000"/>
                        </a:buClr>
                        <a:buFont typeface="Arial"/>
                      </a:pPr>
                      <a:r>
                        <a:rPr lang="en-IN" sz="1400" b="0" i="0" u="none" strike="noStrike" cap="none" dirty="0">
                          <a:solidFill>
                            <a:srgbClr val="080808"/>
                          </a:solidFill>
                          <a:effectLst/>
                          <a:latin typeface="+mn-lt"/>
                          <a:ea typeface="Times New Roman" panose="02020603050405020304" pitchFamily="18" charset="0"/>
                          <a:cs typeface="Calibri" panose="020F0502020204030204" pitchFamily="34" charset="0"/>
                          <a:sym typeface="Arial"/>
                        </a:rPr>
                        <a:t>1.4 </a:t>
                      </a:r>
                    </a:p>
                  </a:txBody>
                  <a:tcPr marL="55820" marR="5582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9pPr>
                    </a:lstStyle>
                    <a:p>
                      <a:pPr marL="0" marR="0" indent="0" algn="ctr" rtl="0">
                        <a:lnSpc>
                          <a:spcPct val="106000"/>
                        </a:lnSpc>
                        <a:spcBef>
                          <a:spcPts val="0"/>
                        </a:spcBef>
                        <a:spcAft>
                          <a:spcPts val="0"/>
                        </a:spcAft>
                        <a:buClr>
                          <a:srgbClr val="000000"/>
                        </a:buClr>
                        <a:buFont typeface="Arial"/>
                      </a:pPr>
                      <a:r>
                        <a:rPr lang="en-IN" sz="1400" b="0" i="0" u="none" strike="noStrike" cap="none" dirty="0">
                          <a:solidFill>
                            <a:srgbClr val="080808"/>
                          </a:solidFill>
                          <a:effectLst/>
                          <a:latin typeface="+mn-lt"/>
                          <a:ea typeface="Times New Roman" panose="02020603050405020304" pitchFamily="18" charset="0"/>
                          <a:cs typeface="Calibri" panose="020F0502020204030204" pitchFamily="34" charset="0"/>
                          <a:sym typeface="Arial"/>
                        </a:rPr>
                        <a:t>2.7</a:t>
                      </a:r>
                    </a:p>
                  </a:txBody>
                  <a:tcPr marL="55820" marR="5582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9pPr>
                    </a:lstStyle>
                    <a:p>
                      <a:pPr marL="0" marR="0" indent="0" algn="ctr" rtl="0">
                        <a:lnSpc>
                          <a:spcPct val="106000"/>
                        </a:lnSpc>
                        <a:spcBef>
                          <a:spcPts val="0"/>
                        </a:spcBef>
                        <a:spcAft>
                          <a:spcPts val="0"/>
                        </a:spcAft>
                        <a:buClr>
                          <a:srgbClr val="000000"/>
                        </a:buClr>
                        <a:buFont typeface="Arial"/>
                      </a:pPr>
                      <a:r>
                        <a:rPr lang="en-IN" sz="1400" b="0" i="0" u="none" strike="noStrike" cap="none" dirty="0">
                          <a:solidFill>
                            <a:srgbClr val="080808"/>
                          </a:solidFill>
                          <a:effectLst/>
                          <a:latin typeface="+mn-lt"/>
                          <a:ea typeface="Times New Roman" panose="02020603050405020304" pitchFamily="18" charset="0"/>
                          <a:cs typeface="Calibri" panose="020F0502020204030204" pitchFamily="34" charset="0"/>
                          <a:sym typeface="Arial"/>
                        </a:rPr>
                        <a:t>1.2</a:t>
                      </a:r>
                    </a:p>
                  </a:txBody>
                  <a:tcPr marL="55820" marR="5582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655611094"/>
                  </a:ext>
                </a:extLst>
              </a:tr>
            </a:tbl>
          </a:graphicData>
        </a:graphic>
      </p:graphicFrame>
    </p:spTree>
    <p:extLst>
      <p:ext uri="{BB962C8B-B14F-4D97-AF65-F5344CB8AC3E}">
        <p14:creationId xmlns:p14="http://schemas.microsoft.com/office/powerpoint/2010/main" val="185106592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116"/>
        <p:cNvGrpSpPr/>
        <p:nvPr/>
      </p:nvGrpSpPr>
      <p:grpSpPr>
        <a:xfrm>
          <a:off x="0" y="0"/>
          <a:ext cx="0" cy="0"/>
          <a:chOff x="0" y="0"/>
          <a:chExt cx="0" cy="0"/>
        </a:xfrm>
      </p:grpSpPr>
      <p:sp>
        <p:nvSpPr>
          <p:cNvPr id="117" name="Google Shape;117;p26"/>
          <p:cNvSpPr txBox="1">
            <a:spLocks noGrp="1"/>
          </p:cNvSpPr>
          <p:nvPr>
            <p:ph type="title"/>
          </p:nvPr>
        </p:nvSpPr>
        <p:spPr>
          <a:xfrm>
            <a:off x="933025" y="592925"/>
            <a:ext cx="6305100" cy="767700"/>
          </a:xfrm>
          <a:prstGeom prst="rect">
            <a:avLst/>
          </a:prstGeom>
        </p:spPr>
        <p:txBody>
          <a:bodyPr spcFirstLastPara="1" wrap="square" lIns="91425" tIns="91425" rIns="91425" bIns="91425" anchor="b" anchorCtr="0">
            <a:noAutofit/>
          </a:bodyPr>
          <a:lstStyle/>
          <a:p>
            <a:pPr lvl="0"/>
            <a:r>
              <a:rPr lang="en-IN" dirty="0"/>
              <a:t>The equilibrium constant K</a:t>
            </a:r>
            <a:r>
              <a:rPr lang="en-IN" baseline="-25000" dirty="0"/>
              <a:t>c</a:t>
            </a:r>
          </a:p>
        </p:txBody>
      </p:sp>
      <mc:AlternateContent xmlns:mc="http://schemas.openxmlformats.org/markup-compatibility/2006" xmlns:a14="http://schemas.microsoft.com/office/drawing/2010/main">
        <mc:Choice Requires="a14">
          <p:sp>
            <p:nvSpPr>
              <p:cNvPr id="118" name="Google Shape;118;p26"/>
              <p:cNvSpPr txBox="1"/>
              <p:nvPr/>
            </p:nvSpPr>
            <p:spPr>
              <a:xfrm>
                <a:off x="669549" y="1991214"/>
                <a:ext cx="7967674" cy="2492100"/>
              </a:xfrm>
              <a:prstGeom prst="rect">
                <a:avLst/>
              </a:prstGeom>
              <a:noFill/>
              <a:ln>
                <a:noFill/>
              </a:ln>
            </p:spPr>
            <p:txBody>
              <a:bodyPr spcFirstLastPara="1" wrap="square" lIns="91425" tIns="91425" rIns="91425" bIns="91425" anchor="t" anchorCtr="0">
                <a:noAutofit/>
              </a:bodyPr>
              <a:lstStyle/>
              <a:p>
                <a:pPr marL="0" indent="0">
                  <a:lnSpc>
                    <a:spcPct val="112000"/>
                  </a:lnSpc>
                  <a:buNone/>
                </a:pPr>
                <a:r>
                  <a:rPr lang="en-IN" dirty="0"/>
                  <a:t>Step 2: Find the equilibrium concentration of the reactants and products</a:t>
                </a:r>
              </a:p>
              <a:p>
                <a:pPr marL="0" indent="0">
                  <a:lnSpc>
                    <a:spcPct val="112000"/>
                  </a:lnSpc>
                  <a:buNone/>
                </a:pPr>
                <a:endParaRPr lang="en-IN" dirty="0"/>
              </a:p>
              <a:p>
                <a:pPr marL="0" indent="0">
                  <a:lnSpc>
                    <a:spcPct val="112000"/>
                  </a:lnSpc>
                  <a:buNone/>
                </a:pPr>
                <a:endParaRPr lang="en-IN" dirty="0"/>
              </a:p>
              <a:p>
                <a:pPr marL="0" indent="0">
                  <a:lnSpc>
                    <a:spcPct val="112000"/>
                  </a:lnSpc>
                  <a:buNone/>
                </a:pPr>
                <a:endParaRPr lang="en-IN" dirty="0"/>
              </a:p>
              <a:p>
                <a:pPr marL="0" indent="0">
                  <a:lnSpc>
                    <a:spcPct val="112000"/>
                  </a:lnSpc>
                  <a:buNone/>
                </a:pPr>
                <a:endParaRPr lang="en-IN" dirty="0"/>
              </a:p>
              <a:p>
                <a:pPr marL="0" indent="0">
                  <a:lnSpc>
                    <a:spcPct val="112000"/>
                  </a:lnSpc>
                  <a:buNone/>
                </a:pPr>
                <a:endParaRPr lang="en-IN" dirty="0"/>
              </a:p>
              <a:p>
                <a:pPr marL="0" indent="0">
                  <a:lnSpc>
                    <a:spcPct val="112000"/>
                  </a:lnSpc>
                  <a:buNone/>
                </a:pPr>
                <a:endParaRPr lang="en-IN" dirty="0"/>
              </a:p>
              <a:p>
                <a:pPr marL="0" indent="0">
                  <a:lnSpc>
                    <a:spcPct val="112000"/>
                  </a:lnSpc>
                  <a:buNone/>
                </a:pPr>
                <a:endParaRPr lang="en-IN" dirty="0">
                  <a:solidFill>
                    <a:srgbClr val="080808"/>
                  </a:solidFill>
                </a:endParaRPr>
              </a:p>
              <a:p>
                <a:pPr marL="127000" indent="0">
                  <a:lnSpc>
                    <a:spcPct val="113000"/>
                  </a:lnSpc>
                  <a:buNone/>
                </a:pPr>
                <a:r>
                  <a:rPr lang="en-IN" dirty="0">
                    <a:solidFill>
                      <a:srgbClr val="080808"/>
                    </a:solidFill>
                  </a:rPr>
                  <a:t>Step 3: Finding K</a:t>
                </a:r>
                <a:r>
                  <a:rPr lang="en-IN" baseline="-25000" dirty="0">
                    <a:solidFill>
                      <a:srgbClr val="080808"/>
                    </a:solidFill>
                  </a:rPr>
                  <a:t>c</a:t>
                </a:r>
                <a:endParaRPr lang="en-IN" dirty="0">
                  <a:solidFill>
                    <a:srgbClr val="080808"/>
                  </a:solidFill>
                </a:endParaRPr>
              </a:p>
              <a:p>
                <a:pPr marL="127000" indent="0">
                  <a:lnSpc>
                    <a:spcPct val="113000"/>
                  </a:lnSpc>
                  <a:buNone/>
                </a:pPr>
                <a14:m>
                  <m:oMathPara xmlns:m="http://schemas.openxmlformats.org/officeDocument/2006/math">
                    <m:oMathParaPr>
                      <m:jc m:val="centerGroup"/>
                    </m:oMathParaPr>
                    <m:oMath xmlns:m="http://schemas.openxmlformats.org/officeDocument/2006/math">
                      <m:sSub>
                        <m:sSubPr>
                          <m:ctrlPr>
                            <a:rPr lang="en-IN" i="1">
                              <a:solidFill>
                                <a:srgbClr val="080808"/>
                              </a:solidFill>
                              <a:latin typeface="Cambria Math" panose="02040503050406030204" pitchFamily="18" charset="0"/>
                            </a:rPr>
                          </m:ctrlPr>
                        </m:sSubPr>
                        <m:e>
                          <m:r>
                            <a:rPr lang="en-IN" i="1">
                              <a:solidFill>
                                <a:srgbClr val="080808"/>
                              </a:solidFill>
                              <a:latin typeface="Cambria Math" panose="02040503050406030204" pitchFamily="18" charset="0"/>
                            </a:rPr>
                            <m:t>𝐾</m:t>
                          </m:r>
                        </m:e>
                        <m:sub>
                          <m:r>
                            <a:rPr lang="en-IN" i="1">
                              <a:solidFill>
                                <a:srgbClr val="080808"/>
                              </a:solidFill>
                              <a:latin typeface="Cambria Math" panose="02040503050406030204" pitchFamily="18" charset="0"/>
                            </a:rPr>
                            <m:t>𝑐</m:t>
                          </m:r>
                        </m:sub>
                      </m:sSub>
                      <m:r>
                        <a:rPr lang="en-IN" i="1">
                          <a:solidFill>
                            <a:srgbClr val="080808"/>
                          </a:solidFill>
                          <a:latin typeface="Cambria Math" panose="02040503050406030204" pitchFamily="18" charset="0"/>
                        </a:rPr>
                        <m:t>=</m:t>
                      </m:r>
                      <m:f>
                        <m:fPr>
                          <m:ctrlPr>
                            <a:rPr lang="en-IN" i="1">
                              <a:solidFill>
                                <a:srgbClr val="080808"/>
                              </a:solidFill>
                              <a:latin typeface="Cambria Math" panose="02040503050406030204" pitchFamily="18" charset="0"/>
                            </a:rPr>
                          </m:ctrlPr>
                        </m:fPr>
                        <m:num>
                          <m:sSup>
                            <m:sSupPr>
                              <m:ctrlPr>
                                <a:rPr lang="en-IN" i="1">
                                  <a:solidFill>
                                    <a:srgbClr val="080808"/>
                                  </a:solidFill>
                                  <a:latin typeface="Cambria Math" panose="02040503050406030204" pitchFamily="18" charset="0"/>
                                </a:rPr>
                              </m:ctrlPr>
                            </m:sSupPr>
                            <m:e>
                              <m:r>
                                <a:rPr lang="en-IN" i="1">
                                  <a:solidFill>
                                    <a:srgbClr val="080808"/>
                                  </a:solidFill>
                                  <a:latin typeface="Cambria Math" panose="02040503050406030204" pitchFamily="18" charset="0"/>
                                </a:rPr>
                                <m:t>[</m:t>
                              </m:r>
                              <m:r>
                                <a:rPr lang="en-IN" i="1">
                                  <a:solidFill>
                                    <a:srgbClr val="080808"/>
                                  </a:solidFill>
                                  <a:latin typeface="Cambria Math" panose="02040503050406030204" pitchFamily="18" charset="0"/>
                                </a:rPr>
                                <m:t>𝑁</m:t>
                              </m:r>
                              <m:sSub>
                                <m:sSubPr>
                                  <m:ctrlPr>
                                    <a:rPr lang="en-IN" i="1">
                                      <a:solidFill>
                                        <a:srgbClr val="080808"/>
                                      </a:solidFill>
                                      <a:latin typeface="Cambria Math" panose="02040503050406030204" pitchFamily="18" charset="0"/>
                                    </a:rPr>
                                  </m:ctrlPr>
                                </m:sSubPr>
                                <m:e>
                                  <m:r>
                                    <a:rPr lang="en-IN" i="1">
                                      <a:solidFill>
                                        <a:srgbClr val="080808"/>
                                      </a:solidFill>
                                      <a:latin typeface="Cambria Math" panose="02040503050406030204" pitchFamily="18" charset="0"/>
                                    </a:rPr>
                                    <m:t>𝐻</m:t>
                                  </m:r>
                                </m:e>
                                <m:sub>
                                  <m:r>
                                    <a:rPr lang="en-IN" i="1">
                                      <a:solidFill>
                                        <a:srgbClr val="080808"/>
                                      </a:solidFill>
                                      <a:latin typeface="Cambria Math" panose="02040503050406030204" pitchFamily="18" charset="0"/>
                                    </a:rPr>
                                    <m:t>3</m:t>
                                  </m:r>
                                </m:sub>
                              </m:sSub>
                              <m:r>
                                <a:rPr lang="en-IN" i="1">
                                  <a:solidFill>
                                    <a:srgbClr val="080808"/>
                                  </a:solidFill>
                                  <a:latin typeface="Cambria Math" panose="02040503050406030204" pitchFamily="18" charset="0"/>
                                </a:rPr>
                                <m:t>]</m:t>
                              </m:r>
                            </m:e>
                            <m:sup>
                              <m:r>
                                <a:rPr lang="en-IN" i="1">
                                  <a:solidFill>
                                    <a:srgbClr val="080808"/>
                                  </a:solidFill>
                                  <a:latin typeface="Cambria Math" panose="02040503050406030204" pitchFamily="18" charset="0"/>
                                </a:rPr>
                                <m:t>2</m:t>
                              </m:r>
                            </m:sup>
                          </m:sSup>
                        </m:num>
                        <m:den>
                          <m:sSup>
                            <m:sSupPr>
                              <m:ctrlPr>
                                <a:rPr lang="en-IN" i="1">
                                  <a:solidFill>
                                    <a:srgbClr val="080808"/>
                                  </a:solidFill>
                                  <a:latin typeface="Cambria Math" panose="02040503050406030204" pitchFamily="18" charset="0"/>
                                </a:rPr>
                              </m:ctrlPr>
                            </m:sSupPr>
                            <m:e>
                              <m:r>
                                <a:rPr lang="en-IN" i="1">
                                  <a:solidFill>
                                    <a:srgbClr val="080808"/>
                                  </a:solidFill>
                                  <a:latin typeface="Cambria Math" panose="02040503050406030204" pitchFamily="18" charset="0"/>
                                </a:rPr>
                                <m:t>[</m:t>
                              </m:r>
                              <m:sSub>
                                <m:sSubPr>
                                  <m:ctrlPr>
                                    <a:rPr lang="en-IN" i="1">
                                      <a:solidFill>
                                        <a:srgbClr val="080808"/>
                                      </a:solidFill>
                                      <a:latin typeface="Cambria Math" panose="02040503050406030204" pitchFamily="18" charset="0"/>
                                    </a:rPr>
                                  </m:ctrlPr>
                                </m:sSubPr>
                                <m:e>
                                  <m:r>
                                    <a:rPr lang="en-IN" i="1">
                                      <a:solidFill>
                                        <a:srgbClr val="080808"/>
                                      </a:solidFill>
                                      <a:latin typeface="Cambria Math" panose="02040503050406030204" pitchFamily="18" charset="0"/>
                                    </a:rPr>
                                    <m:t>𝑁</m:t>
                                  </m:r>
                                </m:e>
                                <m:sub>
                                  <m:r>
                                    <a:rPr lang="en-IN" i="1">
                                      <a:solidFill>
                                        <a:srgbClr val="080808"/>
                                      </a:solidFill>
                                      <a:latin typeface="Cambria Math" panose="02040503050406030204" pitchFamily="18" charset="0"/>
                                    </a:rPr>
                                    <m:t>2</m:t>
                                  </m:r>
                                </m:sub>
                              </m:sSub>
                              <m:r>
                                <a:rPr lang="en-IN" i="1">
                                  <a:solidFill>
                                    <a:srgbClr val="080808"/>
                                  </a:solidFill>
                                  <a:latin typeface="Cambria Math" panose="02040503050406030204" pitchFamily="18" charset="0"/>
                                </a:rPr>
                                <m:t>][</m:t>
                              </m:r>
                              <m:sSub>
                                <m:sSubPr>
                                  <m:ctrlPr>
                                    <a:rPr lang="en-IN" i="1">
                                      <a:solidFill>
                                        <a:srgbClr val="080808"/>
                                      </a:solidFill>
                                      <a:latin typeface="Cambria Math" panose="02040503050406030204" pitchFamily="18" charset="0"/>
                                    </a:rPr>
                                  </m:ctrlPr>
                                </m:sSubPr>
                                <m:e>
                                  <m:r>
                                    <a:rPr lang="en-IN" i="1">
                                      <a:solidFill>
                                        <a:srgbClr val="080808"/>
                                      </a:solidFill>
                                      <a:latin typeface="Cambria Math" panose="02040503050406030204" pitchFamily="18" charset="0"/>
                                    </a:rPr>
                                    <m:t>𝐻</m:t>
                                  </m:r>
                                </m:e>
                                <m:sub>
                                  <m:r>
                                    <a:rPr lang="en-IN" i="1">
                                      <a:solidFill>
                                        <a:srgbClr val="080808"/>
                                      </a:solidFill>
                                      <a:latin typeface="Cambria Math" panose="02040503050406030204" pitchFamily="18" charset="0"/>
                                    </a:rPr>
                                    <m:t>2</m:t>
                                  </m:r>
                                </m:sub>
                              </m:sSub>
                              <m:r>
                                <a:rPr lang="en-IN" i="1">
                                  <a:solidFill>
                                    <a:srgbClr val="080808"/>
                                  </a:solidFill>
                                  <a:latin typeface="Cambria Math" panose="02040503050406030204" pitchFamily="18" charset="0"/>
                                </a:rPr>
                                <m:t>]</m:t>
                              </m:r>
                            </m:e>
                            <m:sup>
                              <m:r>
                                <a:rPr lang="en-IN" i="1">
                                  <a:solidFill>
                                    <a:srgbClr val="080808"/>
                                  </a:solidFill>
                                  <a:latin typeface="Cambria Math" panose="02040503050406030204" pitchFamily="18" charset="0"/>
                                </a:rPr>
                                <m:t>3</m:t>
                              </m:r>
                            </m:sup>
                          </m:sSup>
                        </m:den>
                      </m:f>
                      <m:r>
                        <a:rPr lang="en-IN" i="1">
                          <a:solidFill>
                            <a:srgbClr val="080808"/>
                          </a:solidFill>
                          <a:latin typeface="Cambria Math" panose="02040503050406030204" pitchFamily="18" charset="0"/>
                        </a:rPr>
                        <m:t>=</m:t>
                      </m:r>
                      <m:f>
                        <m:fPr>
                          <m:ctrlPr>
                            <a:rPr lang="en-IN" i="1">
                              <a:solidFill>
                                <a:srgbClr val="080808"/>
                              </a:solidFill>
                              <a:latin typeface="Cambria Math" panose="02040503050406030204" pitchFamily="18" charset="0"/>
                            </a:rPr>
                          </m:ctrlPr>
                        </m:fPr>
                        <m:num>
                          <m:sSup>
                            <m:sSupPr>
                              <m:ctrlPr>
                                <a:rPr lang="en-IN" i="1">
                                  <a:solidFill>
                                    <a:srgbClr val="080808"/>
                                  </a:solidFill>
                                  <a:latin typeface="Cambria Math" panose="02040503050406030204" pitchFamily="18" charset="0"/>
                                </a:rPr>
                              </m:ctrlPr>
                            </m:sSupPr>
                            <m:e>
                              <m:r>
                                <a:rPr lang="en-IN" i="1">
                                  <a:solidFill>
                                    <a:srgbClr val="080808"/>
                                  </a:solidFill>
                                  <a:latin typeface="Cambria Math" panose="02040503050406030204" pitchFamily="18" charset="0"/>
                                </a:rPr>
                                <m:t>2.4</m:t>
                              </m:r>
                            </m:e>
                            <m:sup>
                              <m:r>
                                <a:rPr lang="en-IN" i="1">
                                  <a:solidFill>
                                    <a:srgbClr val="080808"/>
                                  </a:solidFill>
                                  <a:latin typeface="Cambria Math" panose="02040503050406030204" pitchFamily="18" charset="0"/>
                                </a:rPr>
                                <m:t>2</m:t>
                              </m:r>
                            </m:sup>
                          </m:sSup>
                        </m:num>
                        <m:den>
                          <m:r>
                            <a:rPr lang="en-IN" i="1">
                              <a:solidFill>
                                <a:srgbClr val="080808"/>
                              </a:solidFill>
                              <a:latin typeface="Cambria Math" panose="02040503050406030204" pitchFamily="18" charset="0"/>
                            </a:rPr>
                            <m:t>2.8×</m:t>
                          </m:r>
                          <m:sSup>
                            <m:sSupPr>
                              <m:ctrlPr>
                                <a:rPr lang="en-IN" i="1">
                                  <a:solidFill>
                                    <a:srgbClr val="080808"/>
                                  </a:solidFill>
                                  <a:latin typeface="Cambria Math" panose="02040503050406030204" pitchFamily="18" charset="0"/>
                                </a:rPr>
                              </m:ctrlPr>
                            </m:sSupPr>
                            <m:e>
                              <m:r>
                                <a:rPr lang="en-IN" i="1">
                                  <a:solidFill>
                                    <a:srgbClr val="080808"/>
                                  </a:solidFill>
                                  <a:latin typeface="Cambria Math" panose="02040503050406030204" pitchFamily="18" charset="0"/>
                                </a:rPr>
                                <m:t>5.4</m:t>
                              </m:r>
                            </m:e>
                            <m:sup>
                              <m:r>
                                <a:rPr lang="en-IN" i="1">
                                  <a:solidFill>
                                    <a:srgbClr val="080808"/>
                                  </a:solidFill>
                                  <a:latin typeface="Cambria Math" panose="02040503050406030204" pitchFamily="18" charset="0"/>
                                </a:rPr>
                                <m:t>3</m:t>
                              </m:r>
                            </m:sup>
                          </m:sSup>
                        </m:den>
                      </m:f>
                      <m:r>
                        <a:rPr lang="en-IN" i="1">
                          <a:solidFill>
                            <a:srgbClr val="080808"/>
                          </a:solidFill>
                          <a:latin typeface="Cambria Math" panose="02040503050406030204" pitchFamily="18" charset="0"/>
                        </a:rPr>
                        <m:t>=0.013 </m:t>
                      </m:r>
                      <m:sSup>
                        <m:sSupPr>
                          <m:ctrlPr>
                            <a:rPr lang="en-IN" i="1">
                              <a:solidFill>
                                <a:srgbClr val="080808"/>
                              </a:solidFill>
                              <a:latin typeface="Cambria Math" panose="02040503050406030204" pitchFamily="18" charset="0"/>
                            </a:rPr>
                          </m:ctrlPr>
                        </m:sSupPr>
                        <m:e>
                          <m:r>
                            <a:rPr lang="en-IN" i="1">
                              <a:solidFill>
                                <a:srgbClr val="080808"/>
                              </a:solidFill>
                              <a:latin typeface="Cambria Math" panose="02040503050406030204" pitchFamily="18" charset="0"/>
                            </a:rPr>
                            <m:t>[</m:t>
                          </m:r>
                          <m:r>
                            <a:rPr lang="en-IN" i="1">
                              <a:solidFill>
                                <a:srgbClr val="080808"/>
                              </a:solidFill>
                              <a:latin typeface="Cambria Math" panose="02040503050406030204" pitchFamily="18" charset="0"/>
                            </a:rPr>
                            <m:t>𝑚𝑜𝑙</m:t>
                          </m:r>
                          <m:r>
                            <a:rPr lang="en-IN" i="1">
                              <a:solidFill>
                                <a:srgbClr val="080808"/>
                              </a:solidFill>
                              <a:latin typeface="Cambria Math" panose="02040503050406030204" pitchFamily="18" charset="0"/>
                            </a:rPr>
                            <m:t>/</m:t>
                          </m:r>
                          <m:sSup>
                            <m:sSupPr>
                              <m:ctrlPr>
                                <a:rPr lang="en-IN" i="1">
                                  <a:solidFill>
                                    <a:srgbClr val="080808"/>
                                  </a:solidFill>
                                  <a:latin typeface="Cambria Math" panose="02040503050406030204" pitchFamily="18" charset="0"/>
                                </a:rPr>
                              </m:ctrlPr>
                            </m:sSupPr>
                            <m:e>
                              <m:r>
                                <a:rPr lang="en-IN" i="1">
                                  <a:solidFill>
                                    <a:srgbClr val="080808"/>
                                  </a:solidFill>
                                  <a:latin typeface="Cambria Math" panose="02040503050406030204" pitchFamily="18" charset="0"/>
                                </a:rPr>
                                <m:t>𝑑𝑚</m:t>
                              </m:r>
                            </m:e>
                            <m:sup>
                              <m:r>
                                <a:rPr lang="en-IN" i="1">
                                  <a:solidFill>
                                    <a:srgbClr val="080808"/>
                                  </a:solidFill>
                                  <a:latin typeface="Cambria Math" panose="02040503050406030204" pitchFamily="18" charset="0"/>
                                </a:rPr>
                                <m:t>3</m:t>
                              </m:r>
                            </m:sup>
                          </m:sSup>
                          <m:r>
                            <a:rPr lang="en-IN" i="1">
                              <a:solidFill>
                                <a:srgbClr val="080808"/>
                              </a:solidFill>
                              <a:latin typeface="Cambria Math" panose="02040503050406030204" pitchFamily="18" charset="0"/>
                            </a:rPr>
                            <m:t>]</m:t>
                          </m:r>
                        </m:e>
                        <m:sup>
                          <m:r>
                            <a:rPr lang="en-IN" i="1">
                              <a:solidFill>
                                <a:srgbClr val="080808"/>
                              </a:solidFill>
                              <a:latin typeface="Cambria Math" panose="02040503050406030204" pitchFamily="18" charset="0"/>
                            </a:rPr>
                            <m:t>−2</m:t>
                          </m:r>
                        </m:sup>
                      </m:sSup>
                    </m:oMath>
                  </m:oMathPara>
                </a14:m>
                <a:endParaRPr lang="en-IN" dirty="0"/>
              </a:p>
              <a:p>
                <a:pPr marL="0" indent="0">
                  <a:lnSpc>
                    <a:spcPct val="112000"/>
                  </a:lnSpc>
                  <a:buNone/>
                </a:pPr>
                <a:endParaRPr lang="en-IN" dirty="0">
                  <a:solidFill>
                    <a:srgbClr val="080808"/>
                  </a:solidFill>
                </a:endParaRPr>
              </a:p>
              <a:p>
                <a:pPr marL="0" indent="0">
                  <a:lnSpc>
                    <a:spcPct val="114000"/>
                  </a:lnSpc>
                  <a:buNone/>
                </a:pPr>
                <a:endParaRPr lang="ar-AE" dirty="0">
                  <a:solidFill>
                    <a:schemeClr val="tx1"/>
                  </a:solidFill>
                </a:endParaRPr>
              </a:p>
              <a:p>
                <a:pPr marL="0" lvl="0" indent="0" algn="l" rtl="0">
                  <a:spcBef>
                    <a:spcPts val="0"/>
                  </a:spcBef>
                  <a:spcAft>
                    <a:spcPts val="0"/>
                  </a:spcAft>
                  <a:buNone/>
                </a:pPr>
                <a:endParaRPr dirty="0"/>
              </a:p>
            </p:txBody>
          </p:sp>
        </mc:Choice>
        <mc:Fallback xmlns="">
          <p:sp>
            <p:nvSpPr>
              <p:cNvPr id="118" name="Google Shape;118;p26"/>
              <p:cNvSpPr txBox="1">
                <a:spLocks noRot="1" noChangeAspect="1" noMove="1" noResize="1" noEditPoints="1" noAdjustHandles="1" noChangeArrowheads="1" noChangeShapeType="1" noTextEdit="1"/>
              </p:cNvSpPr>
              <p:nvPr/>
            </p:nvSpPr>
            <p:spPr>
              <a:xfrm>
                <a:off x="669549" y="1991214"/>
                <a:ext cx="7967674" cy="2492100"/>
              </a:xfrm>
              <a:prstGeom prst="rect">
                <a:avLst/>
              </a:prstGeom>
              <a:blipFill>
                <a:blip r:embed="rId3"/>
                <a:stretch>
                  <a:fillRect l="-230" b="-11520"/>
                </a:stretch>
              </a:blipFill>
              <a:ln>
                <a:noFill/>
              </a:ln>
            </p:spPr>
            <p:txBody>
              <a:bodyPr/>
              <a:lstStyle/>
              <a:p>
                <a:r>
                  <a:rPr lang="en-IN">
                    <a:noFill/>
                  </a:rPr>
                  <a:t> </a:t>
                </a:r>
              </a:p>
            </p:txBody>
          </p:sp>
        </mc:Fallback>
      </mc:AlternateContent>
      <mc:AlternateContent xmlns:mc="http://schemas.openxmlformats.org/markup-compatibility/2006" xmlns:a14="http://schemas.microsoft.com/office/drawing/2010/main">
        <mc:Choice Requires="a14">
          <p:graphicFrame>
            <p:nvGraphicFramePr>
              <p:cNvPr id="5" name="Table 4"/>
              <p:cNvGraphicFramePr>
                <a:graphicFrameLocks noGrp="1"/>
              </p:cNvGraphicFramePr>
              <p:nvPr/>
            </p:nvGraphicFramePr>
            <p:xfrm>
              <a:off x="837282" y="2484103"/>
              <a:ext cx="7370283" cy="1348847"/>
            </p:xfrm>
            <a:graphic>
              <a:graphicData uri="http://schemas.openxmlformats.org/drawingml/2006/table">
                <a:tbl>
                  <a:tblPr firstRow="1" firstCol="1" bandRow="1"/>
                  <a:tblGrid>
                    <a:gridCol w="1983036">
                      <a:extLst>
                        <a:ext uri="{9D8B030D-6E8A-4147-A177-3AD203B41FA5}">
                          <a16:colId xmlns:a16="http://schemas.microsoft.com/office/drawing/2014/main" val="3078804911"/>
                        </a:ext>
                      </a:extLst>
                    </a:gridCol>
                    <a:gridCol w="1856689">
                      <a:extLst>
                        <a:ext uri="{9D8B030D-6E8A-4147-A177-3AD203B41FA5}">
                          <a16:colId xmlns:a16="http://schemas.microsoft.com/office/drawing/2014/main" val="2595710674"/>
                        </a:ext>
                      </a:extLst>
                    </a:gridCol>
                    <a:gridCol w="1743956">
                      <a:extLst>
                        <a:ext uri="{9D8B030D-6E8A-4147-A177-3AD203B41FA5}">
                          <a16:colId xmlns:a16="http://schemas.microsoft.com/office/drawing/2014/main" val="2977860906"/>
                        </a:ext>
                      </a:extLst>
                    </a:gridCol>
                    <a:gridCol w="1786602">
                      <a:extLst>
                        <a:ext uri="{9D8B030D-6E8A-4147-A177-3AD203B41FA5}">
                          <a16:colId xmlns:a16="http://schemas.microsoft.com/office/drawing/2014/main" val="2824854233"/>
                        </a:ext>
                      </a:extLst>
                    </a:gridCol>
                  </a:tblGrid>
                  <a:tr h="195739">
                    <a:tc>
                      <a:txBody>
                        <a:bodyPr/>
                        <a:lstStyle>
                          <a:lvl1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9pPr>
                        </a:lstStyle>
                        <a:p>
                          <a:pPr marL="0" indent="0">
                            <a:lnSpc>
                              <a:spcPct val="106000"/>
                            </a:lnSpc>
                            <a:spcAft>
                              <a:spcPts val="0"/>
                            </a:spcAft>
                          </a:pPr>
                          <a:r>
                            <a:rPr lang="en-IN" sz="1400" dirty="0">
                              <a:solidFill>
                                <a:schemeClr val="bg1"/>
                              </a:solidFill>
                              <a:effectLst/>
                              <a:latin typeface="+mn-lt"/>
                              <a:ea typeface="Times New Roman" panose="02020603050405020304" pitchFamily="18" charset="0"/>
                              <a:cs typeface="Calibri" panose="020F0502020204030204" pitchFamily="34" charset="0"/>
                            </a:rPr>
                            <a:t> </a:t>
                          </a:r>
                          <a:endParaRPr lang="en-IN" sz="1400" dirty="0">
                            <a:solidFill>
                              <a:schemeClr val="bg1"/>
                            </a:solidFill>
                            <a:effectLst/>
                            <a:latin typeface="+mn-lt"/>
                            <a:ea typeface="Calibri" panose="020F0502020204030204" pitchFamily="34" charset="0"/>
                            <a:cs typeface="Times New Roman" panose="02020603050405020304" pitchFamily="18" charset="0"/>
                          </a:endParaRPr>
                        </a:p>
                      </a:txBody>
                      <a:tcPr marL="55820" marR="5582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9pPr>
                        </a:lstStyle>
                        <a:p>
                          <a:pPr marL="0" indent="0">
                            <a:lnSpc>
                              <a:spcPct val="106000"/>
                            </a:lnSpc>
                            <a:spcAft>
                              <a:spcPts val="0"/>
                            </a:spcAft>
                          </a:pPr>
                          <a:r>
                            <a:rPr lang="en-IN" sz="1400" dirty="0">
                              <a:solidFill>
                                <a:schemeClr val="bg1"/>
                              </a:solidFill>
                              <a:effectLst/>
                              <a:latin typeface="+mn-lt"/>
                              <a:ea typeface="Times New Roman" panose="02020603050405020304" pitchFamily="18" charset="0"/>
                              <a:cs typeface="Calibri" panose="020F0502020204030204" pitchFamily="34" charset="0"/>
                            </a:rPr>
                            <a:t>N</a:t>
                          </a:r>
                          <a:r>
                            <a:rPr lang="en-IN" sz="1400" baseline="-25000" dirty="0">
                              <a:solidFill>
                                <a:schemeClr val="bg1"/>
                              </a:solidFill>
                              <a:effectLst/>
                              <a:latin typeface="+mn-lt"/>
                              <a:ea typeface="Times New Roman" panose="02020603050405020304" pitchFamily="18" charset="0"/>
                              <a:cs typeface="Calibri" panose="020F0502020204030204" pitchFamily="34" charset="0"/>
                            </a:rPr>
                            <a:t>2</a:t>
                          </a:r>
                          <a:endParaRPr lang="en-IN" sz="1400" dirty="0">
                            <a:solidFill>
                              <a:schemeClr val="bg1"/>
                            </a:solidFill>
                            <a:effectLst/>
                            <a:latin typeface="+mn-lt"/>
                            <a:ea typeface="Calibri" panose="020F0502020204030204" pitchFamily="34" charset="0"/>
                            <a:cs typeface="Times New Roman" panose="02020603050405020304" pitchFamily="18" charset="0"/>
                          </a:endParaRPr>
                        </a:p>
                      </a:txBody>
                      <a:tcPr marL="55820" marR="5582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9pPr>
                        </a:lstStyle>
                        <a:p>
                          <a:pPr marL="0" indent="0">
                            <a:lnSpc>
                              <a:spcPct val="106000"/>
                            </a:lnSpc>
                            <a:spcAft>
                              <a:spcPts val="0"/>
                            </a:spcAft>
                          </a:pPr>
                          <a:r>
                            <a:rPr lang="en-IN" sz="1400" dirty="0">
                              <a:solidFill>
                                <a:schemeClr val="bg1"/>
                              </a:solidFill>
                              <a:effectLst/>
                              <a:latin typeface="+mn-lt"/>
                              <a:ea typeface="Times New Roman" panose="02020603050405020304" pitchFamily="18" charset="0"/>
                              <a:cs typeface="Calibri" panose="020F0502020204030204" pitchFamily="34" charset="0"/>
                            </a:rPr>
                            <a:t>H</a:t>
                          </a:r>
                          <a:r>
                            <a:rPr lang="en-IN" sz="1400" baseline="-25000" dirty="0">
                              <a:solidFill>
                                <a:schemeClr val="bg1"/>
                              </a:solidFill>
                              <a:effectLst/>
                              <a:latin typeface="+mn-lt"/>
                              <a:ea typeface="Times New Roman" panose="02020603050405020304" pitchFamily="18" charset="0"/>
                              <a:cs typeface="Calibri" panose="020F0502020204030204" pitchFamily="34" charset="0"/>
                            </a:rPr>
                            <a:t>2</a:t>
                          </a:r>
                          <a:endParaRPr lang="en-IN" sz="1400" dirty="0">
                            <a:solidFill>
                              <a:schemeClr val="bg1"/>
                            </a:solidFill>
                            <a:effectLst/>
                            <a:latin typeface="+mn-lt"/>
                            <a:ea typeface="Calibri" panose="020F0502020204030204" pitchFamily="34" charset="0"/>
                            <a:cs typeface="Times New Roman" panose="02020603050405020304" pitchFamily="18" charset="0"/>
                          </a:endParaRPr>
                        </a:p>
                      </a:txBody>
                      <a:tcPr marL="55820" marR="5582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9pPr>
                        </a:lstStyle>
                        <a:p>
                          <a:pPr marL="0" indent="0">
                            <a:lnSpc>
                              <a:spcPct val="106000"/>
                            </a:lnSpc>
                            <a:spcAft>
                              <a:spcPts val="0"/>
                            </a:spcAft>
                          </a:pPr>
                          <a:r>
                            <a:rPr lang="en-IN" sz="1400" dirty="0">
                              <a:solidFill>
                                <a:schemeClr val="bg1"/>
                              </a:solidFill>
                              <a:effectLst/>
                              <a:latin typeface="+mn-lt"/>
                              <a:ea typeface="Times New Roman" panose="02020603050405020304" pitchFamily="18" charset="0"/>
                              <a:cs typeface="Calibri" panose="020F0502020204030204" pitchFamily="34" charset="0"/>
                            </a:rPr>
                            <a:t>NH</a:t>
                          </a:r>
                          <a:r>
                            <a:rPr lang="en-IN" sz="1400" baseline="-25000" dirty="0">
                              <a:solidFill>
                                <a:schemeClr val="bg1"/>
                              </a:solidFill>
                              <a:effectLst/>
                              <a:latin typeface="+mn-lt"/>
                              <a:ea typeface="Times New Roman" panose="02020603050405020304" pitchFamily="18" charset="0"/>
                              <a:cs typeface="Calibri" panose="020F0502020204030204" pitchFamily="34" charset="0"/>
                            </a:rPr>
                            <a:t>3</a:t>
                          </a:r>
                          <a:endParaRPr lang="en-IN" sz="1400" dirty="0">
                            <a:solidFill>
                              <a:schemeClr val="bg1"/>
                            </a:solidFill>
                            <a:effectLst/>
                            <a:latin typeface="+mn-lt"/>
                            <a:ea typeface="Calibri" panose="020F0502020204030204" pitchFamily="34" charset="0"/>
                            <a:cs typeface="Times New Roman" panose="02020603050405020304" pitchFamily="18" charset="0"/>
                          </a:endParaRPr>
                        </a:p>
                      </a:txBody>
                      <a:tcPr marL="55820" marR="5582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00B050"/>
                        </a:solidFill>
                      </a:tcPr>
                    </a:tc>
                    <a:extLst>
                      <a:ext uri="{0D108BD9-81ED-4DB2-BD59-A6C34878D82A}">
                        <a16:rowId xmlns:a16="http://schemas.microsoft.com/office/drawing/2014/main" val="3531741698"/>
                      </a:ext>
                    </a:extLst>
                  </a:tr>
                  <a:tr h="195739">
                    <a:tc>
                      <a:txBody>
                        <a:bodyPr/>
                        <a:lstStyle>
                          <a:lvl1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9pPr>
                        </a:lstStyle>
                        <a:p>
                          <a:pPr marL="0" marR="0" indent="0" algn="l" rtl="0">
                            <a:lnSpc>
                              <a:spcPct val="106000"/>
                            </a:lnSpc>
                            <a:spcBef>
                              <a:spcPts val="0"/>
                            </a:spcBef>
                            <a:spcAft>
                              <a:spcPts val="0"/>
                            </a:spcAft>
                            <a:buClr>
                              <a:srgbClr val="000000"/>
                            </a:buClr>
                            <a:buFont typeface="Arial"/>
                          </a:pPr>
                          <a:r>
                            <a:rPr lang="en-IN" sz="1400" b="0" i="0" u="none" strike="noStrike" cap="none" dirty="0">
                              <a:solidFill>
                                <a:srgbClr val="080808"/>
                              </a:solidFill>
                              <a:effectLst/>
                              <a:latin typeface="+mn-lt"/>
                              <a:ea typeface="Times New Roman" panose="02020603050405020304" pitchFamily="18" charset="0"/>
                              <a:cs typeface="Calibri" panose="020F0502020204030204" pitchFamily="34" charset="0"/>
                              <a:sym typeface="Arial"/>
                            </a:rPr>
                            <a:t>initial moles</a:t>
                          </a:r>
                        </a:p>
                      </a:txBody>
                      <a:tcPr marL="55820" marR="5582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9pPr>
                        </a:lstStyle>
                        <a:p>
                          <a:pPr marL="0" marR="0" indent="0" algn="l" rtl="0">
                            <a:lnSpc>
                              <a:spcPct val="106000"/>
                            </a:lnSpc>
                            <a:spcBef>
                              <a:spcPts val="0"/>
                            </a:spcBef>
                            <a:spcAft>
                              <a:spcPts val="0"/>
                            </a:spcAft>
                            <a:buClr>
                              <a:srgbClr val="000000"/>
                            </a:buClr>
                            <a:buFont typeface="Arial"/>
                          </a:pPr>
                          <a:r>
                            <a:rPr lang="en-IN" sz="1400" b="0" i="0" u="none" strike="noStrike" cap="none" dirty="0">
                              <a:solidFill>
                                <a:srgbClr val="080808"/>
                              </a:solidFill>
                              <a:effectLst/>
                              <a:latin typeface="+mn-lt"/>
                              <a:ea typeface="Times New Roman" panose="02020603050405020304" pitchFamily="18" charset="0"/>
                              <a:cs typeface="Calibri" panose="020F0502020204030204" pitchFamily="34" charset="0"/>
                              <a:sym typeface="Arial"/>
                            </a:rPr>
                            <a:t>2</a:t>
                          </a:r>
                        </a:p>
                      </a:txBody>
                      <a:tcPr marL="55820" marR="5582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9pPr>
                        </a:lstStyle>
                        <a:p>
                          <a:pPr marL="0" marR="0" indent="0" algn="l" rtl="0">
                            <a:lnSpc>
                              <a:spcPct val="106000"/>
                            </a:lnSpc>
                            <a:spcBef>
                              <a:spcPts val="0"/>
                            </a:spcBef>
                            <a:spcAft>
                              <a:spcPts val="0"/>
                            </a:spcAft>
                            <a:buClr>
                              <a:srgbClr val="000000"/>
                            </a:buClr>
                            <a:buFont typeface="Arial"/>
                          </a:pPr>
                          <a:r>
                            <a:rPr lang="en-IN" sz="1400" b="0" i="0" u="none" strike="noStrike" cap="none" dirty="0">
                              <a:solidFill>
                                <a:srgbClr val="080808"/>
                              </a:solidFill>
                              <a:effectLst/>
                              <a:latin typeface="+mn-lt"/>
                              <a:ea typeface="Times New Roman" panose="02020603050405020304" pitchFamily="18" charset="0"/>
                              <a:cs typeface="Calibri" panose="020F0502020204030204" pitchFamily="34" charset="0"/>
                              <a:sym typeface="Arial"/>
                            </a:rPr>
                            <a:t>4.5</a:t>
                          </a:r>
                        </a:p>
                      </a:txBody>
                      <a:tcPr marL="55820" marR="5582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9pPr>
                        </a:lstStyle>
                        <a:p>
                          <a:pPr marL="0" marR="0" indent="0" algn="l" rtl="0">
                            <a:lnSpc>
                              <a:spcPct val="106000"/>
                            </a:lnSpc>
                            <a:spcBef>
                              <a:spcPts val="0"/>
                            </a:spcBef>
                            <a:spcAft>
                              <a:spcPts val="0"/>
                            </a:spcAft>
                            <a:buClr>
                              <a:srgbClr val="000000"/>
                            </a:buClr>
                            <a:buFont typeface="Arial"/>
                          </a:pPr>
                          <a:r>
                            <a:rPr lang="en-IN" sz="1400" b="0" i="0" u="none" strike="noStrike" cap="none" dirty="0">
                              <a:solidFill>
                                <a:srgbClr val="080808"/>
                              </a:solidFill>
                              <a:effectLst/>
                              <a:latin typeface="+mn-lt"/>
                              <a:ea typeface="Times New Roman" panose="02020603050405020304" pitchFamily="18" charset="0"/>
                              <a:cs typeface="Calibri" panose="020F0502020204030204" pitchFamily="34" charset="0"/>
                              <a:sym typeface="Arial"/>
                            </a:rPr>
                            <a:t>0</a:t>
                          </a:r>
                        </a:p>
                      </a:txBody>
                      <a:tcPr marL="55820" marR="5582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93854686"/>
                      </a:ext>
                    </a:extLst>
                  </a:tr>
                  <a:tr h="195739">
                    <a:tc>
                      <a:txBody>
                        <a:bodyPr/>
                        <a:lstStyle>
                          <a:lvl1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9pPr>
                        </a:lstStyle>
                        <a:p>
                          <a:pPr marL="0" marR="0" indent="0" algn="l" rtl="0">
                            <a:lnSpc>
                              <a:spcPct val="106000"/>
                            </a:lnSpc>
                            <a:spcBef>
                              <a:spcPts val="0"/>
                            </a:spcBef>
                            <a:spcAft>
                              <a:spcPts val="0"/>
                            </a:spcAft>
                            <a:buClr>
                              <a:srgbClr val="000000"/>
                            </a:buClr>
                            <a:buFont typeface="Arial"/>
                          </a:pPr>
                          <a:r>
                            <a:rPr lang="en-IN" sz="1400" b="0" i="0" u="none" strike="noStrike" cap="none">
                              <a:solidFill>
                                <a:srgbClr val="080808"/>
                              </a:solidFill>
                              <a:effectLst/>
                              <a:latin typeface="+mn-lt"/>
                              <a:ea typeface="Times New Roman" panose="02020603050405020304" pitchFamily="18" charset="0"/>
                              <a:cs typeface="Calibri" panose="020F0502020204030204" pitchFamily="34" charset="0"/>
                              <a:sym typeface="Arial"/>
                            </a:rPr>
                            <a:t>equilibrium moles </a:t>
                          </a:r>
                        </a:p>
                      </a:txBody>
                      <a:tcPr marL="55820" marR="5582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9pPr>
                        </a:lstStyle>
                        <a:p>
                          <a:pPr marL="0" marR="0" indent="0" algn="l" rtl="0">
                            <a:lnSpc>
                              <a:spcPct val="106000"/>
                            </a:lnSpc>
                            <a:spcBef>
                              <a:spcPts val="0"/>
                            </a:spcBef>
                            <a:spcAft>
                              <a:spcPts val="0"/>
                            </a:spcAft>
                            <a:buClr>
                              <a:srgbClr val="000000"/>
                            </a:buClr>
                            <a:buFont typeface="Arial"/>
                          </a:pPr>
                          <a:r>
                            <a:rPr lang="en-IN" sz="1400" b="0" i="0" u="none" strike="noStrike" cap="none" dirty="0">
                              <a:solidFill>
                                <a:srgbClr val="080808"/>
                              </a:solidFill>
                              <a:effectLst/>
                              <a:latin typeface="+mn-lt"/>
                              <a:ea typeface="Times New Roman" panose="02020603050405020304" pitchFamily="18" charset="0"/>
                              <a:cs typeface="Calibri" panose="020F0502020204030204" pitchFamily="34" charset="0"/>
                              <a:sym typeface="Arial"/>
                            </a:rPr>
                            <a:t>1.4 </a:t>
                          </a:r>
                        </a:p>
                      </a:txBody>
                      <a:tcPr marL="55820" marR="5582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9pPr>
                        </a:lstStyle>
                        <a:p>
                          <a:pPr marL="0" marR="0" indent="0" algn="l" rtl="0">
                            <a:lnSpc>
                              <a:spcPct val="106000"/>
                            </a:lnSpc>
                            <a:spcBef>
                              <a:spcPts val="0"/>
                            </a:spcBef>
                            <a:spcAft>
                              <a:spcPts val="0"/>
                            </a:spcAft>
                            <a:buClr>
                              <a:srgbClr val="000000"/>
                            </a:buClr>
                            <a:buFont typeface="Arial"/>
                          </a:pPr>
                          <a:r>
                            <a:rPr lang="en-IN" sz="1400" b="0" i="0" u="none" strike="noStrike" cap="none" dirty="0">
                              <a:solidFill>
                                <a:srgbClr val="080808"/>
                              </a:solidFill>
                              <a:effectLst/>
                              <a:latin typeface="+mn-lt"/>
                              <a:ea typeface="Times New Roman" panose="02020603050405020304" pitchFamily="18" charset="0"/>
                              <a:cs typeface="Calibri" panose="020F0502020204030204" pitchFamily="34" charset="0"/>
                              <a:sym typeface="Arial"/>
                            </a:rPr>
                            <a:t>2.7</a:t>
                          </a:r>
                        </a:p>
                      </a:txBody>
                      <a:tcPr marL="55820" marR="5582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9pPr>
                        </a:lstStyle>
                        <a:p>
                          <a:pPr marL="0" marR="0" indent="0" algn="l" rtl="0">
                            <a:lnSpc>
                              <a:spcPct val="106000"/>
                            </a:lnSpc>
                            <a:spcBef>
                              <a:spcPts val="0"/>
                            </a:spcBef>
                            <a:spcAft>
                              <a:spcPts val="0"/>
                            </a:spcAft>
                            <a:buClr>
                              <a:srgbClr val="000000"/>
                            </a:buClr>
                            <a:buFont typeface="Arial"/>
                          </a:pPr>
                          <a:r>
                            <a:rPr lang="en-IN" sz="1400" b="0" i="0" u="none" strike="noStrike" cap="none" dirty="0">
                              <a:solidFill>
                                <a:srgbClr val="080808"/>
                              </a:solidFill>
                              <a:effectLst/>
                              <a:latin typeface="+mn-lt"/>
                              <a:ea typeface="Times New Roman" panose="02020603050405020304" pitchFamily="18" charset="0"/>
                              <a:cs typeface="Calibri" panose="020F0502020204030204" pitchFamily="34" charset="0"/>
                              <a:sym typeface="Arial"/>
                            </a:rPr>
                            <a:t>1.2</a:t>
                          </a:r>
                        </a:p>
                      </a:txBody>
                      <a:tcPr marL="55820" marR="5582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219611350"/>
                      </a:ext>
                    </a:extLst>
                  </a:tr>
                  <a:tr h="718481">
                    <a:tc>
                      <a:txBody>
                        <a:bodyPr/>
                        <a:lstStyle>
                          <a:lvl1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9pPr>
                        </a:lstStyle>
                        <a:p>
                          <a:pPr marL="0" marR="0" indent="0" algn="l" rtl="0">
                            <a:lnSpc>
                              <a:spcPct val="106000"/>
                            </a:lnSpc>
                            <a:spcBef>
                              <a:spcPts val="0"/>
                            </a:spcBef>
                            <a:spcAft>
                              <a:spcPts val="0"/>
                            </a:spcAft>
                            <a:buClr>
                              <a:srgbClr val="000000"/>
                            </a:buClr>
                            <a:buFont typeface="Arial"/>
                          </a:pPr>
                          <a:r>
                            <a:rPr lang="en-IN" sz="1400" b="0" i="0" u="none" strike="noStrike" cap="none" dirty="0">
                              <a:solidFill>
                                <a:srgbClr val="080808"/>
                              </a:solidFill>
                              <a:effectLst/>
                              <a:latin typeface="+mn-lt"/>
                              <a:ea typeface="Times New Roman" panose="02020603050405020304" pitchFamily="18" charset="0"/>
                              <a:cs typeface="Calibri" panose="020F0502020204030204" pitchFamily="34" charset="0"/>
                              <a:sym typeface="Arial"/>
                            </a:rPr>
                            <a:t>equilibrium concentration </a:t>
                          </a:r>
                          <a14:m>
                            <m:oMath xmlns:m="http://schemas.openxmlformats.org/officeDocument/2006/math">
                              <m:d>
                                <m:dPr>
                                  <m:ctrlPr>
                                    <a:rPr lang="en-IN" sz="1400" b="0" i="1" u="none" strike="noStrike" cap="none">
                                      <a:solidFill>
                                        <a:srgbClr val="080808"/>
                                      </a:solidFill>
                                      <a:effectLst/>
                                      <a:latin typeface="Cambria Math" panose="02040503050406030204" pitchFamily="18" charset="0"/>
                                      <a:ea typeface="Times New Roman" panose="02020603050405020304" pitchFamily="18" charset="0"/>
                                      <a:cs typeface="Calibri" panose="020F0502020204030204" pitchFamily="34" charset="0"/>
                                      <a:sym typeface="Arial"/>
                                    </a:rPr>
                                  </m:ctrlPr>
                                </m:dPr>
                                <m:e>
                                  <m:f>
                                    <m:fPr>
                                      <m:ctrlPr>
                                        <a:rPr lang="en-IN" sz="1400" b="0" i="1" u="none" strike="noStrike" cap="none">
                                          <a:solidFill>
                                            <a:srgbClr val="080808"/>
                                          </a:solidFill>
                                          <a:effectLst/>
                                          <a:latin typeface="Cambria Math" panose="02040503050406030204" pitchFamily="18" charset="0"/>
                                          <a:ea typeface="Times New Roman" panose="02020603050405020304" pitchFamily="18" charset="0"/>
                                          <a:cs typeface="Calibri" panose="020F0502020204030204" pitchFamily="34" charset="0"/>
                                          <a:sym typeface="Arial"/>
                                        </a:rPr>
                                      </m:ctrlPr>
                                    </m:fPr>
                                    <m:num>
                                      <m:r>
                                        <a:rPr lang="en-IN" sz="1400" b="0" i="0" u="none" strike="noStrike" cap="none">
                                          <a:solidFill>
                                            <a:srgbClr val="080808"/>
                                          </a:solidFill>
                                          <a:effectLst/>
                                          <a:latin typeface="Cambria Math" panose="02040503050406030204" pitchFamily="18" charset="0"/>
                                          <a:ea typeface="Times New Roman" panose="02020603050405020304" pitchFamily="18" charset="0"/>
                                          <a:cs typeface="Calibri" panose="020F0502020204030204" pitchFamily="34" charset="0"/>
                                          <a:sym typeface="Arial"/>
                                        </a:rPr>
                                        <m:t>𝑚𝑜𝑙𝑒𝑠</m:t>
                                      </m:r>
                                    </m:num>
                                    <m:den>
                                      <m:r>
                                        <a:rPr lang="en-IN" sz="1400" b="0" i="0" u="none" strike="noStrike" cap="none">
                                          <a:solidFill>
                                            <a:srgbClr val="080808"/>
                                          </a:solidFill>
                                          <a:effectLst/>
                                          <a:latin typeface="Cambria Math" panose="02040503050406030204" pitchFamily="18" charset="0"/>
                                          <a:ea typeface="Times New Roman" panose="02020603050405020304" pitchFamily="18" charset="0"/>
                                          <a:cs typeface="Calibri" panose="020F0502020204030204" pitchFamily="34" charset="0"/>
                                          <a:sym typeface="Arial"/>
                                        </a:rPr>
                                        <m:t>𝑣𝑜𝑙𝑢𝑚𝑒</m:t>
                                      </m:r>
                                    </m:den>
                                  </m:f>
                                </m:e>
                              </m:d>
                            </m:oMath>
                          </a14:m>
                          <a:endParaRPr lang="en-IN" sz="1400" b="0" i="0" u="none" strike="noStrike" cap="none" dirty="0">
                            <a:solidFill>
                              <a:srgbClr val="080808"/>
                            </a:solidFill>
                            <a:effectLst/>
                            <a:latin typeface="+mn-lt"/>
                            <a:ea typeface="Times New Roman" panose="02020603050405020304" pitchFamily="18" charset="0"/>
                            <a:cs typeface="Calibri" panose="020F0502020204030204" pitchFamily="34" charset="0"/>
                            <a:sym typeface="Arial"/>
                          </a:endParaRPr>
                        </a:p>
                      </a:txBody>
                      <a:tcPr marL="55820" marR="5582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9pPr>
                        </a:lstStyle>
                        <a:p>
                          <a:pPr marL="0" indent="0">
                            <a:lnSpc>
                              <a:spcPct val="106000"/>
                            </a:lnSpc>
                            <a:spcAft>
                              <a:spcPts val="0"/>
                            </a:spcAft>
                          </a:pPr>
                          <a14:m>
                            <m:oMathPara xmlns:m="http://schemas.openxmlformats.org/officeDocument/2006/math">
                              <m:oMathParaPr>
                                <m:jc m:val="centerGroup"/>
                              </m:oMathParaPr>
                              <m:oMath xmlns:m="http://schemas.openxmlformats.org/officeDocument/2006/math">
                                <m:f>
                                  <m:fPr>
                                    <m:ctrlPr>
                                      <a:rPr lang="en-IN" sz="1400" i="1" smtClean="0">
                                        <a:solidFill>
                                          <a:srgbClr val="080808"/>
                                        </a:solidFill>
                                        <a:effectLst/>
                                        <a:latin typeface="Cambria Math" panose="02040503050406030204" pitchFamily="18" charset="0"/>
                                        <a:ea typeface="Times New Roman" panose="02020603050405020304" pitchFamily="18" charset="0"/>
                                        <a:cs typeface="Calibri" panose="020F0502020204030204" pitchFamily="34" charset="0"/>
                                      </a:rPr>
                                    </m:ctrlPr>
                                  </m:fPr>
                                  <m:num>
                                    <m:r>
                                      <a:rPr lang="en-IN" sz="1400" i="1">
                                        <a:solidFill>
                                          <a:srgbClr val="080808"/>
                                        </a:solidFill>
                                        <a:effectLst/>
                                        <a:latin typeface="Cambria Math" panose="02040503050406030204" pitchFamily="18" charset="0"/>
                                        <a:ea typeface="Times New Roman" panose="02020603050405020304" pitchFamily="18" charset="0"/>
                                        <a:cs typeface="Calibri" panose="020F0502020204030204" pitchFamily="34" charset="0"/>
                                      </a:rPr>
                                      <m:t>1.4</m:t>
                                    </m:r>
                                  </m:num>
                                  <m:den>
                                    <m:r>
                                      <a:rPr lang="en-IN" sz="1400" i="1">
                                        <a:solidFill>
                                          <a:srgbClr val="080808"/>
                                        </a:solidFill>
                                        <a:effectLst/>
                                        <a:latin typeface="Cambria Math" panose="02040503050406030204" pitchFamily="18" charset="0"/>
                                        <a:ea typeface="Times New Roman" panose="02020603050405020304" pitchFamily="18" charset="0"/>
                                        <a:cs typeface="Calibri" panose="020F0502020204030204" pitchFamily="34" charset="0"/>
                                      </a:rPr>
                                      <m:t>0.5</m:t>
                                    </m:r>
                                  </m:den>
                                </m:f>
                                <m:r>
                                  <a:rPr lang="en-IN" sz="1400" i="1">
                                    <a:solidFill>
                                      <a:srgbClr val="080808"/>
                                    </a:solidFill>
                                    <a:effectLst/>
                                    <a:latin typeface="Cambria Math" panose="02040503050406030204" pitchFamily="18" charset="0"/>
                                    <a:ea typeface="Times New Roman" panose="02020603050405020304" pitchFamily="18" charset="0"/>
                                    <a:cs typeface="Calibri" panose="020F0502020204030204" pitchFamily="34" charset="0"/>
                                  </a:rPr>
                                  <m:t>=</m:t>
                                </m:r>
                                <m:r>
                                  <a:rPr lang="en-IN" sz="1400">
                                    <a:solidFill>
                                      <a:srgbClr val="080808"/>
                                    </a:solidFill>
                                    <a:effectLst/>
                                    <a:latin typeface="Cambria Math" panose="02040503050406030204" pitchFamily="18" charset="0"/>
                                    <a:ea typeface="Times New Roman" panose="02020603050405020304" pitchFamily="18" charset="0"/>
                                    <a:cs typeface="Calibri" panose="020F0502020204030204" pitchFamily="34" charset="0"/>
                                  </a:rPr>
                                  <m:t>2.8 </m:t>
                                </m:r>
                                <m:r>
                                  <m:rPr>
                                    <m:sty m:val="p"/>
                                  </m:rPr>
                                  <a:rPr lang="en-IN" sz="1400">
                                    <a:solidFill>
                                      <a:srgbClr val="080808"/>
                                    </a:solidFill>
                                    <a:effectLst/>
                                    <a:latin typeface="Cambria Math" panose="02040503050406030204" pitchFamily="18" charset="0"/>
                                    <a:ea typeface="Times New Roman" panose="02020603050405020304" pitchFamily="18" charset="0"/>
                                    <a:cs typeface="Calibri" panose="020F0502020204030204" pitchFamily="34" charset="0"/>
                                  </a:rPr>
                                  <m:t>mol</m:t>
                                </m:r>
                                <m:r>
                                  <a:rPr lang="en-IN" sz="1400">
                                    <a:solidFill>
                                      <a:srgbClr val="080808"/>
                                    </a:solidFill>
                                    <a:effectLst/>
                                    <a:latin typeface="Cambria Math" panose="02040503050406030204" pitchFamily="18" charset="0"/>
                                    <a:ea typeface="Times New Roman" panose="02020603050405020304" pitchFamily="18" charset="0"/>
                                    <a:cs typeface="Calibri" panose="020F0502020204030204" pitchFamily="34" charset="0"/>
                                  </a:rPr>
                                  <m:t>/ </m:t>
                                </m:r>
                                <m:sSup>
                                  <m:sSupPr>
                                    <m:ctrlPr>
                                      <a:rPr lang="en-IN" sz="1400" i="1">
                                        <a:solidFill>
                                          <a:srgbClr val="080808"/>
                                        </a:solidFill>
                                        <a:effectLst/>
                                        <a:latin typeface="Cambria Math" panose="02040503050406030204" pitchFamily="18" charset="0"/>
                                        <a:ea typeface="Times New Roman" panose="02020603050405020304" pitchFamily="18" charset="0"/>
                                        <a:cs typeface="Calibri" panose="020F0502020204030204" pitchFamily="34" charset="0"/>
                                      </a:rPr>
                                    </m:ctrlPr>
                                  </m:sSupPr>
                                  <m:e>
                                    <m:r>
                                      <a:rPr lang="en-IN" sz="1400" i="1">
                                        <a:solidFill>
                                          <a:srgbClr val="080808"/>
                                        </a:solidFill>
                                        <a:effectLst/>
                                        <a:latin typeface="Cambria Math" panose="02040503050406030204" pitchFamily="18" charset="0"/>
                                        <a:ea typeface="Times New Roman" panose="02020603050405020304" pitchFamily="18" charset="0"/>
                                        <a:cs typeface="Calibri" panose="020F0502020204030204" pitchFamily="34" charset="0"/>
                                      </a:rPr>
                                      <m:t>𝑑𝑚</m:t>
                                    </m:r>
                                  </m:e>
                                  <m:sup>
                                    <m:r>
                                      <a:rPr lang="en-IN" sz="1400" i="1">
                                        <a:solidFill>
                                          <a:srgbClr val="080808"/>
                                        </a:solidFill>
                                        <a:effectLst/>
                                        <a:latin typeface="Cambria Math" panose="02040503050406030204" pitchFamily="18" charset="0"/>
                                        <a:ea typeface="Times New Roman" panose="02020603050405020304" pitchFamily="18" charset="0"/>
                                        <a:cs typeface="Calibri" panose="020F0502020204030204" pitchFamily="34" charset="0"/>
                                      </a:rPr>
                                      <m:t>3</m:t>
                                    </m:r>
                                  </m:sup>
                                </m:sSup>
                              </m:oMath>
                            </m:oMathPara>
                          </a14:m>
                          <a:endParaRPr lang="en-IN" sz="1400" dirty="0">
                            <a:solidFill>
                              <a:srgbClr val="080808"/>
                            </a:solidFill>
                            <a:effectLst/>
                            <a:latin typeface="+mn-lt"/>
                            <a:ea typeface="Calibri" panose="020F0502020204030204" pitchFamily="34" charset="0"/>
                            <a:cs typeface="Times New Roman" panose="02020603050405020304" pitchFamily="18" charset="0"/>
                          </a:endParaRPr>
                        </a:p>
                      </a:txBody>
                      <a:tcPr marL="55820" marR="5582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9pPr>
                        </a:lstStyle>
                        <a:p>
                          <a:pPr marL="0" indent="0">
                            <a:lnSpc>
                              <a:spcPct val="106000"/>
                            </a:lnSpc>
                            <a:spcAft>
                              <a:spcPts val="0"/>
                            </a:spcAft>
                          </a:pPr>
                          <a14:m>
                            <m:oMathPara xmlns:m="http://schemas.openxmlformats.org/officeDocument/2006/math">
                              <m:oMathParaPr>
                                <m:jc m:val="centerGroup"/>
                              </m:oMathParaPr>
                              <m:oMath xmlns:m="http://schemas.openxmlformats.org/officeDocument/2006/math">
                                <m:f>
                                  <m:fPr>
                                    <m:ctrlPr>
                                      <a:rPr lang="en-IN" sz="1400" i="1" smtClean="0">
                                        <a:solidFill>
                                          <a:srgbClr val="080808"/>
                                        </a:solidFill>
                                        <a:effectLst/>
                                        <a:latin typeface="Cambria Math" panose="02040503050406030204" pitchFamily="18" charset="0"/>
                                        <a:ea typeface="Times New Roman" panose="02020603050405020304" pitchFamily="18" charset="0"/>
                                        <a:cs typeface="Calibri" panose="020F0502020204030204" pitchFamily="34" charset="0"/>
                                      </a:rPr>
                                    </m:ctrlPr>
                                  </m:fPr>
                                  <m:num>
                                    <m:r>
                                      <a:rPr lang="en-IN" sz="1400" i="1">
                                        <a:solidFill>
                                          <a:srgbClr val="080808"/>
                                        </a:solidFill>
                                        <a:effectLst/>
                                        <a:latin typeface="Cambria Math" panose="02040503050406030204" pitchFamily="18" charset="0"/>
                                        <a:ea typeface="Times New Roman" panose="02020603050405020304" pitchFamily="18" charset="0"/>
                                        <a:cs typeface="Calibri" panose="020F0502020204030204" pitchFamily="34" charset="0"/>
                                      </a:rPr>
                                      <m:t>2.7</m:t>
                                    </m:r>
                                  </m:num>
                                  <m:den>
                                    <m:r>
                                      <a:rPr lang="en-IN" sz="1400" i="1">
                                        <a:solidFill>
                                          <a:srgbClr val="080808"/>
                                        </a:solidFill>
                                        <a:effectLst/>
                                        <a:latin typeface="Cambria Math" panose="02040503050406030204" pitchFamily="18" charset="0"/>
                                        <a:ea typeface="Times New Roman" panose="02020603050405020304" pitchFamily="18" charset="0"/>
                                        <a:cs typeface="Calibri" panose="020F0502020204030204" pitchFamily="34" charset="0"/>
                                      </a:rPr>
                                      <m:t>0.5</m:t>
                                    </m:r>
                                  </m:den>
                                </m:f>
                                <m:r>
                                  <a:rPr lang="en-IN" sz="1400" i="1">
                                    <a:solidFill>
                                      <a:srgbClr val="080808"/>
                                    </a:solidFill>
                                    <a:effectLst/>
                                    <a:latin typeface="Cambria Math" panose="02040503050406030204" pitchFamily="18" charset="0"/>
                                    <a:ea typeface="Times New Roman" panose="02020603050405020304" pitchFamily="18" charset="0"/>
                                    <a:cs typeface="Calibri" panose="020F0502020204030204" pitchFamily="34" charset="0"/>
                                  </a:rPr>
                                  <m:t>=</m:t>
                                </m:r>
                                <m:r>
                                  <a:rPr lang="en-IN" sz="1400">
                                    <a:solidFill>
                                      <a:srgbClr val="080808"/>
                                    </a:solidFill>
                                    <a:effectLst/>
                                    <a:latin typeface="Cambria Math" panose="02040503050406030204" pitchFamily="18" charset="0"/>
                                    <a:ea typeface="Times New Roman" panose="02020603050405020304" pitchFamily="18" charset="0"/>
                                    <a:cs typeface="Calibri" panose="020F0502020204030204" pitchFamily="34" charset="0"/>
                                  </a:rPr>
                                  <m:t>5.4 </m:t>
                                </m:r>
                                <m:r>
                                  <m:rPr>
                                    <m:sty m:val="p"/>
                                  </m:rPr>
                                  <a:rPr lang="en-IN" sz="1400">
                                    <a:solidFill>
                                      <a:srgbClr val="080808"/>
                                    </a:solidFill>
                                    <a:effectLst/>
                                    <a:latin typeface="Cambria Math" panose="02040503050406030204" pitchFamily="18" charset="0"/>
                                    <a:ea typeface="Times New Roman" panose="02020603050405020304" pitchFamily="18" charset="0"/>
                                    <a:cs typeface="Calibri" panose="020F0502020204030204" pitchFamily="34" charset="0"/>
                                  </a:rPr>
                                  <m:t>mol</m:t>
                                </m:r>
                                <m:r>
                                  <a:rPr lang="en-IN" sz="1400">
                                    <a:solidFill>
                                      <a:srgbClr val="080808"/>
                                    </a:solidFill>
                                    <a:effectLst/>
                                    <a:latin typeface="Cambria Math" panose="02040503050406030204" pitchFamily="18" charset="0"/>
                                    <a:ea typeface="Times New Roman" panose="02020603050405020304" pitchFamily="18" charset="0"/>
                                    <a:cs typeface="Calibri" panose="020F0502020204030204" pitchFamily="34" charset="0"/>
                                  </a:rPr>
                                  <m:t>/ </m:t>
                                </m:r>
                                <m:sSup>
                                  <m:sSupPr>
                                    <m:ctrlPr>
                                      <a:rPr lang="en-IN" sz="1400" i="1">
                                        <a:solidFill>
                                          <a:srgbClr val="080808"/>
                                        </a:solidFill>
                                        <a:effectLst/>
                                        <a:latin typeface="Cambria Math" panose="02040503050406030204" pitchFamily="18" charset="0"/>
                                        <a:ea typeface="Times New Roman" panose="02020603050405020304" pitchFamily="18" charset="0"/>
                                        <a:cs typeface="Calibri" panose="020F0502020204030204" pitchFamily="34" charset="0"/>
                                      </a:rPr>
                                    </m:ctrlPr>
                                  </m:sSupPr>
                                  <m:e>
                                    <m:r>
                                      <a:rPr lang="en-IN" sz="1400" i="1">
                                        <a:solidFill>
                                          <a:srgbClr val="080808"/>
                                        </a:solidFill>
                                        <a:effectLst/>
                                        <a:latin typeface="Cambria Math" panose="02040503050406030204" pitchFamily="18" charset="0"/>
                                        <a:ea typeface="Times New Roman" panose="02020603050405020304" pitchFamily="18" charset="0"/>
                                        <a:cs typeface="Calibri" panose="020F0502020204030204" pitchFamily="34" charset="0"/>
                                      </a:rPr>
                                      <m:t>𝑑𝑚</m:t>
                                    </m:r>
                                  </m:e>
                                  <m:sup>
                                    <m:r>
                                      <a:rPr lang="en-IN" sz="1400" i="1">
                                        <a:solidFill>
                                          <a:srgbClr val="080808"/>
                                        </a:solidFill>
                                        <a:effectLst/>
                                        <a:latin typeface="Cambria Math" panose="02040503050406030204" pitchFamily="18" charset="0"/>
                                        <a:ea typeface="Times New Roman" panose="02020603050405020304" pitchFamily="18" charset="0"/>
                                        <a:cs typeface="Calibri" panose="020F0502020204030204" pitchFamily="34" charset="0"/>
                                      </a:rPr>
                                      <m:t>3</m:t>
                                    </m:r>
                                  </m:sup>
                                </m:sSup>
                              </m:oMath>
                            </m:oMathPara>
                          </a14:m>
                          <a:endParaRPr lang="en-IN" sz="1400" dirty="0">
                            <a:solidFill>
                              <a:srgbClr val="080808"/>
                            </a:solidFill>
                            <a:effectLst/>
                            <a:latin typeface="+mn-lt"/>
                            <a:ea typeface="Calibri" panose="020F0502020204030204" pitchFamily="34" charset="0"/>
                            <a:cs typeface="Times New Roman" panose="02020603050405020304" pitchFamily="18" charset="0"/>
                          </a:endParaRPr>
                        </a:p>
                      </a:txBody>
                      <a:tcPr marL="55820" marR="5582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9pPr>
                        </a:lstStyle>
                        <a:p>
                          <a:pPr marL="0" indent="0">
                            <a:lnSpc>
                              <a:spcPct val="106000"/>
                            </a:lnSpc>
                            <a:spcAft>
                              <a:spcPts val="0"/>
                            </a:spcAft>
                          </a:pPr>
                          <a14:m>
                            <m:oMathPara xmlns:m="http://schemas.openxmlformats.org/officeDocument/2006/math">
                              <m:oMathParaPr>
                                <m:jc m:val="centerGroup"/>
                              </m:oMathParaPr>
                              <m:oMath xmlns:m="http://schemas.openxmlformats.org/officeDocument/2006/math">
                                <m:f>
                                  <m:fPr>
                                    <m:ctrlPr>
                                      <a:rPr lang="en-IN" sz="1400" i="1" smtClean="0">
                                        <a:solidFill>
                                          <a:srgbClr val="080808"/>
                                        </a:solidFill>
                                        <a:effectLst/>
                                        <a:latin typeface="Cambria Math" panose="02040503050406030204" pitchFamily="18" charset="0"/>
                                        <a:ea typeface="Times New Roman" panose="02020603050405020304" pitchFamily="18" charset="0"/>
                                        <a:cs typeface="Calibri" panose="020F0502020204030204" pitchFamily="34" charset="0"/>
                                      </a:rPr>
                                    </m:ctrlPr>
                                  </m:fPr>
                                  <m:num>
                                    <m:r>
                                      <a:rPr lang="en-IN" sz="1400" i="1">
                                        <a:solidFill>
                                          <a:srgbClr val="080808"/>
                                        </a:solidFill>
                                        <a:effectLst/>
                                        <a:latin typeface="Cambria Math" panose="02040503050406030204" pitchFamily="18" charset="0"/>
                                        <a:ea typeface="Times New Roman" panose="02020603050405020304" pitchFamily="18" charset="0"/>
                                        <a:cs typeface="Calibri" panose="020F0502020204030204" pitchFamily="34" charset="0"/>
                                      </a:rPr>
                                      <m:t>1.2</m:t>
                                    </m:r>
                                  </m:num>
                                  <m:den>
                                    <m:r>
                                      <a:rPr lang="en-IN" sz="1400" i="1">
                                        <a:solidFill>
                                          <a:srgbClr val="080808"/>
                                        </a:solidFill>
                                        <a:effectLst/>
                                        <a:latin typeface="Cambria Math" panose="02040503050406030204" pitchFamily="18" charset="0"/>
                                        <a:ea typeface="Times New Roman" panose="02020603050405020304" pitchFamily="18" charset="0"/>
                                        <a:cs typeface="Calibri" panose="020F0502020204030204" pitchFamily="34" charset="0"/>
                                      </a:rPr>
                                      <m:t>0.5</m:t>
                                    </m:r>
                                  </m:den>
                                </m:f>
                                <m:r>
                                  <a:rPr lang="en-IN" sz="1400" i="1">
                                    <a:solidFill>
                                      <a:srgbClr val="080808"/>
                                    </a:solidFill>
                                    <a:effectLst/>
                                    <a:latin typeface="Cambria Math" panose="02040503050406030204" pitchFamily="18" charset="0"/>
                                    <a:ea typeface="Times New Roman" panose="02020603050405020304" pitchFamily="18" charset="0"/>
                                    <a:cs typeface="Calibri" panose="020F0502020204030204" pitchFamily="34" charset="0"/>
                                  </a:rPr>
                                  <m:t>=</m:t>
                                </m:r>
                                <m:r>
                                  <a:rPr lang="en-IN" sz="1400">
                                    <a:solidFill>
                                      <a:srgbClr val="080808"/>
                                    </a:solidFill>
                                    <a:effectLst/>
                                    <a:latin typeface="Cambria Math" panose="02040503050406030204" pitchFamily="18" charset="0"/>
                                    <a:ea typeface="Times New Roman" panose="02020603050405020304" pitchFamily="18" charset="0"/>
                                    <a:cs typeface="Calibri" panose="020F0502020204030204" pitchFamily="34" charset="0"/>
                                  </a:rPr>
                                  <m:t>2.4 </m:t>
                                </m:r>
                                <m:r>
                                  <m:rPr>
                                    <m:sty m:val="p"/>
                                  </m:rPr>
                                  <a:rPr lang="en-IN" sz="1400">
                                    <a:solidFill>
                                      <a:srgbClr val="080808"/>
                                    </a:solidFill>
                                    <a:effectLst/>
                                    <a:latin typeface="Cambria Math" panose="02040503050406030204" pitchFamily="18" charset="0"/>
                                    <a:ea typeface="Times New Roman" panose="02020603050405020304" pitchFamily="18" charset="0"/>
                                    <a:cs typeface="Calibri" panose="020F0502020204030204" pitchFamily="34" charset="0"/>
                                  </a:rPr>
                                  <m:t>mol</m:t>
                                </m:r>
                                <m:r>
                                  <a:rPr lang="en-IN" sz="1400">
                                    <a:solidFill>
                                      <a:srgbClr val="080808"/>
                                    </a:solidFill>
                                    <a:effectLst/>
                                    <a:latin typeface="Cambria Math" panose="02040503050406030204" pitchFamily="18" charset="0"/>
                                    <a:ea typeface="Times New Roman" panose="02020603050405020304" pitchFamily="18" charset="0"/>
                                    <a:cs typeface="Calibri" panose="020F0502020204030204" pitchFamily="34" charset="0"/>
                                  </a:rPr>
                                  <m:t>/ </m:t>
                                </m:r>
                                <m:sSup>
                                  <m:sSupPr>
                                    <m:ctrlPr>
                                      <a:rPr lang="en-IN" sz="1400" i="1">
                                        <a:solidFill>
                                          <a:srgbClr val="080808"/>
                                        </a:solidFill>
                                        <a:effectLst/>
                                        <a:latin typeface="Cambria Math" panose="02040503050406030204" pitchFamily="18" charset="0"/>
                                        <a:ea typeface="Times New Roman" panose="02020603050405020304" pitchFamily="18" charset="0"/>
                                        <a:cs typeface="Calibri" panose="020F0502020204030204" pitchFamily="34" charset="0"/>
                                      </a:rPr>
                                    </m:ctrlPr>
                                  </m:sSupPr>
                                  <m:e>
                                    <m:r>
                                      <a:rPr lang="en-IN" sz="1400" i="1">
                                        <a:solidFill>
                                          <a:srgbClr val="080808"/>
                                        </a:solidFill>
                                        <a:effectLst/>
                                        <a:latin typeface="Cambria Math" panose="02040503050406030204" pitchFamily="18" charset="0"/>
                                        <a:ea typeface="Times New Roman" panose="02020603050405020304" pitchFamily="18" charset="0"/>
                                        <a:cs typeface="Calibri" panose="020F0502020204030204" pitchFamily="34" charset="0"/>
                                      </a:rPr>
                                      <m:t>𝑑𝑚</m:t>
                                    </m:r>
                                  </m:e>
                                  <m:sup>
                                    <m:r>
                                      <a:rPr lang="en-IN" sz="1400" i="1">
                                        <a:solidFill>
                                          <a:srgbClr val="080808"/>
                                        </a:solidFill>
                                        <a:effectLst/>
                                        <a:latin typeface="Cambria Math" panose="02040503050406030204" pitchFamily="18" charset="0"/>
                                        <a:ea typeface="Times New Roman" panose="02020603050405020304" pitchFamily="18" charset="0"/>
                                        <a:cs typeface="Calibri" panose="020F0502020204030204" pitchFamily="34" charset="0"/>
                                      </a:rPr>
                                      <m:t>3</m:t>
                                    </m:r>
                                  </m:sup>
                                </m:sSup>
                              </m:oMath>
                            </m:oMathPara>
                          </a14:m>
                          <a:endParaRPr lang="en-IN" sz="1400" dirty="0">
                            <a:solidFill>
                              <a:srgbClr val="080808"/>
                            </a:solidFill>
                            <a:effectLst/>
                            <a:latin typeface="+mn-lt"/>
                            <a:ea typeface="Calibri" panose="020F0502020204030204" pitchFamily="34" charset="0"/>
                            <a:cs typeface="Times New Roman" panose="02020603050405020304" pitchFamily="18" charset="0"/>
                          </a:endParaRPr>
                        </a:p>
                      </a:txBody>
                      <a:tcPr marL="55820" marR="5582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38355057"/>
                      </a:ext>
                    </a:extLst>
                  </a:tr>
                </a:tbl>
              </a:graphicData>
            </a:graphic>
          </p:graphicFrame>
        </mc:Choice>
        <mc:Fallback xmlns="">
          <p:graphicFrame>
            <p:nvGraphicFramePr>
              <p:cNvPr id="5" name="Table 4"/>
              <p:cNvGraphicFramePr>
                <a:graphicFrameLocks noGrp="1"/>
              </p:cNvGraphicFramePr>
              <p:nvPr>
                <p:extLst>
                  <p:ext uri="{D42A27DB-BD31-4B8C-83A1-F6EECF244321}">
                    <p14:modId xmlns:p14="http://schemas.microsoft.com/office/powerpoint/2010/main" val="2522286463"/>
                  </p:ext>
                </p:extLst>
              </p:nvPr>
            </p:nvGraphicFramePr>
            <p:xfrm>
              <a:off x="837282" y="2484103"/>
              <a:ext cx="7370283" cy="1397042"/>
            </p:xfrm>
            <a:graphic>
              <a:graphicData uri="http://schemas.openxmlformats.org/drawingml/2006/table">
                <a:tbl>
                  <a:tblPr firstRow="1" firstCol="1" bandRow="1"/>
                  <a:tblGrid>
                    <a:gridCol w="1983036">
                      <a:extLst>
                        <a:ext uri="{9D8B030D-6E8A-4147-A177-3AD203B41FA5}">
                          <a16:colId xmlns:a16="http://schemas.microsoft.com/office/drawing/2014/main" val="3078804911"/>
                        </a:ext>
                      </a:extLst>
                    </a:gridCol>
                    <a:gridCol w="1856689">
                      <a:extLst>
                        <a:ext uri="{9D8B030D-6E8A-4147-A177-3AD203B41FA5}">
                          <a16:colId xmlns:a16="http://schemas.microsoft.com/office/drawing/2014/main" val="2595710674"/>
                        </a:ext>
                      </a:extLst>
                    </a:gridCol>
                    <a:gridCol w="1743956">
                      <a:extLst>
                        <a:ext uri="{9D8B030D-6E8A-4147-A177-3AD203B41FA5}">
                          <a16:colId xmlns:a16="http://schemas.microsoft.com/office/drawing/2014/main" val="2977860906"/>
                        </a:ext>
                      </a:extLst>
                    </a:gridCol>
                    <a:gridCol w="1786602">
                      <a:extLst>
                        <a:ext uri="{9D8B030D-6E8A-4147-A177-3AD203B41FA5}">
                          <a16:colId xmlns:a16="http://schemas.microsoft.com/office/drawing/2014/main" val="2824854233"/>
                        </a:ext>
                      </a:extLst>
                    </a:gridCol>
                  </a:tblGrid>
                  <a:tr h="226187">
                    <a:tc>
                      <a:txBody>
                        <a:bodyPr/>
                        <a:lstStyle>
                          <a:lvl1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9pPr>
                        </a:lstStyle>
                        <a:p>
                          <a:pPr marL="0" indent="0">
                            <a:lnSpc>
                              <a:spcPct val="106000"/>
                            </a:lnSpc>
                            <a:spcAft>
                              <a:spcPts val="0"/>
                            </a:spcAft>
                          </a:pPr>
                          <a:r>
                            <a:rPr lang="en-IN" sz="1400" dirty="0">
                              <a:solidFill>
                                <a:schemeClr val="bg1"/>
                              </a:solidFill>
                              <a:effectLst/>
                              <a:latin typeface="+mn-lt"/>
                              <a:ea typeface="Times New Roman" panose="02020603050405020304" pitchFamily="18" charset="0"/>
                              <a:cs typeface="Calibri" panose="020F0502020204030204" pitchFamily="34" charset="0"/>
                            </a:rPr>
                            <a:t> </a:t>
                          </a:r>
                          <a:endParaRPr lang="en-IN" sz="1400" dirty="0">
                            <a:solidFill>
                              <a:schemeClr val="bg1"/>
                            </a:solidFill>
                            <a:effectLst/>
                            <a:latin typeface="+mn-lt"/>
                            <a:ea typeface="Calibri" panose="020F0502020204030204" pitchFamily="34" charset="0"/>
                            <a:cs typeface="Times New Roman" panose="02020603050405020304" pitchFamily="18" charset="0"/>
                          </a:endParaRPr>
                        </a:p>
                      </a:txBody>
                      <a:tcPr marL="55820" marR="5582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9pPr>
                        </a:lstStyle>
                        <a:p>
                          <a:pPr marL="0" indent="0">
                            <a:lnSpc>
                              <a:spcPct val="106000"/>
                            </a:lnSpc>
                            <a:spcAft>
                              <a:spcPts val="0"/>
                            </a:spcAft>
                          </a:pPr>
                          <a:r>
                            <a:rPr lang="en-IN" sz="1400" dirty="0">
                              <a:solidFill>
                                <a:schemeClr val="bg1"/>
                              </a:solidFill>
                              <a:effectLst/>
                              <a:latin typeface="+mn-lt"/>
                              <a:ea typeface="Times New Roman" panose="02020603050405020304" pitchFamily="18" charset="0"/>
                              <a:cs typeface="Calibri" panose="020F0502020204030204" pitchFamily="34" charset="0"/>
                            </a:rPr>
                            <a:t>N</a:t>
                          </a:r>
                          <a:r>
                            <a:rPr lang="en-IN" sz="1400" baseline="-25000" dirty="0">
                              <a:solidFill>
                                <a:schemeClr val="bg1"/>
                              </a:solidFill>
                              <a:effectLst/>
                              <a:latin typeface="+mn-lt"/>
                              <a:ea typeface="Times New Roman" panose="02020603050405020304" pitchFamily="18" charset="0"/>
                              <a:cs typeface="Calibri" panose="020F0502020204030204" pitchFamily="34" charset="0"/>
                            </a:rPr>
                            <a:t>2</a:t>
                          </a:r>
                          <a:endParaRPr lang="en-IN" sz="1400" dirty="0">
                            <a:solidFill>
                              <a:schemeClr val="bg1"/>
                            </a:solidFill>
                            <a:effectLst/>
                            <a:latin typeface="+mn-lt"/>
                            <a:ea typeface="Calibri" panose="020F0502020204030204" pitchFamily="34" charset="0"/>
                            <a:cs typeface="Times New Roman" panose="02020603050405020304" pitchFamily="18" charset="0"/>
                          </a:endParaRPr>
                        </a:p>
                      </a:txBody>
                      <a:tcPr marL="55820" marR="5582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9pPr>
                        </a:lstStyle>
                        <a:p>
                          <a:pPr marL="0" indent="0">
                            <a:lnSpc>
                              <a:spcPct val="106000"/>
                            </a:lnSpc>
                            <a:spcAft>
                              <a:spcPts val="0"/>
                            </a:spcAft>
                          </a:pPr>
                          <a:r>
                            <a:rPr lang="en-IN" sz="1400" dirty="0">
                              <a:solidFill>
                                <a:schemeClr val="bg1"/>
                              </a:solidFill>
                              <a:effectLst/>
                              <a:latin typeface="+mn-lt"/>
                              <a:ea typeface="Times New Roman" panose="02020603050405020304" pitchFamily="18" charset="0"/>
                              <a:cs typeface="Calibri" panose="020F0502020204030204" pitchFamily="34" charset="0"/>
                            </a:rPr>
                            <a:t>H</a:t>
                          </a:r>
                          <a:r>
                            <a:rPr lang="en-IN" sz="1400" baseline="-25000" dirty="0">
                              <a:solidFill>
                                <a:schemeClr val="bg1"/>
                              </a:solidFill>
                              <a:effectLst/>
                              <a:latin typeface="+mn-lt"/>
                              <a:ea typeface="Times New Roman" panose="02020603050405020304" pitchFamily="18" charset="0"/>
                              <a:cs typeface="Calibri" panose="020F0502020204030204" pitchFamily="34" charset="0"/>
                            </a:rPr>
                            <a:t>2</a:t>
                          </a:r>
                          <a:endParaRPr lang="en-IN" sz="1400" dirty="0">
                            <a:solidFill>
                              <a:schemeClr val="bg1"/>
                            </a:solidFill>
                            <a:effectLst/>
                            <a:latin typeface="+mn-lt"/>
                            <a:ea typeface="Calibri" panose="020F0502020204030204" pitchFamily="34" charset="0"/>
                            <a:cs typeface="Times New Roman" panose="02020603050405020304" pitchFamily="18" charset="0"/>
                          </a:endParaRPr>
                        </a:p>
                      </a:txBody>
                      <a:tcPr marL="55820" marR="5582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9pPr>
                        </a:lstStyle>
                        <a:p>
                          <a:pPr marL="0" indent="0">
                            <a:lnSpc>
                              <a:spcPct val="106000"/>
                            </a:lnSpc>
                            <a:spcAft>
                              <a:spcPts val="0"/>
                            </a:spcAft>
                          </a:pPr>
                          <a:r>
                            <a:rPr lang="en-IN" sz="1400" dirty="0">
                              <a:solidFill>
                                <a:schemeClr val="bg1"/>
                              </a:solidFill>
                              <a:effectLst/>
                              <a:latin typeface="+mn-lt"/>
                              <a:ea typeface="Times New Roman" panose="02020603050405020304" pitchFamily="18" charset="0"/>
                              <a:cs typeface="Calibri" panose="020F0502020204030204" pitchFamily="34" charset="0"/>
                            </a:rPr>
                            <a:t>NH</a:t>
                          </a:r>
                          <a:r>
                            <a:rPr lang="en-IN" sz="1400" baseline="-25000" dirty="0">
                              <a:solidFill>
                                <a:schemeClr val="bg1"/>
                              </a:solidFill>
                              <a:effectLst/>
                              <a:latin typeface="+mn-lt"/>
                              <a:ea typeface="Times New Roman" panose="02020603050405020304" pitchFamily="18" charset="0"/>
                              <a:cs typeface="Calibri" panose="020F0502020204030204" pitchFamily="34" charset="0"/>
                            </a:rPr>
                            <a:t>3</a:t>
                          </a:r>
                          <a:endParaRPr lang="en-IN" sz="1400" dirty="0">
                            <a:solidFill>
                              <a:schemeClr val="bg1"/>
                            </a:solidFill>
                            <a:effectLst/>
                            <a:latin typeface="+mn-lt"/>
                            <a:ea typeface="Calibri" panose="020F0502020204030204" pitchFamily="34" charset="0"/>
                            <a:cs typeface="Times New Roman" panose="02020603050405020304" pitchFamily="18" charset="0"/>
                          </a:endParaRPr>
                        </a:p>
                      </a:txBody>
                      <a:tcPr marL="55820" marR="5582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00B050"/>
                        </a:solidFill>
                      </a:tcPr>
                    </a:tc>
                    <a:extLst>
                      <a:ext uri="{0D108BD9-81ED-4DB2-BD59-A6C34878D82A}">
                        <a16:rowId xmlns:a16="http://schemas.microsoft.com/office/drawing/2014/main" val="3531741698"/>
                      </a:ext>
                    </a:extLst>
                  </a:tr>
                  <a:tr h="226187">
                    <a:tc>
                      <a:txBody>
                        <a:bodyPr/>
                        <a:lstStyle>
                          <a:lvl1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9pPr>
                        </a:lstStyle>
                        <a:p>
                          <a:pPr marL="0" marR="0" indent="0" algn="l" rtl="0">
                            <a:lnSpc>
                              <a:spcPct val="106000"/>
                            </a:lnSpc>
                            <a:spcBef>
                              <a:spcPts val="0"/>
                            </a:spcBef>
                            <a:spcAft>
                              <a:spcPts val="0"/>
                            </a:spcAft>
                            <a:buClr>
                              <a:srgbClr val="000000"/>
                            </a:buClr>
                            <a:buFont typeface="Arial"/>
                          </a:pPr>
                          <a:r>
                            <a:rPr lang="en-IN" sz="1400" b="0" i="0" u="none" strike="noStrike" cap="none" dirty="0">
                              <a:solidFill>
                                <a:srgbClr val="080808"/>
                              </a:solidFill>
                              <a:effectLst/>
                              <a:latin typeface="+mn-lt"/>
                              <a:ea typeface="Times New Roman" panose="02020603050405020304" pitchFamily="18" charset="0"/>
                              <a:cs typeface="Calibri" panose="020F0502020204030204" pitchFamily="34" charset="0"/>
                              <a:sym typeface="Arial"/>
                            </a:rPr>
                            <a:t>initial moles</a:t>
                          </a:r>
                        </a:p>
                      </a:txBody>
                      <a:tcPr marL="55820" marR="5582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9pPr>
                        </a:lstStyle>
                        <a:p>
                          <a:pPr marL="0" marR="0" indent="0" algn="l" rtl="0">
                            <a:lnSpc>
                              <a:spcPct val="106000"/>
                            </a:lnSpc>
                            <a:spcBef>
                              <a:spcPts val="0"/>
                            </a:spcBef>
                            <a:spcAft>
                              <a:spcPts val="0"/>
                            </a:spcAft>
                            <a:buClr>
                              <a:srgbClr val="000000"/>
                            </a:buClr>
                            <a:buFont typeface="Arial"/>
                          </a:pPr>
                          <a:r>
                            <a:rPr lang="en-IN" sz="1400" b="0" i="0" u="none" strike="noStrike" cap="none" dirty="0">
                              <a:solidFill>
                                <a:srgbClr val="080808"/>
                              </a:solidFill>
                              <a:effectLst/>
                              <a:latin typeface="+mn-lt"/>
                              <a:ea typeface="Times New Roman" panose="02020603050405020304" pitchFamily="18" charset="0"/>
                              <a:cs typeface="Calibri" panose="020F0502020204030204" pitchFamily="34" charset="0"/>
                              <a:sym typeface="Arial"/>
                            </a:rPr>
                            <a:t>2</a:t>
                          </a:r>
                        </a:p>
                      </a:txBody>
                      <a:tcPr marL="55820" marR="5582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9pPr>
                        </a:lstStyle>
                        <a:p>
                          <a:pPr marL="0" marR="0" indent="0" algn="l" rtl="0">
                            <a:lnSpc>
                              <a:spcPct val="106000"/>
                            </a:lnSpc>
                            <a:spcBef>
                              <a:spcPts val="0"/>
                            </a:spcBef>
                            <a:spcAft>
                              <a:spcPts val="0"/>
                            </a:spcAft>
                            <a:buClr>
                              <a:srgbClr val="000000"/>
                            </a:buClr>
                            <a:buFont typeface="Arial"/>
                          </a:pPr>
                          <a:r>
                            <a:rPr lang="en-IN" sz="1400" b="0" i="0" u="none" strike="noStrike" cap="none" dirty="0">
                              <a:solidFill>
                                <a:srgbClr val="080808"/>
                              </a:solidFill>
                              <a:effectLst/>
                              <a:latin typeface="+mn-lt"/>
                              <a:ea typeface="Times New Roman" panose="02020603050405020304" pitchFamily="18" charset="0"/>
                              <a:cs typeface="Calibri" panose="020F0502020204030204" pitchFamily="34" charset="0"/>
                              <a:sym typeface="Arial"/>
                            </a:rPr>
                            <a:t>4.5</a:t>
                          </a:r>
                        </a:p>
                      </a:txBody>
                      <a:tcPr marL="55820" marR="5582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9pPr>
                        </a:lstStyle>
                        <a:p>
                          <a:pPr marL="0" marR="0" indent="0" algn="l" rtl="0">
                            <a:lnSpc>
                              <a:spcPct val="106000"/>
                            </a:lnSpc>
                            <a:spcBef>
                              <a:spcPts val="0"/>
                            </a:spcBef>
                            <a:spcAft>
                              <a:spcPts val="0"/>
                            </a:spcAft>
                            <a:buClr>
                              <a:srgbClr val="000000"/>
                            </a:buClr>
                            <a:buFont typeface="Arial"/>
                          </a:pPr>
                          <a:r>
                            <a:rPr lang="en-IN" sz="1400" b="0" i="0" u="none" strike="noStrike" cap="none" dirty="0">
                              <a:solidFill>
                                <a:srgbClr val="080808"/>
                              </a:solidFill>
                              <a:effectLst/>
                              <a:latin typeface="+mn-lt"/>
                              <a:ea typeface="Times New Roman" panose="02020603050405020304" pitchFamily="18" charset="0"/>
                              <a:cs typeface="Calibri" panose="020F0502020204030204" pitchFamily="34" charset="0"/>
                              <a:sym typeface="Arial"/>
                            </a:rPr>
                            <a:t>0</a:t>
                          </a:r>
                        </a:p>
                      </a:txBody>
                      <a:tcPr marL="55820" marR="5582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93854686"/>
                      </a:ext>
                    </a:extLst>
                  </a:tr>
                  <a:tr h="226187">
                    <a:tc>
                      <a:txBody>
                        <a:bodyPr/>
                        <a:lstStyle>
                          <a:lvl1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9pPr>
                        </a:lstStyle>
                        <a:p>
                          <a:pPr marL="0" marR="0" indent="0" algn="l" rtl="0">
                            <a:lnSpc>
                              <a:spcPct val="106000"/>
                            </a:lnSpc>
                            <a:spcBef>
                              <a:spcPts val="0"/>
                            </a:spcBef>
                            <a:spcAft>
                              <a:spcPts val="0"/>
                            </a:spcAft>
                            <a:buClr>
                              <a:srgbClr val="000000"/>
                            </a:buClr>
                            <a:buFont typeface="Arial"/>
                          </a:pPr>
                          <a:r>
                            <a:rPr lang="en-IN" sz="1400" b="0" i="0" u="none" strike="noStrike" cap="none">
                              <a:solidFill>
                                <a:srgbClr val="080808"/>
                              </a:solidFill>
                              <a:effectLst/>
                              <a:latin typeface="+mn-lt"/>
                              <a:ea typeface="Times New Roman" panose="02020603050405020304" pitchFamily="18" charset="0"/>
                              <a:cs typeface="Calibri" panose="020F0502020204030204" pitchFamily="34" charset="0"/>
                              <a:sym typeface="Arial"/>
                            </a:rPr>
                            <a:t>equilibrium moles </a:t>
                          </a:r>
                        </a:p>
                      </a:txBody>
                      <a:tcPr marL="55820" marR="5582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9pPr>
                        </a:lstStyle>
                        <a:p>
                          <a:pPr marL="0" marR="0" indent="0" algn="l" rtl="0">
                            <a:lnSpc>
                              <a:spcPct val="106000"/>
                            </a:lnSpc>
                            <a:spcBef>
                              <a:spcPts val="0"/>
                            </a:spcBef>
                            <a:spcAft>
                              <a:spcPts val="0"/>
                            </a:spcAft>
                            <a:buClr>
                              <a:srgbClr val="000000"/>
                            </a:buClr>
                            <a:buFont typeface="Arial"/>
                          </a:pPr>
                          <a:r>
                            <a:rPr lang="en-IN" sz="1400" b="0" i="0" u="none" strike="noStrike" cap="none" dirty="0">
                              <a:solidFill>
                                <a:srgbClr val="080808"/>
                              </a:solidFill>
                              <a:effectLst/>
                              <a:latin typeface="+mn-lt"/>
                              <a:ea typeface="Times New Roman" panose="02020603050405020304" pitchFamily="18" charset="0"/>
                              <a:cs typeface="Calibri" panose="020F0502020204030204" pitchFamily="34" charset="0"/>
                              <a:sym typeface="Arial"/>
                            </a:rPr>
                            <a:t>1.4 </a:t>
                          </a:r>
                        </a:p>
                      </a:txBody>
                      <a:tcPr marL="55820" marR="5582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9pPr>
                        </a:lstStyle>
                        <a:p>
                          <a:pPr marL="0" marR="0" indent="0" algn="l" rtl="0">
                            <a:lnSpc>
                              <a:spcPct val="106000"/>
                            </a:lnSpc>
                            <a:spcBef>
                              <a:spcPts val="0"/>
                            </a:spcBef>
                            <a:spcAft>
                              <a:spcPts val="0"/>
                            </a:spcAft>
                            <a:buClr>
                              <a:srgbClr val="000000"/>
                            </a:buClr>
                            <a:buFont typeface="Arial"/>
                          </a:pPr>
                          <a:r>
                            <a:rPr lang="en-IN" sz="1400" b="0" i="0" u="none" strike="noStrike" cap="none" dirty="0">
                              <a:solidFill>
                                <a:srgbClr val="080808"/>
                              </a:solidFill>
                              <a:effectLst/>
                              <a:latin typeface="+mn-lt"/>
                              <a:ea typeface="Times New Roman" panose="02020603050405020304" pitchFamily="18" charset="0"/>
                              <a:cs typeface="Calibri" panose="020F0502020204030204" pitchFamily="34" charset="0"/>
                              <a:sym typeface="Arial"/>
                            </a:rPr>
                            <a:t>2.7</a:t>
                          </a:r>
                        </a:p>
                      </a:txBody>
                      <a:tcPr marL="55820" marR="5582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9pPr>
                        </a:lstStyle>
                        <a:p>
                          <a:pPr marL="0" marR="0" indent="0" algn="l" rtl="0">
                            <a:lnSpc>
                              <a:spcPct val="106000"/>
                            </a:lnSpc>
                            <a:spcBef>
                              <a:spcPts val="0"/>
                            </a:spcBef>
                            <a:spcAft>
                              <a:spcPts val="0"/>
                            </a:spcAft>
                            <a:buClr>
                              <a:srgbClr val="000000"/>
                            </a:buClr>
                            <a:buFont typeface="Arial"/>
                          </a:pPr>
                          <a:r>
                            <a:rPr lang="en-IN" sz="1400" b="0" i="0" u="none" strike="noStrike" cap="none" dirty="0">
                              <a:solidFill>
                                <a:srgbClr val="080808"/>
                              </a:solidFill>
                              <a:effectLst/>
                              <a:latin typeface="+mn-lt"/>
                              <a:ea typeface="Times New Roman" panose="02020603050405020304" pitchFamily="18" charset="0"/>
                              <a:cs typeface="Calibri" panose="020F0502020204030204" pitchFamily="34" charset="0"/>
                              <a:sym typeface="Arial"/>
                            </a:rPr>
                            <a:t>1.2</a:t>
                          </a:r>
                        </a:p>
                      </a:txBody>
                      <a:tcPr marL="55820" marR="5582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219611350"/>
                      </a:ext>
                    </a:extLst>
                  </a:tr>
                  <a:tr h="718481">
                    <a:tc>
                      <a:txBody>
                        <a:bodyPr/>
                        <a:lstStyle/>
                        <a:p>
                          <a:endParaRPr lang="en-US"/>
                        </a:p>
                      </a:txBody>
                      <a:tcPr marL="55820" marR="5582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blipFill>
                          <a:blip r:embed="rId4"/>
                          <a:stretch>
                            <a:fillRect l="-307" t="-102542" r="-271779" b="-1695"/>
                          </a:stretch>
                        </a:blipFill>
                      </a:tcPr>
                    </a:tc>
                    <a:tc>
                      <a:txBody>
                        <a:bodyPr/>
                        <a:lstStyle/>
                        <a:p>
                          <a:endParaRPr lang="en-US"/>
                        </a:p>
                      </a:txBody>
                      <a:tcPr marL="55820" marR="5582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blipFill>
                          <a:blip r:embed="rId4"/>
                          <a:stretch>
                            <a:fillRect l="-107566" t="-102542" r="-191447" b="-1695"/>
                          </a:stretch>
                        </a:blipFill>
                      </a:tcPr>
                    </a:tc>
                    <a:tc>
                      <a:txBody>
                        <a:bodyPr/>
                        <a:lstStyle/>
                        <a:p>
                          <a:endParaRPr lang="en-US"/>
                        </a:p>
                      </a:txBody>
                      <a:tcPr marL="55820" marR="5582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blipFill>
                          <a:blip r:embed="rId4"/>
                          <a:stretch>
                            <a:fillRect l="-219861" t="-102542" r="-102787" b="-1695"/>
                          </a:stretch>
                        </a:blipFill>
                      </a:tcPr>
                    </a:tc>
                    <a:tc>
                      <a:txBody>
                        <a:bodyPr/>
                        <a:lstStyle/>
                        <a:p>
                          <a:endParaRPr lang="en-US"/>
                        </a:p>
                      </a:txBody>
                      <a:tcPr marL="55820" marR="5582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blipFill>
                          <a:blip r:embed="rId4"/>
                          <a:stretch>
                            <a:fillRect l="-313311" t="-102542" r="-683" b="-1695"/>
                          </a:stretch>
                        </a:blipFill>
                      </a:tcPr>
                    </a:tc>
                    <a:extLst>
                      <a:ext uri="{0D108BD9-81ED-4DB2-BD59-A6C34878D82A}">
                        <a16:rowId xmlns:a16="http://schemas.microsoft.com/office/drawing/2014/main" val="1638355057"/>
                      </a:ext>
                    </a:extLst>
                  </a:tr>
                </a:tbl>
              </a:graphicData>
            </a:graphic>
          </p:graphicFrame>
        </mc:Fallback>
      </mc:AlternateContent>
    </p:spTree>
    <p:extLst>
      <p:ext uri="{BB962C8B-B14F-4D97-AF65-F5344CB8AC3E}">
        <p14:creationId xmlns:p14="http://schemas.microsoft.com/office/powerpoint/2010/main" val="374305817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116"/>
        <p:cNvGrpSpPr/>
        <p:nvPr/>
      </p:nvGrpSpPr>
      <p:grpSpPr>
        <a:xfrm>
          <a:off x="0" y="0"/>
          <a:ext cx="0" cy="0"/>
          <a:chOff x="0" y="0"/>
          <a:chExt cx="0" cy="0"/>
        </a:xfrm>
      </p:grpSpPr>
      <p:sp>
        <p:nvSpPr>
          <p:cNvPr id="117" name="Google Shape;117;p26"/>
          <p:cNvSpPr txBox="1">
            <a:spLocks noGrp="1"/>
          </p:cNvSpPr>
          <p:nvPr>
            <p:ph type="title"/>
          </p:nvPr>
        </p:nvSpPr>
        <p:spPr>
          <a:xfrm>
            <a:off x="933025" y="592925"/>
            <a:ext cx="6305100" cy="767700"/>
          </a:xfrm>
          <a:prstGeom prst="rect">
            <a:avLst/>
          </a:prstGeom>
        </p:spPr>
        <p:txBody>
          <a:bodyPr spcFirstLastPara="1" wrap="square" lIns="91425" tIns="91425" rIns="91425" bIns="91425" anchor="b" anchorCtr="0">
            <a:noAutofit/>
          </a:bodyPr>
          <a:lstStyle/>
          <a:p>
            <a:pPr lvl="0"/>
            <a:r>
              <a:rPr lang="en-IN" sz="2800" dirty="0">
                <a:solidFill>
                  <a:schemeClr val="bg1"/>
                </a:solidFill>
                <a:latin typeface="Calibri" panose="020F0502020204030204" pitchFamily="34" charset="0"/>
                <a:cs typeface="Calibri" panose="020F0502020204030204" pitchFamily="34" charset="0"/>
              </a:rPr>
              <a:t>Effect of changing conditions on equilibrium constant</a:t>
            </a:r>
            <a:endParaRPr lang="en-IN" sz="2800" dirty="0">
              <a:latin typeface="Calibri" panose="020F0502020204030204" pitchFamily="34" charset="0"/>
              <a:cs typeface="Calibri" panose="020F0502020204030204" pitchFamily="34" charset="0"/>
            </a:endParaRPr>
          </a:p>
        </p:txBody>
      </p:sp>
      <p:sp>
        <p:nvSpPr>
          <p:cNvPr id="118" name="Google Shape;118;p26"/>
          <p:cNvSpPr txBox="1"/>
          <p:nvPr/>
        </p:nvSpPr>
        <p:spPr>
          <a:xfrm>
            <a:off x="702600" y="2028225"/>
            <a:ext cx="7330800" cy="2492100"/>
          </a:xfrm>
          <a:prstGeom prst="rect">
            <a:avLst/>
          </a:prstGeom>
          <a:noFill/>
          <a:ln>
            <a:noFill/>
          </a:ln>
        </p:spPr>
        <p:txBody>
          <a:bodyPr spcFirstLastPara="1" wrap="square" lIns="91425" tIns="91425" rIns="91425" bIns="91425" anchor="t" anchorCtr="0">
            <a:noAutofit/>
          </a:bodyPr>
          <a:lstStyle/>
          <a:p>
            <a:pPr marL="400050" lvl="0" indent="-285750">
              <a:lnSpc>
                <a:spcPct val="114000"/>
              </a:lnSpc>
              <a:spcBef>
                <a:spcPts val="600"/>
              </a:spcBef>
              <a:buSzPts val="1800"/>
              <a:buFont typeface="Arial" panose="020B0604020202020204" pitchFamily="34" charset="0"/>
              <a:buChar char="•"/>
            </a:pPr>
            <a:r>
              <a:rPr lang="en-US" sz="1600" dirty="0">
                <a:latin typeface="Calibri" panose="020F0502020204030204" pitchFamily="34" charset="0"/>
                <a:cs typeface="Calibri" panose="020F0502020204030204" pitchFamily="34" charset="0"/>
              </a:rPr>
              <a:t>Change in temperature: </a:t>
            </a:r>
          </a:p>
          <a:p>
            <a:pPr marL="714375" lvl="1" indent="-285750">
              <a:lnSpc>
                <a:spcPct val="114000"/>
              </a:lnSpc>
              <a:spcBef>
                <a:spcPts val="600"/>
              </a:spcBef>
              <a:buSzPts val="1800"/>
              <a:buFont typeface="Arial" panose="020B0604020202020204" pitchFamily="34" charset="0"/>
              <a:buChar char="•"/>
            </a:pPr>
            <a:r>
              <a:rPr lang="en-US" sz="1600" dirty="0">
                <a:latin typeface="Calibri" panose="020F0502020204030204" pitchFamily="34" charset="0"/>
                <a:cs typeface="Calibri" panose="020F0502020204030204" pitchFamily="34" charset="0"/>
              </a:rPr>
              <a:t>For an exothermic reaction, increase in temperature shifts the equilibrium to the left and hence, the equilibrium constant decreases. </a:t>
            </a:r>
          </a:p>
          <a:p>
            <a:pPr marL="714375" lvl="1" indent="-285750">
              <a:lnSpc>
                <a:spcPct val="114000"/>
              </a:lnSpc>
              <a:spcBef>
                <a:spcPts val="600"/>
              </a:spcBef>
              <a:buSzPts val="1800"/>
              <a:buFont typeface="Arial" panose="020B0604020202020204" pitchFamily="34" charset="0"/>
              <a:buChar char="•"/>
            </a:pPr>
            <a:r>
              <a:rPr lang="en-US" sz="1600" dirty="0">
                <a:latin typeface="Calibri" panose="020F0502020204030204" pitchFamily="34" charset="0"/>
                <a:cs typeface="Calibri" panose="020F0502020204030204" pitchFamily="34" charset="0"/>
              </a:rPr>
              <a:t>For an endothermic reaction, increase in temperature shifts the equilibrium to right and hence, increases the equilibrium constant.</a:t>
            </a:r>
          </a:p>
          <a:p>
            <a:pPr lvl="0" algn="l" rtl="0">
              <a:lnSpc>
                <a:spcPct val="114000"/>
              </a:lnSpc>
              <a:spcBef>
                <a:spcPts val="600"/>
              </a:spcBef>
              <a:spcAft>
                <a:spcPts val="0"/>
              </a:spcAft>
            </a:pPr>
            <a:endParaRPr sz="1600" dirty="0"/>
          </a:p>
        </p:txBody>
      </p:sp>
    </p:spTree>
    <p:extLst>
      <p:ext uri="{BB962C8B-B14F-4D97-AF65-F5344CB8AC3E}">
        <p14:creationId xmlns:p14="http://schemas.microsoft.com/office/powerpoint/2010/main" val="221890883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116"/>
        <p:cNvGrpSpPr/>
        <p:nvPr/>
      </p:nvGrpSpPr>
      <p:grpSpPr>
        <a:xfrm>
          <a:off x="0" y="0"/>
          <a:ext cx="0" cy="0"/>
          <a:chOff x="0" y="0"/>
          <a:chExt cx="0" cy="0"/>
        </a:xfrm>
      </p:grpSpPr>
      <p:sp>
        <p:nvSpPr>
          <p:cNvPr id="117" name="Google Shape;117;p26"/>
          <p:cNvSpPr txBox="1">
            <a:spLocks noGrp="1"/>
          </p:cNvSpPr>
          <p:nvPr>
            <p:ph type="title"/>
          </p:nvPr>
        </p:nvSpPr>
        <p:spPr>
          <a:xfrm>
            <a:off x="933025" y="592925"/>
            <a:ext cx="6305100" cy="767700"/>
          </a:xfrm>
          <a:prstGeom prst="rect">
            <a:avLst/>
          </a:prstGeom>
        </p:spPr>
        <p:txBody>
          <a:bodyPr spcFirstLastPara="1" wrap="square" lIns="91425" tIns="91425" rIns="91425" bIns="91425" anchor="b" anchorCtr="0">
            <a:noAutofit/>
          </a:bodyPr>
          <a:lstStyle/>
          <a:p>
            <a:pPr lvl="0"/>
            <a:r>
              <a:rPr lang="en-IN" sz="2800" dirty="0">
                <a:solidFill>
                  <a:schemeClr val="bg1"/>
                </a:solidFill>
                <a:latin typeface="Calibri" panose="020F0502020204030204" pitchFamily="34" charset="0"/>
                <a:cs typeface="Calibri" panose="020F0502020204030204" pitchFamily="34" charset="0"/>
              </a:rPr>
              <a:t>Effect of changing conditions on equilibrium constant</a:t>
            </a:r>
            <a:endParaRPr lang="en-IN" sz="2800" dirty="0">
              <a:latin typeface="Calibri" panose="020F0502020204030204" pitchFamily="34" charset="0"/>
              <a:cs typeface="Calibri" panose="020F0502020204030204" pitchFamily="34" charset="0"/>
            </a:endParaRPr>
          </a:p>
        </p:txBody>
      </p:sp>
      <mc:AlternateContent xmlns:mc="http://schemas.openxmlformats.org/markup-compatibility/2006" xmlns:a14="http://schemas.microsoft.com/office/drawing/2010/main">
        <mc:Choice Requires="a14">
          <p:sp>
            <p:nvSpPr>
              <p:cNvPr id="118" name="Google Shape;118;p26"/>
              <p:cNvSpPr txBox="1"/>
              <p:nvPr/>
            </p:nvSpPr>
            <p:spPr>
              <a:xfrm>
                <a:off x="632261" y="1828933"/>
                <a:ext cx="8077985" cy="2492100"/>
              </a:xfrm>
              <a:prstGeom prst="rect">
                <a:avLst/>
              </a:prstGeom>
              <a:noFill/>
              <a:ln>
                <a:noFill/>
              </a:ln>
            </p:spPr>
            <p:txBody>
              <a:bodyPr spcFirstLastPara="1" wrap="square" lIns="91425" tIns="91425" rIns="91425" bIns="91425" anchor="t" anchorCtr="0">
                <a:noAutofit/>
              </a:bodyPr>
              <a:lstStyle/>
              <a:p>
                <a:pPr marL="400050" lvl="0" indent="-285750">
                  <a:lnSpc>
                    <a:spcPct val="114000"/>
                  </a:lnSpc>
                  <a:spcBef>
                    <a:spcPts val="600"/>
                  </a:spcBef>
                  <a:buSzPts val="1800"/>
                  <a:buFont typeface="Arial" panose="020B0604020202020204" pitchFamily="34" charset="0"/>
                  <a:buChar char="•"/>
                </a:pPr>
                <a:r>
                  <a:rPr lang="en-US" sz="1600" dirty="0">
                    <a:solidFill>
                      <a:srgbClr val="000000"/>
                    </a:solidFill>
                    <a:latin typeface="Calibri" panose="020F0502020204030204" pitchFamily="34" charset="0"/>
                    <a:cs typeface="Calibri" panose="020F0502020204030204" pitchFamily="34" charset="0"/>
                  </a:rPr>
                  <a:t>Change in concentration when temperature is constant: </a:t>
                </a:r>
              </a:p>
              <a:p>
                <a:pPr marL="714375" lvl="1" indent="-285750">
                  <a:lnSpc>
                    <a:spcPct val="114000"/>
                  </a:lnSpc>
                  <a:spcBef>
                    <a:spcPts val="600"/>
                  </a:spcBef>
                  <a:buSzPts val="1800"/>
                  <a:buFont typeface="Arial" panose="020B0604020202020204" pitchFamily="34" charset="0"/>
                  <a:buChar char="•"/>
                </a:pPr>
                <a:r>
                  <a:rPr lang="en-US" sz="1600" dirty="0">
                    <a:solidFill>
                      <a:srgbClr val="000000"/>
                    </a:solidFill>
                    <a:latin typeface="Calibri" panose="020F0502020204030204" pitchFamily="34" charset="0"/>
                    <a:cs typeface="Calibri" panose="020F0502020204030204" pitchFamily="34" charset="0"/>
                  </a:rPr>
                  <a:t>When temperature remains constant, change in the concentration of reactants and products do not change the equilibrium constant. Consider the reaction between propanone and hydrogen cyanide to produce 2-hydroxy-2-methylpropanenitrile,</a:t>
                </a:r>
              </a:p>
              <a:p>
                <a:pPr marL="428625" lvl="1">
                  <a:lnSpc>
                    <a:spcPct val="114000"/>
                  </a:lnSpc>
                  <a:spcBef>
                    <a:spcPts val="600"/>
                  </a:spcBef>
                  <a:buSzPts val="1800"/>
                </a:pPr>
                <a:r>
                  <a:rPr lang="en-US" sz="1600" dirty="0">
                    <a:solidFill>
                      <a:srgbClr val="000000"/>
                    </a:solidFill>
                    <a:latin typeface="Calibri" panose="020F0502020204030204" pitchFamily="34" charset="0"/>
                    <a:cs typeface="Calibri" panose="020F0502020204030204" pitchFamily="34" charset="0"/>
                  </a:rPr>
                  <a:t>CH</a:t>
                </a:r>
                <a:r>
                  <a:rPr lang="en-US" sz="1600" baseline="-25000" dirty="0">
                    <a:solidFill>
                      <a:srgbClr val="000000"/>
                    </a:solidFill>
                    <a:latin typeface="Calibri" panose="020F0502020204030204" pitchFamily="34" charset="0"/>
                    <a:cs typeface="Calibri" panose="020F0502020204030204" pitchFamily="34" charset="0"/>
                  </a:rPr>
                  <a:t>3</a:t>
                </a:r>
                <a:r>
                  <a:rPr lang="en-US" sz="1600" dirty="0">
                    <a:solidFill>
                      <a:srgbClr val="000000"/>
                    </a:solidFill>
                    <a:latin typeface="Calibri" panose="020F0502020204030204" pitchFamily="34" charset="0"/>
                    <a:cs typeface="Calibri" panose="020F0502020204030204" pitchFamily="34" charset="0"/>
                  </a:rPr>
                  <a:t>COCH</a:t>
                </a:r>
                <a:r>
                  <a:rPr lang="en-US" sz="1600" baseline="-25000" dirty="0">
                    <a:solidFill>
                      <a:srgbClr val="000000"/>
                    </a:solidFill>
                    <a:latin typeface="Calibri" panose="020F0502020204030204" pitchFamily="34" charset="0"/>
                    <a:cs typeface="Calibri" panose="020F0502020204030204" pitchFamily="34" charset="0"/>
                  </a:rPr>
                  <a:t>3</a:t>
                </a:r>
                <a:r>
                  <a:rPr lang="en-US" sz="1600" dirty="0">
                    <a:solidFill>
                      <a:srgbClr val="000000"/>
                    </a:solidFill>
                    <a:latin typeface="Calibri" panose="020F0502020204030204" pitchFamily="34" charset="0"/>
                    <a:cs typeface="Calibri" panose="020F0502020204030204" pitchFamily="34" charset="0"/>
                  </a:rPr>
                  <a:t> + HCN ⇋ CH</a:t>
                </a:r>
                <a:r>
                  <a:rPr lang="en-US" sz="1600" baseline="-25000" dirty="0">
                    <a:solidFill>
                      <a:srgbClr val="000000"/>
                    </a:solidFill>
                    <a:latin typeface="Calibri" panose="020F0502020204030204" pitchFamily="34" charset="0"/>
                    <a:cs typeface="Calibri" panose="020F0502020204030204" pitchFamily="34" charset="0"/>
                  </a:rPr>
                  <a:t>3</a:t>
                </a:r>
                <a:r>
                  <a:rPr lang="en-US" sz="1600" dirty="0">
                    <a:solidFill>
                      <a:srgbClr val="000000"/>
                    </a:solidFill>
                    <a:latin typeface="Calibri" panose="020F0502020204030204" pitchFamily="34" charset="0"/>
                    <a:cs typeface="Calibri" panose="020F0502020204030204" pitchFamily="34" charset="0"/>
                  </a:rPr>
                  <a:t>C(OH)(CN)(CH</a:t>
                </a:r>
                <a:r>
                  <a:rPr lang="en-US" sz="1600" baseline="-25000" dirty="0">
                    <a:solidFill>
                      <a:srgbClr val="000000"/>
                    </a:solidFill>
                    <a:latin typeface="Calibri" panose="020F0502020204030204" pitchFamily="34" charset="0"/>
                    <a:cs typeface="Calibri" panose="020F0502020204030204" pitchFamily="34" charset="0"/>
                  </a:rPr>
                  <a:t>3</a:t>
                </a:r>
                <a:r>
                  <a:rPr lang="en-US" sz="1600" dirty="0">
                    <a:solidFill>
                      <a:srgbClr val="000000"/>
                    </a:solidFill>
                    <a:latin typeface="Calibri" panose="020F0502020204030204" pitchFamily="34" charset="0"/>
                    <a:cs typeface="Calibri" panose="020F0502020204030204" pitchFamily="34" charset="0"/>
                  </a:rPr>
                  <a:t>)</a:t>
                </a:r>
              </a:p>
              <a:p>
                <a:pPr marL="714375" lvl="1" indent="-285750">
                  <a:lnSpc>
                    <a:spcPct val="114000"/>
                  </a:lnSpc>
                  <a:spcBef>
                    <a:spcPts val="600"/>
                  </a:spcBef>
                  <a:buSzPts val="1800"/>
                  <a:buFont typeface="Arial" panose="020B0604020202020204" pitchFamily="34" charset="0"/>
                  <a:buChar char="•"/>
                </a:pPr>
                <a:r>
                  <a:rPr lang="en-US" sz="1600" dirty="0">
                    <a:solidFill>
                      <a:srgbClr val="000000"/>
                    </a:solidFill>
                    <a:latin typeface="Calibri" panose="020F0502020204030204" pitchFamily="34" charset="0"/>
                    <a:cs typeface="Calibri" panose="020F0502020204030204" pitchFamily="34" charset="0"/>
                  </a:rPr>
                  <a:t>According to Le </a:t>
                </a:r>
                <a:r>
                  <a:rPr lang="en-US" sz="1600" dirty="0" err="1">
                    <a:solidFill>
                      <a:srgbClr val="000000"/>
                    </a:solidFill>
                    <a:latin typeface="Calibri" panose="020F0502020204030204" pitchFamily="34" charset="0"/>
                    <a:cs typeface="Calibri" panose="020F0502020204030204" pitchFamily="34" charset="0"/>
                  </a:rPr>
                  <a:t>Chatelier’s</a:t>
                </a:r>
                <a:r>
                  <a:rPr lang="en-US" sz="1600" dirty="0">
                    <a:solidFill>
                      <a:srgbClr val="000000"/>
                    </a:solidFill>
                    <a:latin typeface="Calibri" panose="020F0502020204030204" pitchFamily="34" charset="0"/>
                    <a:cs typeface="Calibri" panose="020F0502020204030204" pitchFamily="34" charset="0"/>
                  </a:rPr>
                  <a:t> principle, when more propanone is added, the reaction shifts to the right producing more product thereby, increasing concentration of product. This leads to a new equilibrium with slightly  more product. From the expression of Kc, the concentration of both </a:t>
                </a:r>
                <a14:m>
                  <m:oMath xmlns:m="http://schemas.openxmlformats.org/officeDocument/2006/math">
                    <m:r>
                      <a:rPr lang="en-US" sz="1600" i="1" smtClean="0">
                        <a:solidFill>
                          <a:srgbClr val="000000"/>
                        </a:solidFill>
                        <a:latin typeface="Cambria Math" panose="02040503050406030204" pitchFamily="18" charset="0"/>
                      </a:rPr>
                      <m:t>𝐶</m:t>
                    </m:r>
                    <m:sSub>
                      <m:sSubPr>
                        <m:ctrlPr>
                          <a:rPr lang="ar-AE" sz="1600" i="1">
                            <a:solidFill>
                              <a:srgbClr val="000000"/>
                            </a:solidFill>
                            <a:latin typeface="Cambria Math" panose="02040503050406030204" pitchFamily="18" charset="0"/>
                          </a:rPr>
                        </m:ctrlPr>
                      </m:sSubPr>
                      <m:e>
                        <m:r>
                          <a:rPr lang="ar-AE" sz="1600" i="1">
                            <a:solidFill>
                              <a:srgbClr val="000000"/>
                            </a:solidFill>
                            <a:latin typeface="Cambria Math" panose="02040503050406030204" pitchFamily="18" charset="0"/>
                          </a:rPr>
                          <m:t>𝐻</m:t>
                        </m:r>
                      </m:e>
                      <m:sub>
                        <m:r>
                          <a:rPr lang="ar-AE" sz="1600" i="1">
                            <a:solidFill>
                              <a:srgbClr val="000000"/>
                            </a:solidFill>
                            <a:latin typeface="Cambria Math" panose="02040503050406030204" pitchFamily="18" charset="0"/>
                          </a:rPr>
                          <m:t>3</m:t>
                        </m:r>
                      </m:sub>
                    </m:sSub>
                    <m:r>
                      <a:rPr lang="ar-AE" sz="1600" i="1">
                        <a:solidFill>
                          <a:srgbClr val="000000"/>
                        </a:solidFill>
                        <a:latin typeface="Cambria Math" panose="02040503050406030204" pitchFamily="18" charset="0"/>
                      </a:rPr>
                      <m:t>𝐶𝑂𝐶</m:t>
                    </m:r>
                    <m:sSub>
                      <m:sSubPr>
                        <m:ctrlPr>
                          <a:rPr lang="ar-AE" sz="1600" i="1">
                            <a:solidFill>
                              <a:srgbClr val="000000"/>
                            </a:solidFill>
                            <a:latin typeface="Cambria Math" panose="02040503050406030204" pitchFamily="18" charset="0"/>
                          </a:rPr>
                        </m:ctrlPr>
                      </m:sSubPr>
                      <m:e>
                        <m:r>
                          <a:rPr lang="ar-AE" sz="1600" i="1">
                            <a:solidFill>
                              <a:srgbClr val="000000"/>
                            </a:solidFill>
                            <a:latin typeface="Cambria Math" panose="02040503050406030204" pitchFamily="18" charset="0"/>
                          </a:rPr>
                          <m:t>𝐻</m:t>
                        </m:r>
                      </m:e>
                      <m:sub>
                        <m:r>
                          <a:rPr lang="ar-AE" sz="1600" i="1">
                            <a:solidFill>
                              <a:srgbClr val="000000"/>
                            </a:solidFill>
                            <a:latin typeface="Cambria Math" panose="02040503050406030204" pitchFamily="18" charset="0"/>
                          </a:rPr>
                          <m:t>3</m:t>
                        </m:r>
                      </m:sub>
                    </m:sSub>
                  </m:oMath>
                </a14:m>
                <a:r>
                  <a:rPr lang="ar-AE" sz="1600" dirty="0">
                    <a:solidFill>
                      <a:srgbClr val="000000"/>
                    </a:solidFill>
                    <a:latin typeface="Calibri" panose="020F0502020204030204" pitchFamily="34" charset="0"/>
                    <a:cs typeface="Calibri" panose="020F0502020204030204" pitchFamily="34" charset="0"/>
                  </a:rPr>
                  <a:t> </a:t>
                </a:r>
                <a:r>
                  <a:rPr lang="en-US" sz="1600" dirty="0">
                    <a:solidFill>
                      <a:srgbClr val="000000"/>
                    </a:solidFill>
                    <a:latin typeface="Calibri" panose="020F0502020204030204" pitchFamily="34" charset="0"/>
                    <a:cs typeface="Calibri" panose="020F0502020204030204" pitchFamily="34" charset="0"/>
                  </a:rPr>
                  <a:t>and </a:t>
                </a:r>
                <a14:m>
                  <m:oMath xmlns:m="http://schemas.openxmlformats.org/officeDocument/2006/math">
                    <m:r>
                      <m:rPr>
                        <m:sty m:val="p"/>
                      </m:rPr>
                      <a:rPr lang="en-US" sz="1600">
                        <a:solidFill>
                          <a:srgbClr val="000000"/>
                        </a:solidFill>
                        <a:latin typeface="Cambria Math" panose="02040503050406030204" pitchFamily="18" charset="0"/>
                      </a:rPr>
                      <m:t>C</m:t>
                    </m:r>
                    <m:sSub>
                      <m:sSubPr>
                        <m:ctrlPr>
                          <a:rPr lang="ar-AE" sz="1600" i="1">
                            <a:solidFill>
                              <a:srgbClr val="000000"/>
                            </a:solidFill>
                            <a:latin typeface="Cambria Math" panose="02040503050406030204" pitchFamily="18" charset="0"/>
                          </a:rPr>
                        </m:ctrlPr>
                      </m:sSubPr>
                      <m:e>
                        <m:r>
                          <a:rPr lang="ar-AE" sz="1600" i="1">
                            <a:solidFill>
                              <a:srgbClr val="000000"/>
                            </a:solidFill>
                            <a:latin typeface="Cambria Math" panose="02040503050406030204" pitchFamily="18" charset="0"/>
                          </a:rPr>
                          <m:t>𝐻</m:t>
                        </m:r>
                      </m:e>
                      <m:sub>
                        <m:r>
                          <a:rPr lang="ar-AE" sz="1600" i="1">
                            <a:solidFill>
                              <a:srgbClr val="000000"/>
                            </a:solidFill>
                            <a:latin typeface="Cambria Math" panose="02040503050406030204" pitchFamily="18" charset="0"/>
                          </a:rPr>
                          <m:t>3</m:t>
                        </m:r>
                      </m:sub>
                    </m:sSub>
                    <m:r>
                      <m:rPr>
                        <m:sty m:val="p"/>
                      </m:rPr>
                      <a:rPr lang="en-US" sz="1600">
                        <a:solidFill>
                          <a:srgbClr val="000000"/>
                        </a:solidFill>
                        <a:latin typeface="Cambria Math" panose="02040503050406030204" pitchFamily="18" charset="0"/>
                      </a:rPr>
                      <m:t>C</m:t>
                    </m:r>
                    <m:d>
                      <m:dPr>
                        <m:ctrlPr>
                          <a:rPr lang="ar-AE" sz="1600" i="1">
                            <a:solidFill>
                              <a:srgbClr val="000000"/>
                            </a:solidFill>
                            <a:latin typeface="Cambria Math" panose="02040503050406030204" pitchFamily="18" charset="0"/>
                          </a:rPr>
                        </m:ctrlPr>
                      </m:dPr>
                      <m:e>
                        <m:r>
                          <m:rPr>
                            <m:sty m:val="p"/>
                          </m:rPr>
                          <a:rPr lang="en-US" sz="1600">
                            <a:solidFill>
                              <a:srgbClr val="000000"/>
                            </a:solidFill>
                            <a:latin typeface="Cambria Math" panose="02040503050406030204" pitchFamily="18" charset="0"/>
                          </a:rPr>
                          <m:t>OH</m:t>
                        </m:r>
                      </m:e>
                    </m:d>
                    <m:d>
                      <m:dPr>
                        <m:ctrlPr>
                          <a:rPr lang="ar-AE" sz="1600" i="1">
                            <a:solidFill>
                              <a:srgbClr val="000000"/>
                            </a:solidFill>
                            <a:latin typeface="Cambria Math" panose="02040503050406030204" pitchFamily="18" charset="0"/>
                          </a:rPr>
                        </m:ctrlPr>
                      </m:dPr>
                      <m:e>
                        <m:r>
                          <m:rPr>
                            <m:sty m:val="p"/>
                          </m:rPr>
                          <a:rPr lang="en-US" sz="1600">
                            <a:solidFill>
                              <a:srgbClr val="000000"/>
                            </a:solidFill>
                            <a:latin typeface="Cambria Math" panose="02040503050406030204" pitchFamily="18" charset="0"/>
                          </a:rPr>
                          <m:t>CN</m:t>
                        </m:r>
                      </m:e>
                    </m:d>
                    <m:d>
                      <m:dPr>
                        <m:ctrlPr>
                          <a:rPr lang="ar-AE" sz="1600" i="1">
                            <a:solidFill>
                              <a:srgbClr val="000000"/>
                            </a:solidFill>
                            <a:latin typeface="Cambria Math" panose="02040503050406030204" pitchFamily="18" charset="0"/>
                          </a:rPr>
                        </m:ctrlPr>
                      </m:dPr>
                      <m:e>
                        <m:r>
                          <m:rPr>
                            <m:sty m:val="p"/>
                          </m:rPr>
                          <a:rPr lang="en-US" sz="1600">
                            <a:solidFill>
                              <a:srgbClr val="000000"/>
                            </a:solidFill>
                            <a:latin typeface="Cambria Math" panose="02040503050406030204" pitchFamily="18" charset="0"/>
                          </a:rPr>
                          <m:t>C</m:t>
                        </m:r>
                        <m:sSub>
                          <m:sSubPr>
                            <m:ctrlPr>
                              <a:rPr lang="ar-AE" sz="1600" i="1">
                                <a:solidFill>
                                  <a:srgbClr val="000000"/>
                                </a:solidFill>
                                <a:latin typeface="Cambria Math" panose="02040503050406030204" pitchFamily="18" charset="0"/>
                              </a:rPr>
                            </m:ctrlPr>
                          </m:sSubPr>
                          <m:e>
                            <m:r>
                              <a:rPr lang="ar-AE" sz="1600" i="1">
                                <a:solidFill>
                                  <a:srgbClr val="000000"/>
                                </a:solidFill>
                                <a:latin typeface="Cambria Math" panose="02040503050406030204" pitchFamily="18" charset="0"/>
                              </a:rPr>
                              <m:t>𝐻</m:t>
                            </m:r>
                          </m:e>
                          <m:sub>
                            <m:r>
                              <a:rPr lang="ar-AE" sz="1600" i="1">
                                <a:solidFill>
                                  <a:srgbClr val="000000"/>
                                </a:solidFill>
                                <a:latin typeface="Cambria Math" panose="02040503050406030204" pitchFamily="18" charset="0"/>
                              </a:rPr>
                              <m:t>3</m:t>
                            </m:r>
                          </m:sub>
                        </m:sSub>
                      </m:e>
                    </m:d>
                  </m:oMath>
                </a14:m>
                <a:r>
                  <a:rPr lang="ar-AE" sz="1600" dirty="0">
                    <a:solidFill>
                      <a:srgbClr val="000000"/>
                    </a:solidFill>
                    <a:latin typeface="Calibri" panose="020F0502020204030204" pitchFamily="34" charset="0"/>
                    <a:cs typeface="Calibri" panose="020F0502020204030204" pitchFamily="34" charset="0"/>
                  </a:rPr>
                  <a:t> </a:t>
                </a:r>
                <a:r>
                  <a:rPr lang="en-US" sz="1600" dirty="0">
                    <a:solidFill>
                      <a:srgbClr val="000000"/>
                    </a:solidFill>
                    <a:latin typeface="Calibri" panose="020F0502020204030204" pitchFamily="34" charset="0"/>
                    <a:cs typeface="Calibri" panose="020F0502020204030204" pitchFamily="34" charset="0"/>
                  </a:rPr>
                  <a:t>has increased, restoring the value of Kc. </a:t>
                </a:r>
              </a:p>
              <a:p>
                <a:pPr marL="714375" lvl="1" indent="-285750">
                  <a:lnSpc>
                    <a:spcPct val="114000"/>
                  </a:lnSpc>
                  <a:spcBef>
                    <a:spcPts val="600"/>
                  </a:spcBef>
                  <a:buSzPts val="1800"/>
                  <a:buFont typeface="Arial" panose="020B0604020202020204" pitchFamily="34" charset="0"/>
                  <a:buChar char="•"/>
                </a:pPr>
                <a:endParaRPr lang="en-US" sz="1600" dirty="0">
                  <a:solidFill>
                    <a:srgbClr val="000000"/>
                  </a:solidFill>
                  <a:latin typeface="Calibri" panose="020F0502020204030204" pitchFamily="34" charset="0"/>
                  <a:cs typeface="Calibri" panose="020F0502020204030204" pitchFamily="34" charset="0"/>
                </a:endParaRPr>
              </a:p>
              <a:p>
                <a:pPr lvl="0" algn="l" rtl="0">
                  <a:lnSpc>
                    <a:spcPct val="114000"/>
                  </a:lnSpc>
                  <a:spcBef>
                    <a:spcPts val="600"/>
                  </a:spcBef>
                  <a:spcAft>
                    <a:spcPts val="0"/>
                  </a:spcAft>
                </a:pPr>
                <a:endParaRPr lang="en-US" sz="1600" dirty="0">
                  <a:solidFill>
                    <a:srgbClr val="000000"/>
                  </a:solidFill>
                  <a:latin typeface="Calibri" panose="020F0502020204030204" pitchFamily="34" charset="0"/>
                  <a:cs typeface="Calibri" panose="020F0502020204030204" pitchFamily="34" charset="0"/>
                </a:endParaRPr>
              </a:p>
            </p:txBody>
          </p:sp>
        </mc:Choice>
        <mc:Fallback xmlns="">
          <p:sp>
            <p:nvSpPr>
              <p:cNvPr id="118" name="Google Shape;118;p26"/>
              <p:cNvSpPr txBox="1">
                <a:spLocks noRot="1" noChangeAspect="1" noMove="1" noResize="1" noEditPoints="1" noAdjustHandles="1" noChangeArrowheads="1" noChangeShapeType="1" noTextEdit="1"/>
              </p:cNvSpPr>
              <p:nvPr/>
            </p:nvSpPr>
            <p:spPr>
              <a:xfrm>
                <a:off x="632261" y="1828933"/>
                <a:ext cx="8077985" cy="2492100"/>
              </a:xfrm>
              <a:prstGeom prst="rect">
                <a:avLst/>
              </a:prstGeom>
              <a:blipFill>
                <a:blip r:embed="rId3"/>
                <a:stretch>
                  <a:fillRect r="-679" b="-32029"/>
                </a:stretch>
              </a:blipFill>
              <a:ln>
                <a:noFill/>
              </a:ln>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27127552-7901-41C8-9089-90D3B6400074}"/>
                  </a:ext>
                </a:extLst>
              </p:cNvPr>
              <p:cNvSpPr txBox="1"/>
              <p:nvPr/>
            </p:nvSpPr>
            <p:spPr>
              <a:xfrm>
                <a:off x="4910544" y="3074983"/>
                <a:ext cx="3799702" cy="624017"/>
              </a:xfrm>
              <a:prstGeom prst="rect">
                <a:avLst/>
              </a:prstGeom>
              <a:noFill/>
            </p:spPr>
            <p:txBody>
              <a:bodyPr wrap="square">
                <a:spAutoFit/>
              </a:bodyPr>
              <a:lstStyle/>
              <a:p>
                <a:pPr>
                  <a:lnSpc>
                    <a:spcPct val="117000"/>
                  </a:lnSpc>
                  <a:spcBef>
                    <a:spcPts val="600"/>
                  </a:spcBef>
                </a:pPr>
                <a14:m>
                  <m:oMathPara xmlns:m="http://schemas.openxmlformats.org/officeDocument/2006/math">
                    <m:oMathParaPr>
                      <m:jc m:val="left"/>
                    </m:oMathParaPr>
                    <m:oMath xmlns:m="http://schemas.openxmlformats.org/officeDocument/2006/math">
                      <m:sSub>
                        <m:sSubPr>
                          <m:ctrlPr>
                            <a:rPr lang="ar-AE" sz="1400" i="1" smtClean="0">
                              <a:solidFill>
                                <a:srgbClr val="000000"/>
                              </a:solidFill>
                              <a:latin typeface="Cambria Math" panose="02040503050406030204" pitchFamily="18" charset="0"/>
                            </a:rPr>
                          </m:ctrlPr>
                        </m:sSubPr>
                        <m:e>
                          <m:r>
                            <a:rPr lang="ar-AE" sz="1400" i="1">
                              <a:solidFill>
                                <a:srgbClr val="000000"/>
                              </a:solidFill>
                              <a:latin typeface="Cambria Math" panose="02040503050406030204" pitchFamily="18" charset="0"/>
                            </a:rPr>
                            <m:t>𝐾</m:t>
                          </m:r>
                        </m:e>
                        <m:sub>
                          <m:r>
                            <a:rPr lang="ar-AE" sz="1400" i="1">
                              <a:solidFill>
                                <a:srgbClr val="000000"/>
                              </a:solidFill>
                              <a:latin typeface="Cambria Math" panose="02040503050406030204" pitchFamily="18" charset="0"/>
                            </a:rPr>
                            <m:t>𝑐</m:t>
                          </m:r>
                        </m:sub>
                      </m:sSub>
                      <m:r>
                        <a:rPr lang="ar-AE" sz="1400" i="1">
                          <a:solidFill>
                            <a:srgbClr val="000000"/>
                          </a:solidFill>
                          <a:latin typeface="Cambria Math" panose="02040503050406030204" pitchFamily="18" charset="0"/>
                        </a:rPr>
                        <m:t>=</m:t>
                      </m:r>
                      <m:f>
                        <m:fPr>
                          <m:ctrlPr>
                            <a:rPr lang="ar-AE" sz="1400" i="1">
                              <a:solidFill>
                                <a:srgbClr val="000000"/>
                              </a:solidFill>
                              <a:latin typeface="Cambria Math" panose="02040503050406030204" pitchFamily="18" charset="0"/>
                            </a:rPr>
                          </m:ctrlPr>
                        </m:fPr>
                        <m:num>
                          <m:r>
                            <a:rPr lang="ar-AE" sz="1400" i="1">
                              <a:solidFill>
                                <a:srgbClr val="000000"/>
                              </a:solidFill>
                              <a:latin typeface="Cambria Math" panose="02040503050406030204" pitchFamily="18" charset="0"/>
                            </a:rPr>
                            <m:t>[</m:t>
                          </m:r>
                          <m:r>
                            <m:rPr>
                              <m:sty m:val="p"/>
                            </m:rPr>
                            <a:rPr lang="en-IN" sz="1400">
                              <a:solidFill>
                                <a:srgbClr val="000000"/>
                              </a:solidFill>
                              <a:latin typeface="Cambria Math" panose="02040503050406030204" pitchFamily="18" charset="0"/>
                            </a:rPr>
                            <m:t>C</m:t>
                          </m:r>
                          <m:sSub>
                            <m:sSubPr>
                              <m:ctrlPr>
                                <a:rPr lang="ar-AE" sz="1400" i="1">
                                  <a:solidFill>
                                    <a:srgbClr val="000000"/>
                                  </a:solidFill>
                                  <a:latin typeface="Cambria Math" panose="02040503050406030204" pitchFamily="18" charset="0"/>
                                </a:rPr>
                              </m:ctrlPr>
                            </m:sSubPr>
                            <m:e>
                              <m:r>
                                <a:rPr lang="ar-AE" sz="1400" i="1">
                                  <a:solidFill>
                                    <a:srgbClr val="000000"/>
                                  </a:solidFill>
                                  <a:latin typeface="Cambria Math" panose="02040503050406030204" pitchFamily="18" charset="0"/>
                                </a:rPr>
                                <m:t>𝐻</m:t>
                              </m:r>
                            </m:e>
                            <m:sub>
                              <m:r>
                                <a:rPr lang="ar-AE" sz="1400" i="1">
                                  <a:solidFill>
                                    <a:srgbClr val="000000"/>
                                  </a:solidFill>
                                  <a:latin typeface="Cambria Math" panose="02040503050406030204" pitchFamily="18" charset="0"/>
                                </a:rPr>
                                <m:t>3</m:t>
                              </m:r>
                            </m:sub>
                          </m:sSub>
                          <m:r>
                            <m:rPr>
                              <m:sty m:val="p"/>
                            </m:rPr>
                            <a:rPr lang="en-IN" sz="1400">
                              <a:solidFill>
                                <a:srgbClr val="000000"/>
                              </a:solidFill>
                              <a:latin typeface="Cambria Math" panose="02040503050406030204" pitchFamily="18" charset="0"/>
                            </a:rPr>
                            <m:t>C</m:t>
                          </m:r>
                          <m:d>
                            <m:dPr>
                              <m:ctrlPr>
                                <a:rPr lang="ar-AE" sz="1400" i="1">
                                  <a:solidFill>
                                    <a:srgbClr val="000000"/>
                                  </a:solidFill>
                                  <a:latin typeface="Cambria Math" panose="02040503050406030204" pitchFamily="18" charset="0"/>
                                </a:rPr>
                              </m:ctrlPr>
                            </m:dPr>
                            <m:e>
                              <m:r>
                                <m:rPr>
                                  <m:sty m:val="p"/>
                                </m:rPr>
                                <a:rPr lang="en-IN" sz="1400">
                                  <a:solidFill>
                                    <a:srgbClr val="000000"/>
                                  </a:solidFill>
                                  <a:latin typeface="Cambria Math" panose="02040503050406030204" pitchFamily="18" charset="0"/>
                                </a:rPr>
                                <m:t>OH</m:t>
                              </m:r>
                            </m:e>
                          </m:d>
                          <m:d>
                            <m:dPr>
                              <m:ctrlPr>
                                <a:rPr lang="ar-AE" sz="1400" i="1">
                                  <a:solidFill>
                                    <a:srgbClr val="000000"/>
                                  </a:solidFill>
                                  <a:latin typeface="Cambria Math" panose="02040503050406030204" pitchFamily="18" charset="0"/>
                                </a:rPr>
                              </m:ctrlPr>
                            </m:dPr>
                            <m:e>
                              <m:r>
                                <m:rPr>
                                  <m:sty m:val="p"/>
                                </m:rPr>
                                <a:rPr lang="en-IN" sz="1400">
                                  <a:solidFill>
                                    <a:srgbClr val="000000"/>
                                  </a:solidFill>
                                  <a:latin typeface="Cambria Math" panose="02040503050406030204" pitchFamily="18" charset="0"/>
                                </a:rPr>
                                <m:t>CN</m:t>
                              </m:r>
                            </m:e>
                          </m:d>
                          <m:d>
                            <m:dPr>
                              <m:ctrlPr>
                                <a:rPr lang="ar-AE" sz="1400" i="1">
                                  <a:solidFill>
                                    <a:srgbClr val="000000"/>
                                  </a:solidFill>
                                  <a:latin typeface="Cambria Math" panose="02040503050406030204" pitchFamily="18" charset="0"/>
                                </a:rPr>
                              </m:ctrlPr>
                            </m:dPr>
                            <m:e>
                              <m:r>
                                <m:rPr>
                                  <m:sty m:val="p"/>
                                </m:rPr>
                                <a:rPr lang="en-IN" sz="1400">
                                  <a:solidFill>
                                    <a:srgbClr val="000000"/>
                                  </a:solidFill>
                                  <a:latin typeface="Cambria Math" panose="02040503050406030204" pitchFamily="18" charset="0"/>
                                </a:rPr>
                                <m:t>C</m:t>
                              </m:r>
                              <m:sSub>
                                <m:sSubPr>
                                  <m:ctrlPr>
                                    <a:rPr lang="ar-AE" sz="1400" i="1">
                                      <a:solidFill>
                                        <a:srgbClr val="000000"/>
                                      </a:solidFill>
                                      <a:latin typeface="Cambria Math" panose="02040503050406030204" pitchFamily="18" charset="0"/>
                                    </a:rPr>
                                  </m:ctrlPr>
                                </m:sSubPr>
                                <m:e>
                                  <m:r>
                                    <a:rPr lang="ar-AE" sz="1400" i="1">
                                      <a:solidFill>
                                        <a:srgbClr val="000000"/>
                                      </a:solidFill>
                                      <a:latin typeface="Cambria Math" panose="02040503050406030204" pitchFamily="18" charset="0"/>
                                    </a:rPr>
                                    <m:t>𝐻</m:t>
                                  </m:r>
                                </m:e>
                                <m:sub>
                                  <m:r>
                                    <a:rPr lang="ar-AE" sz="1400" i="1">
                                      <a:solidFill>
                                        <a:srgbClr val="000000"/>
                                      </a:solidFill>
                                      <a:latin typeface="Cambria Math" panose="02040503050406030204" pitchFamily="18" charset="0"/>
                                    </a:rPr>
                                    <m:t>3</m:t>
                                  </m:r>
                                </m:sub>
                              </m:sSub>
                            </m:e>
                          </m:d>
                          <m:r>
                            <a:rPr lang="ar-AE" sz="1400" i="1">
                              <a:solidFill>
                                <a:srgbClr val="000000"/>
                              </a:solidFill>
                              <a:latin typeface="Cambria Math" panose="02040503050406030204" pitchFamily="18" charset="0"/>
                            </a:rPr>
                            <m:t>]</m:t>
                          </m:r>
                        </m:num>
                        <m:den>
                          <m:d>
                            <m:dPr>
                              <m:begChr m:val="["/>
                              <m:endChr m:val="]"/>
                              <m:ctrlPr>
                                <a:rPr lang="ar-AE" sz="1400" i="1">
                                  <a:solidFill>
                                    <a:srgbClr val="000000"/>
                                  </a:solidFill>
                                  <a:latin typeface="Cambria Math" panose="02040503050406030204" pitchFamily="18" charset="0"/>
                                </a:rPr>
                              </m:ctrlPr>
                            </m:dPr>
                            <m:e>
                              <m:r>
                                <a:rPr lang="ar-AE" sz="1400" i="1">
                                  <a:solidFill>
                                    <a:srgbClr val="000000"/>
                                  </a:solidFill>
                                  <a:latin typeface="Cambria Math" panose="02040503050406030204" pitchFamily="18" charset="0"/>
                                </a:rPr>
                                <m:t>𝐶</m:t>
                              </m:r>
                              <m:sSub>
                                <m:sSubPr>
                                  <m:ctrlPr>
                                    <a:rPr lang="ar-AE" sz="1400" i="1">
                                      <a:solidFill>
                                        <a:srgbClr val="000000"/>
                                      </a:solidFill>
                                      <a:latin typeface="Cambria Math" panose="02040503050406030204" pitchFamily="18" charset="0"/>
                                    </a:rPr>
                                  </m:ctrlPr>
                                </m:sSubPr>
                                <m:e>
                                  <m:r>
                                    <a:rPr lang="ar-AE" sz="1400" i="1">
                                      <a:solidFill>
                                        <a:srgbClr val="000000"/>
                                      </a:solidFill>
                                      <a:latin typeface="Cambria Math" panose="02040503050406030204" pitchFamily="18" charset="0"/>
                                    </a:rPr>
                                    <m:t>𝐻</m:t>
                                  </m:r>
                                </m:e>
                                <m:sub>
                                  <m:r>
                                    <a:rPr lang="ar-AE" sz="1400" i="1">
                                      <a:solidFill>
                                        <a:srgbClr val="000000"/>
                                      </a:solidFill>
                                      <a:latin typeface="Cambria Math" panose="02040503050406030204" pitchFamily="18" charset="0"/>
                                    </a:rPr>
                                    <m:t>3</m:t>
                                  </m:r>
                                </m:sub>
                              </m:sSub>
                              <m:r>
                                <a:rPr lang="ar-AE" sz="1400" i="1">
                                  <a:solidFill>
                                    <a:srgbClr val="000000"/>
                                  </a:solidFill>
                                  <a:latin typeface="Cambria Math" panose="02040503050406030204" pitchFamily="18" charset="0"/>
                                </a:rPr>
                                <m:t>𝐶𝑂𝐶</m:t>
                              </m:r>
                              <m:sSub>
                                <m:sSubPr>
                                  <m:ctrlPr>
                                    <a:rPr lang="ar-AE" sz="1400" i="1">
                                      <a:solidFill>
                                        <a:srgbClr val="000000"/>
                                      </a:solidFill>
                                      <a:latin typeface="Cambria Math" panose="02040503050406030204" pitchFamily="18" charset="0"/>
                                    </a:rPr>
                                  </m:ctrlPr>
                                </m:sSubPr>
                                <m:e>
                                  <m:r>
                                    <a:rPr lang="ar-AE" sz="1400" i="1">
                                      <a:solidFill>
                                        <a:srgbClr val="000000"/>
                                      </a:solidFill>
                                      <a:latin typeface="Cambria Math" panose="02040503050406030204" pitchFamily="18" charset="0"/>
                                    </a:rPr>
                                    <m:t>𝐻</m:t>
                                  </m:r>
                                </m:e>
                                <m:sub>
                                  <m:r>
                                    <a:rPr lang="ar-AE" sz="1400" i="1">
                                      <a:solidFill>
                                        <a:srgbClr val="000000"/>
                                      </a:solidFill>
                                      <a:latin typeface="Cambria Math" panose="02040503050406030204" pitchFamily="18" charset="0"/>
                                    </a:rPr>
                                    <m:t>3</m:t>
                                  </m:r>
                                </m:sub>
                              </m:sSub>
                            </m:e>
                          </m:d>
                          <m:d>
                            <m:dPr>
                              <m:begChr m:val="["/>
                              <m:endChr m:val="]"/>
                              <m:ctrlPr>
                                <a:rPr lang="ar-AE" sz="1400" i="1">
                                  <a:solidFill>
                                    <a:srgbClr val="000000"/>
                                  </a:solidFill>
                                  <a:latin typeface="Cambria Math" panose="02040503050406030204" pitchFamily="18" charset="0"/>
                                </a:rPr>
                              </m:ctrlPr>
                            </m:dPr>
                            <m:e>
                              <m:r>
                                <a:rPr lang="ar-AE" sz="1400" i="1">
                                  <a:solidFill>
                                    <a:srgbClr val="000000"/>
                                  </a:solidFill>
                                  <a:latin typeface="Cambria Math" panose="02040503050406030204" pitchFamily="18" charset="0"/>
                                </a:rPr>
                                <m:t>𝐻𝐶𝑁</m:t>
                              </m:r>
                            </m:e>
                          </m:d>
                        </m:den>
                      </m:f>
                    </m:oMath>
                  </m:oMathPara>
                </a14:m>
                <a:endParaRPr lang="en-MY" sz="1400" dirty="0">
                  <a:solidFill>
                    <a:srgbClr val="000000"/>
                  </a:solidFill>
                  <a:latin typeface="+mj-lt"/>
                </a:endParaRPr>
              </a:p>
            </p:txBody>
          </p:sp>
        </mc:Choice>
        <mc:Fallback xmlns="">
          <p:sp>
            <p:nvSpPr>
              <p:cNvPr id="2" name="TextBox 1">
                <a:extLst>
                  <a:ext uri="{FF2B5EF4-FFF2-40B4-BE49-F238E27FC236}">
                    <a16:creationId xmlns:a16="http://schemas.microsoft.com/office/drawing/2014/main" id="{27127552-7901-41C8-9089-90D3B6400074}"/>
                  </a:ext>
                </a:extLst>
              </p:cNvPr>
              <p:cNvSpPr txBox="1">
                <a:spLocks noRot="1" noChangeAspect="1" noMove="1" noResize="1" noEditPoints="1" noAdjustHandles="1" noChangeArrowheads="1" noChangeShapeType="1" noTextEdit="1"/>
              </p:cNvSpPr>
              <p:nvPr/>
            </p:nvSpPr>
            <p:spPr>
              <a:xfrm>
                <a:off x="4910544" y="3074983"/>
                <a:ext cx="3799702" cy="624017"/>
              </a:xfrm>
              <a:prstGeom prst="rect">
                <a:avLst/>
              </a:prstGeom>
              <a:blipFill>
                <a:blip r:embed="rId4"/>
                <a:stretch>
                  <a:fillRect/>
                </a:stretch>
              </a:blipFill>
            </p:spPr>
            <p:txBody>
              <a:bodyPr/>
              <a:lstStyle/>
              <a:p>
                <a:r>
                  <a:rPr lang="en-GB">
                    <a:noFill/>
                  </a:rPr>
                  <a:t> </a:t>
                </a:r>
              </a:p>
            </p:txBody>
          </p:sp>
        </mc:Fallback>
      </mc:AlternateContent>
    </p:spTree>
    <p:extLst>
      <p:ext uri="{BB962C8B-B14F-4D97-AF65-F5344CB8AC3E}">
        <p14:creationId xmlns:p14="http://schemas.microsoft.com/office/powerpoint/2010/main" val="202295345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116"/>
        <p:cNvGrpSpPr/>
        <p:nvPr/>
      </p:nvGrpSpPr>
      <p:grpSpPr>
        <a:xfrm>
          <a:off x="0" y="0"/>
          <a:ext cx="0" cy="0"/>
          <a:chOff x="0" y="0"/>
          <a:chExt cx="0" cy="0"/>
        </a:xfrm>
      </p:grpSpPr>
      <p:sp>
        <p:nvSpPr>
          <p:cNvPr id="117" name="Google Shape;117;p26"/>
          <p:cNvSpPr txBox="1">
            <a:spLocks noGrp="1"/>
          </p:cNvSpPr>
          <p:nvPr>
            <p:ph type="title"/>
          </p:nvPr>
        </p:nvSpPr>
        <p:spPr>
          <a:xfrm>
            <a:off x="933025" y="592925"/>
            <a:ext cx="6305100" cy="767700"/>
          </a:xfrm>
          <a:prstGeom prst="rect">
            <a:avLst/>
          </a:prstGeom>
        </p:spPr>
        <p:txBody>
          <a:bodyPr spcFirstLastPara="1" wrap="square" lIns="91425" tIns="91425" rIns="91425" bIns="91425" anchor="b" anchorCtr="0">
            <a:noAutofit/>
          </a:bodyPr>
          <a:lstStyle/>
          <a:p>
            <a:pPr lvl="0"/>
            <a:r>
              <a:rPr lang="en-IN" sz="2800" dirty="0">
                <a:solidFill>
                  <a:schemeClr val="bg1"/>
                </a:solidFill>
                <a:latin typeface="Calibri" panose="020F0502020204030204" pitchFamily="34" charset="0"/>
                <a:cs typeface="Calibri" panose="020F0502020204030204" pitchFamily="34" charset="0"/>
              </a:rPr>
              <a:t>Effect of changing conditions on equilibrium constant</a:t>
            </a:r>
            <a:endParaRPr lang="en-IN" sz="2800" dirty="0">
              <a:latin typeface="Calibri" panose="020F0502020204030204" pitchFamily="34" charset="0"/>
              <a:cs typeface="Calibri" panose="020F0502020204030204" pitchFamily="34" charset="0"/>
            </a:endParaRPr>
          </a:p>
        </p:txBody>
      </p:sp>
      <p:sp>
        <p:nvSpPr>
          <p:cNvPr id="118" name="Google Shape;118;p26"/>
          <p:cNvSpPr txBox="1"/>
          <p:nvPr/>
        </p:nvSpPr>
        <p:spPr>
          <a:xfrm>
            <a:off x="702600" y="2028225"/>
            <a:ext cx="7330800" cy="2492100"/>
          </a:xfrm>
          <a:prstGeom prst="rect">
            <a:avLst/>
          </a:prstGeom>
          <a:noFill/>
          <a:ln>
            <a:noFill/>
          </a:ln>
        </p:spPr>
        <p:txBody>
          <a:bodyPr spcFirstLastPara="1" wrap="square" lIns="91425" tIns="91425" rIns="91425" bIns="91425" anchor="t" anchorCtr="0">
            <a:noAutofit/>
          </a:bodyPr>
          <a:lstStyle/>
          <a:p>
            <a:pPr marL="400050" lvl="0" indent="-285750">
              <a:lnSpc>
                <a:spcPct val="114000"/>
              </a:lnSpc>
              <a:spcBef>
                <a:spcPts val="600"/>
              </a:spcBef>
              <a:buSzPts val="1800"/>
              <a:buFont typeface="Arial" panose="020B0604020202020204" pitchFamily="34" charset="0"/>
              <a:buChar char="•"/>
            </a:pPr>
            <a:r>
              <a:rPr lang="en-IN" sz="1600" dirty="0">
                <a:latin typeface="Calibri" panose="020F0502020204030204" pitchFamily="34" charset="0"/>
                <a:cs typeface="Calibri" panose="020F0502020204030204" pitchFamily="34" charset="0"/>
              </a:rPr>
              <a:t>The equilibrium constant is unaffected by change in pressure.</a:t>
            </a:r>
          </a:p>
          <a:p>
            <a:pPr marL="400050" lvl="0" indent="-285750">
              <a:lnSpc>
                <a:spcPct val="114000"/>
              </a:lnSpc>
              <a:spcBef>
                <a:spcPts val="600"/>
              </a:spcBef>
              <a:buSzPts val="1800"/>
              <a:buFont typeface="Arial" panose="020B0604020202020204" pitchFamily="34" charset="0"/>
              <a:buChar char="•"/>
            </a:pPr>
            <a:r>
              <a:rPr lang="en-IN" sz="1600" dirty="0">
                <a:latin typeface="Calibri" panose="020F0502020204030204" pitchFamily="34" charset="0"/>
                <a:cs typeface="Calibri" panose="020F0502020204030204" pitchFamily="34" charset="0"/>
              </a:rPr>
              <a:t>Presence of catalyst does not affect the value of K</a:t>
            </a:r>
            <a:r>
              <a:rPr lang="en-IN" sz="1600" baseline="-25000" dirty="0">
                <a:latin typeface="Calibri" panose="020F0502020204030204" pitchFamily="34" charset="0"/>
                <a:cs typeface="Calibri" panose="020F0502020204030204" pitchFamily="34" charset="0"/>
              </a:rPr>
              <a:t>c</a:t>
            </a:r>
            <a:r>
              <a:rPr lang="en-IN" sz="1600" dirty="0">
                <a:latin typeface="Calibri" panose="020F0502020204030204" pitchFamily="34" charset="0"/>
                <a:cs typeface="Calibri" panose="020F0502020204030204" pitchFamily="34" charset="0"/>
              </a:rPr>
              <a:t>. </a:t>
            </a:r>
          </a:p>
          <a:p>
            <a:pPr marL="400050" indent="-285750">
              <a:lnSpc>
                <a:spcPct val="114000"/>
              </a:lnSpc>
              <a:spcBef>
                <a:spcPts val="600"/>
              </a:spcBef>
              <a:buSzPts val="1800"/>
              <a:buFont typeface="Arial" panose="020B0604020202020204" pitchFamily="34" charset="0"/>
              <a:buChar char="•"/>
            </a:pPr>
            <a:r>
              <a:rPr lang="en-IN" sz="1600" dirty="0">
                <a:solidFill>
                  <a:schemeClr val="bg2">
                    <a:lumMod val="50000"/>
                  </a:schemeClr>
                </a:solidFill>
                <a:latin typeface="Calibri" panose="020F0502020204030204" pitchFamily="34" charset="0"/>
                <a:cs typeface="Calibri" panose="020F0502020204030204" pitchFamily="34" charset="0"/>
              </a:rPr>
              <a:t>K</a:t>
            </a:r>
            <a:r>
              <a:rPr lang="en-IN" sz="1600" baseline="-25000" dirty="0">
                <a:solidFill>
                  <a:schemeClr val="bg2">
                    <a:lumMod val="50000"/>
                  </a:schemeClr>
                </a:solidFill>
                <a:latin typeface="Calibri" panose="020F0502020204030204" pitchFamily="34" charset="0"/>
                <a:cs typeface="Calibri" panose="020F0502020204030204" pitchFamily="34" charset="0"/>
              </a:rPr>
              <a:t>C</a:t>
            </a:r>
            <a:r>
              <a:rPr lang="en-IN" sz="1600" dirty="0">
                <a:solidFill>
                  <a:schemeClr val="bg2">
                    <a:lumMod val="50000"/>
                  </a:schemeClr>
                </a:solidFill>
                <a:latin typeface="Calibri" panose="020F0502020204030204" pitchFamily="34" charset="0"/>
                <a:cs typeface="Calibri" panose="020F0502020204030204" pitchFamily="34" charset="0"/>
              </a:rPr>
              <a:t> helps in estimating the position of equilibrium. </a:t>
            </a:r>
          </a:p>
          <a:p>
            <a:pPr marL="722313" lvl="1" indent="-285750">
              <a:lnSpc>
                <a:spcPct val="114000"/>
              </a:lnSpc>
              <a:spcBef>
                <a:spcPts val="600"/>
              </a:spcBef>
              <a:buSzPts val="1800"/>
              <a:buFont typeface="Arial" panose="020B0604020202020204" pitchFamily="34" charset="0"/>
              <a:buChar char="•"/>
            </a:pPr>
            <a:r>
              <a:rPr lang="en-US" sz="1600" dirty="0">
                <a:solidFill>
                  <a:schemeClr val="bg2">
                    <a:lumMod val="50000"/>
                  </a:schemeClr>
                </a:solidFill>
                <a:latin typeface="Calibri" panose="020F0502020204030204" pitchFamily="34" charset="0"/>
                <a:cs typeface="Calibri" panose="020F0502020204030204" pitchFamily="34" charset="0"/>
              </a:rPr>
              <a:t>When the value of Kc is greater than 1, the equilibrium position </a:t>
            </a:r>
            <a:r>
              <a:rPr lang="en-US" sz="1600" dirty="0" err="1">
                <a:solidFill>
                  <a:schemeClr val="bg2">
                    <a:lumMod val="50000"/>
                  </a:schemeClr>
                </a:solidFill>
                <a:latin typeface="Calibri" panose="020F0502020204030204" pitchFamily="34" charset="0"/>
                <a:cs typeface="Calibri" panose="020F0502020204030204" pitchFamily="34" charset="0"/>
              </a:rPr>
              <a:t>favours</a:t>
            </a:r>
            <a:r>
              <a:rPr lang="en-US" sz="1600" dirty="0">
                <a:solidFill>
                  <a:schemeClr val="bg2">
                    <a:lumMod val="50000"/>
                  </a:schemeClr>
                </a:solidFill>
                <a:latin typeface="Calibri" panose="020F0502020204030204" pitchFamily="34" charset="0"/>
                <a:cs typeface="Calibri" panose="020F0502020204030204" pitchFamily="34" charset="0"/>
              </a:rPr>
              <a:t> the formation of products. When the value of Kc is less than 1, the equilibrium position </a:t>
            </a:r>
            <a:r>
              <a:rPr lang="en-US" sz="1600" dirty="0" err="1">
                <a:solidFill>
                  <a:schemeClr val="bg2">
                    <a:lumMod val="50000"/>
                  </a:schemeClr>
                </a:solidFill>
                <a:latin typeface="Calibri" panose="020F0502020204030204" pitchFamily="34" charset="0"/>
                <a:cs typeface="Calibri" panose="020F0502020204030204" pitchFamily="34" charset="0"/>
              </a:rPr>
              <a:t>favours</a:t>
            </a:r>
            <a:r>
              <a:rPr lang="en-US" sz="1600" dirty="0">
                <a:solidFill>
                  <a:schemeClr val="bg2">
                    <a:lumMod val="50000"/>
                  </a:schemeClr>
                </a:solidFill>
                <a:latin typeface="Calibri" panose="020F0502020204030204" pitchFamily="34" charset="0"/>
                <a:cs typeface="Calibri" panose="020F0502020204030204" pitchFamily="34" charset="0"/>
              </a:rPr>
              <a:t> reactants. </a:t>
            </a:r>
          </a:p>
          <a:p>
            <a:pPr marL="722313" lvl="1" indent="-285750">
              <a:lnSpc>
                <a:spcPct val="114000"/>
              </a:lnSpc>
              <a:spcBef>
                <a:spcPts val="600"/>
              </a:spcBef>
              <a:buSzPts val="1800"/>
              <a:buFont typeface="Arial" panose="020B0604020202020204" pitchFamily="34" charset="0"/>
              <a:buChar char="•"/>
            </a:pPr>
            <a:r>
              <a:rPr lang="en-US" sz="1600" dirty="0">
                <a:solidFill>
                  <a:schemeClr val="bg2">
                    <a:lumMod val="50000"/>
                  </a:schemeClr>
                </a:solidFill>
                <a:latin typeface="Calibri" panose="020F0502020204030204" pitchFamily="34" charset="0"/>
                <a:cs typeface="Calibri" panose="020F0502020204030204" pitchFamily="34" charset="0"/>
              </a:rPr>
              <a:t>Reactions with equilibrium constants greater than 10</a:t>
            </a:r>
            <a:r>
              <a:rPr lang="en-US" sz="1600" baseline="30000" dirty="0">
                <a:solidFill>
                  <a:schemeClr val="bg2">
                    <a:lumMod val="50000"/>
                  </a:schemeClr>
                </a:solidFill>
                <a:latin typeface="Calibri" panose="020F0502020204030204" pitchFamily="34" charset="0"/>
                <a:cs typeface="Calibri" panose="020F0502020204030204" pitchFamily="34" charset="0"/>
              </a:rPr>
              <a:t>10</a:t>
            </a:r>
            <a:r>
              <a:rPr lang="en-US" sz="1600" dirty="0">
                <a:solidFill>
                  <a:schemeClr val="bg2">
                    <a:lumMod val="50000"/>
                  </a:schemeClr>
                </a:solidFill>
                <a:latin typeface="Calibri" panose="020F0502020204030204" pitchFamily="34" charset="0"/>
                <a:cs typeface="Calibri" panose="020F0502020204030204" pitchFamily="34" charset="0"/>
              </a:rPr>
              <a:t> go to completion. Reactions with equilibrium constants less than 10</a:t>
            </a:r>
            <a:r>
              <a:rPr lang="en-US" sz="1600" baseline="30000" dirty="0">
                <a:solidFill>
                  <a:schemeClr val="bg2">
                    <a:lumMod val="50000"/>
                  </a:schemeClr>
                </a:solidFill>
                <a:latin typeface="Calibri" panose="020F0502020204030204" pitchFamily="34" charset="0"/>
                <a:cs typeface="Calibri" panose="020F0502020204030204" pitchFamily="34" charset="0"/>
              </a:rPr>
              <a:t>-10</a:t>
            </a:r>
            <a:r>
              <a:rPr lang="en-US" sz="1600" dirty="0">
                <a:solidFill>
                  <a:schemeClr val="bg2">
                    <a:lumMod val="50000"/>
                  </a:schemeClr>
                </a:solidFill>
                <a:latin typeface="Calibri" panose="020F0502020204030204" pitchFamily="34" charset="0"/>
                <a:cs typeface="Calibri" panose="020F0502020204030204" pitchFamily="34" charset="0"/>
              </a:rPr>
              <a:t> do not take place.</a:t>
            </a:r>
            <a:endParaRPr sz="1600" dirty="0"/>
          </a:p>
          <a:p>
            <a:pPr marL="285750" lvl="0" indent="-285750" algn="l" rtl="0">
              <a:lnSpc>
                <a:spcPct val="114000"/>
              </a:lnSpc>
              <a:spcBef>
                <a:spcPts val="600"/>
              </a:spcBef>
              <a:spcAft>
                <a:spcPts val="0"/>
              </a:spcAft>
              <a:buFont typeface="Arial" panose="020B0604020202020204" pitchFamily="34" charset="0"/>
              <a:buChar char="•"/>
            </a:pPr>
            <a:endParaRPr sz="1600" dirty="0"/>
          </a:p>
          <a:p>
            <a:pPr marL="285750" lvl="0" indent="-285750" algn="l" rtl="0">
              <a:lnSpc>
                <a:spcPct val="114000"/>
              </a:lnSpc>
              <a:spcBef>
                <a:spcPts val="600"/>
              </a:spcBef>
              <a:spcAft>
                <a:spcPts val="0"/>
              </a:spcAft>
              <a:buFont typeface="Arial" panose="020B0604020202020204" pitchFamily="34" charset="0"/>
              <a:buChar char="•"/>
            </a:pPr>
            <a:endParaRPr sz="1600" dirty="0"/>
          </a:p>
        </p:txBody>
      </p:sp>
    </p:spTree>
    <p:extLst>
      <p:ext uri="{BB962C8B-B14F-4D97-AF65-F5344CB8AC3E}">
        <p14:creationId xmlns:p14="http://schemas.microsoft.com/office/powerpoint/2010/main" val="39715954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116"/>
        <p:cNvGrpSpPr/>
        <p:nvPr/>
      </p:nvGrpSpPr>
      <p:grpSpPr>
        <a:xfrm>
          <a:off x="0" y="0"/>
          <a:ext cx="0" cy="0"/>
          <a:chOff x="0" y="0"/>
          <a:chExt cx="0" cy="0"/>
        </a:xfrm>
      </p:grpSpPr>
      <p:sp>
        <p:nvSpPr>
          <p:cNvPr id="117" name="Google Shape;117;p26"/>
          <p:cNvSpPr txBox="1">
            <a:spLocks noGrp="1"/>
          </p:cNvSpPr>
          <p:nvPr>
            <p:ph type="title"/>
          </p:nvPr>
        </p:nvSpPr>
        <p:spPr>
          <a:xfrm>
            <a:off x="933025" y="592925"/>
            <a:ext cx="6305100" cy="767700"/>
          </a:xfrm>
          <a:prstGeom prst="rect">
            <a:avLst/>
          </a:prstGeom>
        </p:spPr>
        <p:txBody>
          <a:bodyPr spcFirstLastPara="1" wrap="square" lIns="91425" tIns="91425" rIns="91425" bIns="91425" anchor="b" anchorCtr="0">
            <a:noAutofit/>
          </a:bodyPr>
          <a:lstStyle/>
          <a:p>
            <a:pPr lvl="0"/>
            <a:r>
              <a:rPr lang="en-IN" dirty="0"/>
              <a:t>Working out the equilibrium constant </a:t>
            </a:r>
          </a:p>
        </p:txBody>
      </p:sp>
      <p:sp>
        <p:nvSpPr>
          <p:cNvPr id="118" name="Google Shape;118;p26"/>
          <p:cNvSpPr txBox="1"/>
          <p:nvPr/>
        </p:nvSpPr>
        <p:spPr>
          <a:xfrm>
            <a:off x="667431" y="1895613"/>
            <a:ext cx="7330800" cy="2492100"/>
          </a:xfrm>
          <a:prstGeom prst="rect">
            <a:avLst/>
          </a:prstGeom>
          <a:noFill/>
          <a:ln>
            <a:noFill/>
          </a:ln>
        </p:spPr>
        <p:txBody>
          <a:bodyPr spcFirstLastPara="1" wrap="square" lIns="91425" tIns="91425" rIns="91425" bIns="91425" anchor="t" anchorCtr="0">
            <a:noAutofit/>
          </a:bodyPr>
          <a:lstStyle/>
          <a:p>
            <a:pPr marL="457200" lvl="0" indent="-342900">
              <a:lnSpc>
                <a:spcPct val="114000"/>
              </a:lnSpc>
              <a:buSzPts val="1800"/>
              <a:buFont typeface="Arial" panose="020B0604020202020204" pitchFamily="34" charset="0"/>
              <a:buChar char="•"/>
            </a:pPr>
            <a:r>
              <a:rPr lang="en-IN" sz="1600" dirty="0">
                <a:solidFill>
                  <a:srgbClr val="080808"/>
                </a:solidFill>
                <a:latin typeface="Calibri" panose="020F0502020204030204" pitchFamily="34" charset="0"/>
                <a:cs typeface="Calibri" panose="020F0502020204030204" pitchFamily="34" charset="0"/>
              </a:rPr>
              <a:t>An alcohol and a carboxylic acid react in the presence of acid catalyst to form ester, which has a sweet and fruity smell.  </a:t>
            </a:r>
          </a:p>
          <a:p>
            <a:pPr marL="457200" lvl="0" indent="-342900">
              <a:lnSpc>
                <a:spcPct val="114000"/>
              </a:lnSpc>
              <a:buSzPts val="1800"/>
              <a:buFont typeface="Arial" panose="020B0604020202020204" pitchFamily="34" charset="0"/>
              <a:buChar char="•"/>
            </a:pPr>
            <a:r>
              <a:rPr lang="en-IN" sz="1600" dirty="0">
                <a:solidFill>
                  <a:srgbClr val="080808"/>
                </a:solidFill>
                <a:latin typeface="Calibri" panose="020F0502020204030204" pitchFamily="34" charset="0"/>
                <a:cs typeface="Calibri" panose="020F0502020204030204" pitchFamily="34" charset="0"/>
              </a:rPr>
              <a:t>For example: ethanol and ethanoic acid react in the presence of sulphuric acid to form ethyl ethanoate (ester) and water. This is called as esterification. </a:t>
            </a:r>
          </a:p>
          <a:p>
            <a:pPr marL="400050" lvl="0" indent="-285750">
              <a:lnSpc>
                <a:spcPct val="114000"/>
              </a:lnSpc>
              <a:buSzPts val="1800"/>
              <a:buFont typeface="Arial" panose="020B0604020202020204" pitchFamily="34" charset="0"/>
              <a:buChar char="•"/>
            </a:pPr>
            <a:endParaRPr lang="en-IN" sz="1600" dirty="0">
              <a:solidFill>
                <a:srgbClr val="080808"/>
              </a:solidFill>
              <a:latin typeface="Calibri" panose="020F0502020204030204" pitchFamily="34" charset="0"/>
              <a:cs typeface="Calibri" panose="020F0502020204030204" pitchFamily="34" charset="0"/>
            </a:endParaRPr>
          </a:p>
          <a:p>
            <a:pPr marL="400050" lvl="0" indent="-285750">
              <a:lnSpc>
                <a:spcPct val="114000"/>
              </a:lnSpc>
              <a:buSzPts val="1800"/>
              <a:buFont typeface="Arial" panose="020B0604020202020204" pitchFamily="34" charset="0"/>
              <a:buChar char="•"/>
            </a:pPr>
            <a:endParaRPr lang="en-IN" sz="1600" dirty="0">
              <a:solidFill>
                <a:srgbClr val="080808"/>
              </a:solidFill>
              <a:latin typeface="Calibri" panose="020F0502020204030204" pitchFamily="34" charset="0"/>
              <a:cs typeface="Calibri" panose="020F0502020204030204" pitchFamily="34" charset="0"/>
            </a:endParaRPr>
          </a:p>
          <a:p>
            <a:pPr marL="400050" lvl="0" indent="-285750">
              <a:lnSpc>
                <a:spcPct val="114000"/>
              </a:lnSpc>
              <a:buSzPts val="1800"/>
              <a:buFont typeface="Arial" panose="020B0604020202020204" pitchFamily="34" charset="0"/>
              <a:buChar char="•"/>
            </a:pPr>
            <a:endParaRPr lang="en-IN" sz="1600" dirty="0">
              <a:solidFill>
                <a:srgbClr val="080808"/>
              </a:solidFill>
              <a:latin typeface="Calibri" panose="020F0502020204030204" pitchFamily="34" charset="0"/>
              <a:cs typeface="Calibri" panose="020F0502020204030204" pitchFamily="34" charset="0"/>
            </a:endParaRPr>
          </a:p>
          <a:p>
            <a:pPr marL="400050" lvl="0" indent="-285750">
              <a:lnSpc>
                <a:spcPct val="114000"/>
              </a:lnSpc>
              <a:buSzPts val="1800"/>
              <a:buFont typeface="Arial" panose="020B0604020202020204" pitchFamily="34" charset="0"/>
              <a:buChar char="•"/>
            </a:pPr>
            <a:endParaRPr lang="en-IN" sz="1600" dirty="0">
              <a:solidFill>
                <a:srgbClr val="080808"/>
              </a:solidFill>
              <a:latin typeface="Calibri" panose="020F0502020204030204" pitchFamily="34" charset="0"/>
              <a:cs typeface="Calibri" panose="020F0502020204030204" pitchFamily="34" charset="0"/>
            </a:endParaRPr>
          </a:p>
          <a:p>
            <a:pPr marL="400050" lvl="0" indent="-285750">
              <a:lnSpc>
                <a:spcPct val="114000"/>
              </a:lnSpc>
              <a:buSzPts val="1800"/>
              <a:buFont typeface="Arial" panose="020B0604020202020204" pitchFamily="34" charset="0"/>
              <a:buChar char="•"/>
            </a:pPr>
            <a:endParaRPr lang="en-IN" sz="1600" dirty="0">
              <a:solidFill>
                <a:srgbClr val="080808"/>
              </a:solidFill>
              <a:latin typeface="Calibri" panose="020F0502020204030204" pitchFamily="34" charset="0"/>
              <a:cs typeface="Calibri" panose="020F0502020204030204" pitchFamily="34" charset="0"/>
            </a:endParaRPr>
          </a:p>
          <a:p>
            <a:pPr marL="457200" lvl="0" indent="-342900">
              <a:lnSpc>
                <a:spcPct val="114000"/>
              </a:lnSpc>
              <a:buSzPts val="1800"/>
              <a:buFont typeface="Arial" panose="020B0604020202020204" pitchFamily="34" charset="0"/>
              <a:buChar char="•"/>
            </a:pPr>
            <a:r>
              <a:rPr lang="en-IN" sz="1600" dirty="0">
                <a:solidFill>
                  <a:srgbClr val="080808"/>
                </a:solidFill>
                <a:latin typeface="Calibri" panose="020F0502020204030204" pitchFamily="34" charset="0"/>
                <a:cs typeface="Calibri" panose="020F0502020204030204" pitchFamily="34" charset="0"/>
              </a:rPr>
              <a:t>This is a reversible reaction. </a:t>
            </a:r>
          </a:p>
          <a:p>
            <a:pPr marL="285750" indent="-285750">
              <a:lnSpc>
                <a:spcPct val="114000"/>
              </a:lnSpc>
              <a:buFont typeface="Arial" panose="020B0604020202020204" pitchFamily="34" charset="0"/>
              <a:buChar char="•"/>
            </a:pPr>
            <a:endParaRPr lang="ar-AE" sz="1600" dirty="0">
              <a:solidFill>
                <a:schemeClr val="tx1"/>
              </a:solidFill>
              <a:latin typeface="Calibri" panose="020F0502020204030204" pitchFamily="34" charset="0"/>
              <a:cs typeface="Calibri" panose="020F0502020204030204" pitchFamily="34" charset="0"/>
            </a:endParaRPr>
          </a:p>
          <a:p>
            <a:pPr marL="285750" lvl="0" indent="-285750" algn="l" rtl="0">
              <a:spcBef>
                <a:spcPts val="0"/>
              </a:spcBef>
              <a:spcAft>
                <a:spcPts val="0"/>
              </a:spcAft>
              <a:buFont typeface="Arial" panose="020B0604020202020204" pitchFamily="34" charset="0"/>
              <a:buChar char="•"/>
            </a:pPr>
            <a:endParaRPr sz="1600" dirty="0">
              <a:latin typeface="Calibri" panose="020F0502020204030204" pitchFamily="34" charset="0"/>
              <a:cs typeface="Calibri" panose="020F0502020204030204" pitchFamily="34" charset="0"/>
            </a:endParaRPr>
          </a:p>
        </p:txBody>
      </p:sp>
      <p:pic>
        <p:nvPicPr>
          <p:cNvPr id="2" name="Picture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404027" y="3248356"/>
            <a:ext cx="3608832" cy="1060704"/>
          </a:xfrm>
          <a:prstGeom prst="rect">
            <a:avLst/>
          </a:prstGeom>
        </p:spPr>
      </p:pic>
    </p:spTree>
    <p:extLst>
      <p:ext uri="{BB962C8B-B14F-4D97-AF65-F5344CB8AC3E}">
        <p14:creationId xmlns:p14="http://schemas.microsoft.com/office/powerpoint/2010/main" val="367414938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116"/>
        <p:cNvGrpSpPr/>
        <p:nvPr/>
      </p:nvGrpSpPr>
      <p:grpSpPr>
        <a:xfrm>
          <a:off x="0" y="0"/>
          <a:ext cx="0" cy="0"/>
          <a:chOff x="0" y="0"/>
          <a:chExt cx="0" cy="0"/>
        </a:xfrm>
      </p:grpSpPr>
      <p:sp>
        <p:nvSpPr>
          <p:cNvPr id="117" name="Google Shape;117;p26"/>
          <p:cNvSpPr txBox="1">
            <a:spLocks noGrp="1"/>
          </p:cNvSpPr>
          <p:nvPr>
            <p:ph type="title"/>
          </p:nvPr>
        </p:nvSpPr>
        <p:spPr>
          <a:xfrm>
            <a:off x="933025" y="592925"/>
            <a:ext cx="6305100" cy="767700"/>
          </a:xfrm>
          <a:prstGeom prst="rect">
            <a:avLst/>
          </a:prstGeom>
        </p:spPr>
        <p:txBody>
          <a:bodyPr spcFirstLastPara="1" wrap="square" lIns="91425" tIns="91425" rIns="91425" bIns="91425" anchor="b" anchorCtr="0">
            <a:noAutofit/>
          </a:bodyPr>
          <a:lstStyle/>
          <a:p>
            <a:pPr lvl="0"/>
            <a:r>
              <a:rPr lang="en-IN" dirty="0"/>
              <a:t>Working out the equilibrium constant </a:t>
            </a:r>
          </a:p>
        </p:txBody>
      </p:sp>
      <p:sp>
        <p:nvSpPr>
          <p:cNvPr id="118" name="Google Shape;118;p26"/>
          <p:cNvSpPr txBox="1"/>
          <p:nvPr/>
        </p:nvSpPr>
        <p:spPr>
          <a:xfrm>
            <a:off x="515031" y="1812291"/>
            <a:ext cx="4045246" cy="2492100"/>
          </a:xfrm>
          <a:prstGeom prst="rect">
            <a:avLst/>
          </a:prstGeom>
          <a:noFill/>
          <a:ln>
            <a:noFill/>
          </a:ln>
        </p:spPr>
        <p:txBody>
          <a:bodyPr spcFirstLastPara="1" wrap="square" lIns="91425" tIns="91425" rIns="91425" bIns="91425" anchor="t" anchorCtr="0">
            <a:noAutofit/>
          </a:bodyPr>
          <a:lstStyle/>
          <a:p>
            <a:pPr marL="527050" lvl="0" indent="-400050" algn="just">
              <a:lnSpc>
                <a:spcPct val="114000"/>
              </a:lnSpc>
              <a:spcBef>
                <a:spcPts val="600"/>
              </a:spcBef>
              <a:buFont typeface="+mj-lt"/>
              <a:buAutoNum type="romanLcPeriod"/>
            </a:pPr>
            <a:r>
              <a:rPr lang="en-IN" sz="1600" dirty="0">
                <a:latin typeface="Calibri" panose="020F0502020204030204" pitchFamily="34" charset="0"/>
                <a:cs typeface="Calibri" panose="020F0502020204030204" pitchFamily="34" charset="0"/>
              </a:rPr>
              <a:t>The initial amount of moles of reactants is calculated by finding its mass,</a:t>
            </a:r>
          </a:p>
          <a:p>
            <a:pPr marL="127000" indent="0" algn="ctr">
              <a:lnSpc>
                <a:spcPct val="114000"/>
              </a:lnSpc>
              <a:spcBef>
                <a:spcPts val="600"/>
              </a:spcBef>
              <a:buNone/>
            </a:pPr>
            <a:r>
              <a:rPr lang="en-IN" sz="1600" dirty="0">
                <a:latin typeface="Calibri" panose="020F0502020204030204" pitchFamily="34" charset="0"/>
                <a:cs typeface="Calibri" panose="020F0502020204030204" pitchFamily="34" charset="0"/>
              </a:rPr>
              <a:t>Mass=volume × density</a:t>
            </a:r>
          </a:p>
          <a:p>
            <a:pPr marL="127000" indent="0" algn="ctr">
              <a:lnSpc>
                <a:spcPct val="114000"/>
              </a:lnSpc>
              <a:spcBef>
                <a:spcPts val="600"/>
              </a:spcBef>
              <a:buNone/>
            </a:pPr>
            <a:r>
              <a:rPr lang="en-IN" sz="1600" dirty="0">
                <a:latin typeface="Calibri" panose="020F0502020204030204" pitchFamily="34" charset="0"/>
                <a:cs typeface="Calibri" panose="020F0502020204030204" pitchFamily="34" charset="0"/>
              </a:rPr>
              <a:t>Moles= mass × molecular mass</a:t>
            </a:r>
          </a:p>
          <a:p>
            <a:pPr marL="527050" lvl="0" indent="-400050" algn="just">
              <a:lnSpc>
                <a:spcPct val="114000"/>
              </a:lnSpc>
              <a:spcBef>
                <a:spcPts val="600"/>
              </a:spcBef>
              <a:buFont typeface="+mj-lt"/>
              <a:buAutoNum type="romanLcPeriod" startAt="2"/>
            </a:pPr>
            <a:r>
              <a:rPr lang="en-US" sz="1600" dirty="0">
                <a:latin typeface="Calibri" panose="020F0502020204030204" pitchFamily="34" charset="0"/>
                <a:cs typeface="Calibri" panose="020F0502020204030204" pitchFamily="34" charset="0"/>
              </a:rPr>
              <a:t>Esterification takes place when reactants are mixed in a flask with a strong acid catalyst and left for several days. Stopper the flask to avoid evaporation.</a:t>
            </a:r>
          </a:p>
          <a:p>
            <a:pPr marL="0" lvl="0" indent="0" algn="just" rtl="0">
              <a:lnSpc>
                <a:spcPct val="114000"/>
              </a:lnSpc>
              <a:spcBef>
                <a:spcPts val="600"/>
              </a:spcBef>
              <a:spcAft>
                <a:spcPts val="0"/>
              </a:spcAft>
              <a:buNone/>
            </a:pPr>
            <a:endParaRPr sz="1600" dirty="0">
              <a:latin typeface="Calibri" panose="020F0502020204030204" pitchFamily="34" charset="0"/>
              <a:cs typeface="Calibri" panose="020F0502020204030204" pitchFamily="34" charset="0"/>
            </a:endParaRPr>
          </a:p>
        </p:txBody>
      </p:sp>
      <p:sp>
        <p:nvSpPr>
          <p:cNvPr id="4" name="Google Shape;118;p26">
            <a:extLst>
              <a:ext uri="{FF2B5EF4-FFF2-40B4-BE49-F238E27FC236}">
                <a16:creationId xmlns:a16="http://schemas.microsoft.com/office/drawing/2014/main" id="{B0F8A882-6C31-4C1B-AD38-515397CC333D}"/>
              </a:ext>
            </a:extLst>
          </p:cNvPr>
          <p:cNvSpPr txBox="1"/>
          <p:nvPr/>
        </p:nvSpPr>
        <p:spPr>
          <a:xfrm>
            <a:off x="4770508" y="1671614"/>
            <a:ext cx="3858461" cy="2492100"/>
          </a:xfrm>
          <a:prstGeom prst="rect">
            <a:avLst/>
          </a:prstGeom>
          <a:noFill/>
          <a:ln>
            <a:noFill/>
          </a:ln>
        </p:spPr>
        <p:txBody>
          <a:bodyPr spcFirstLastPara="1" wrap="square" lIns="91425" tIns="91425" rIns="91425" bIns="91425" anchor="t" anchorCtr="0">
            <a:noAutofit/>
          </a:bodyPr>
          <a:lstStyle/>
          <a:p>
            <a:pPr marL="527050" lvl="0" indent="-400050">
              <a:lnSpc>
                <a:spcPct val="114000"/>
              </a:lnSpc>
              <a:spcBef>
                <a:spcPts val="600"/>
              </a:spcBef>
              <a:buFont typeface="+mj-lt"/>
              <a:buAutoNum type="romanLcPeriod" startAt="3"/>
            </a:pPr>
            <a:r>
              <a:rPr lang="en-IN" sz="1600" dirty="0">
                <a:latin typeface="Calibri" panose="020F0502020204030204" pitchFamily="34" charset="0"/>
                <a:cs typeface="Calibri" panose="020F0502020204030204" pitchFamily="34" charset="0"/>
              </a:rPr>
              <a:t>The reaction mixture is diluted with distilled water to make a solution of 250 cm</a:t>
            </a:r>
            <a:r>
              <a:rPr lang="en-IN" sz="1600" baseline="30000" dirty="0">
                <a:latin typeface="Calibri" panose="020F0502020204030204" pitchFamily="34" charset="0"/>
                <a:cs typeface="Calibri" panose="020F0502020204030204" pitchFamily="34" charset="0"/>
              </a:rPr>
              <a:t>3</a:t>
            </a:r>
            <a:r>
              <a:rPr lang="en-IN" sz="1600" dirty="0">
                <a:latin typeface="Calibri" panose="020F0502020204030204" pitchFamily="34" charset="0"/>
                <a:cs typeface="Calibri" panose="020F0502020204030204" pitchFamily="34" charset="0"/>
              </a:rPr>
              <a:t> in a volumetric flask.</a:t>
            </a:r>
          </a:p>
          <a:p>
            <a:pPr marL="527050" lvl="0" indent="-400050" algn="just">
              <a:lnSpc>
                <a:spcPct val="114000"/>
              </a:lnSpc>
              <a:spcBef>
                <a:spcPts val="600"/>
              </a:spcBef>
              <a:buFont typeface="+mj-lt"/>
              <a:buAutoNum type="romanLcPeriod" startAt="3"/>
            </a:pPr>
            <a:r>
              <a:rPr lang="en-IN" sz="1600" dirty="0">
                <a:latin typeface="Calibri" panose="020F0502020204030204" pitchFamily="34" charset="0"/>
                <a:cs typeface="Calibri" panose="020F0502020204030204" pitchFamily="34" charset="0"/>
              </a:rPr>
              <a:t>25 cm</a:t>
            </a:r>
            <a:r>
              <a:rPr lang="en-IN" sz="1600" baseline="30000" dirty="0">
                <a:latin typeface="Calibri" panose="020F0502020204030204" pitchFamily="34" charset="0"/>
                <a:cs typeface="Calibri" panose="020F0502020204030204" pitchFamily="34" charset="0"/>
              </a:rPr>
              <a:t>3</a:t>
            </a:r>
            <a:r>
              <a:rPr lang="en-IN" sz="1600" dirty="0">
                <a:latin typeface="Calibri" panose="020F0502020204030204" pitchFamily="34" charset="0"/>
                <a:cs typeface="Calibri" panose="020F0502020204030204" pitchFamily="34" charset="0"/>
              </a:rPr>
              <a:t> of this solution is then titrated against known concentration of sodium hydroxide solution with phenolphthalein indicator.</a:t>
            </a:r>
          </a:p>
          <a:p>
            <a:pPr marL="527050" lvl="0" indent="-400050">
              <a:lnSpc>
                <a:spcPct val="114000"/>
              </a:lnSpc>
              <a:spcBef>
                <a:spcPts val="600"/>
              </a:spcBef>
              <a:buFont typeface="+mj-lt"/>
              <a:buAutoNum type="romanLcPeriod" startAt="3"/>
            </a:pPr>
            <a:r>
              <a:rPr lang="en-IN" sz="1600" dirty="0">
                <a:latin typeface="Calibri" panose="020F0502020204030204" pitchFamily="34" charset="0"/>
                <a:cs typeface="Calibri" panose="020F0502020204030204" pitchFamily="34" charset="0"/>
              </a:rPr>
              <a:t>Titration is repeated until two concordant results are obtained.</a:t>
            </a:r>
          </a:p>
          <a:p>
            <a:pPr marL="527050" lvl="0" indent="-400050">
              <a:lnSpc>
                <a:spcPct val="114000"/>
              </a:lnSpc>
              <a:spcBef>
                <a:spcPts val="600"/>
              </a:spcBef>
              <a:buFont typeface="+mj-lt"/>
              <a:buAutoNum type="romanLcPeriod" startAt="3"/>
            </a:pPr>
            <a:r>
              <a:rPr lang="en-IN" sz="1600" dirty="0">
                <a:latin typeface="Calibri" panose="020F0502020204030204" pitchFamily="34" charset="0"/>
                <a:cs typeface="Calibri" panose="020F0502020204030204" pitchFamily="34" charset="0"/>
              </a:rPr>
              <a:t> The equilibrium concentrations of H</a:t>
            </a:r>
            <a:r>
              <a:rPr lang="en-IN" sz="1600" baseline="30000" dirty="0">
                <a:latin typeface="Calibri" panose="020F0502020204030204" pitchFamily="34" charset="0"/>
                <a:cs typeface="Calibri" panose="020F0502020204030204" pitchFamily="34" charset="0"/>
              </a:rPr>
              <a:t>+</a:t>
            </a:r>
            <a:r>
              <a:rPr lang="en-IN" sz="1600" dirty="0">
                <a:latin typeface="Calibri" panose="020F0502020204030204" pitchFamily="34" charset="0"/>
                <a:cs typeface="Calibri" panose="020F0502020204030204" pitchFamily="34" charset="0"/>
              </a:rPr>
              <a:t> ions are found.</a:t>
            </a:r>
          </a:p>
          <a:p>
            <a:pPr marL="0" indent="0">
              <a:lnSpc>
                <a:spcPct val="114000"/>
              </a:lnSpc>
              <a:spcBef>
                <a:spcPts val="600"/>
              </a:spcBef>
              <a:buNone/>
            </a:pPr>
            <a:endParaRPr lang="ar-AE" sz="1600" dirty="0">
              <a:solidFill>
                <a:schemeClr val="tx1"/>
              </a:solidFill>
              <a:latin typeface="Calibri" panose="020F0502020204030204" pitchFamily="34" charset="0"/>
              <a:cs typeface="Calibri" panose="020F0502020204030204" pitchFamily="34" charset="0"/>
            </a:endParaRPr>
          </a:p>
          <a:p>
            <a:pPr marL="0" lvl="0" indent="0" algn="l" rtl="0">
              <a:lnSpc>
                <a:spcPct val="114000"/>
              </a:lnSpc>
              <a:spcBef>
                <a:spcPts val="600"/>
              </a:spcBef>
              <a:spcAft>
                <a:spcPts val="0"/>
              </a:spcAft>
              <a:buNone/>
            </a:pPr>
            <a:endParaRPr sz="16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69456702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116"/>
        <p:cNvGrpSpPr/>
        <p:nvPr/>
      </p:nvGrpSpPr>
      <p:grpSpPr>
        <a:xfrm>
          <a:off x="0" y="0"/>
          <a:ext cx="0" cy="0"/>
          <a:chOff x="0" y="0"/>
          <a:chExt cx="0" cy="0"/>
        </a:xfrm>
      </p:grpSpPr>
      <p:sp>
        <p:nvSpPr>
          <p:cNvPr id="117" name="Google Shape;117;p26"/>
          <p:cNvSpPr txBox="1">
            <a:spLocks noGrp="1"/>
          </p:cNvSpPr>
          <p:nvPr>
            <p:ph type="title"/>
          </p:nvPr>
        </p:nvSpPr>
        <p:spPr>
          <a:xfrm>
            <a:off x="933025" y="592925"/>
            <a:ext cx="6305100" cy="767700"/>
          </a:xfrm>
          <a:prstGeom prst="rect">
            <a:avLst/>
          </a:prstGeom>
        </p:spPr>
        <p:txBody>
          <a:bodyPr spcFirstLastPara="1" wrap="square" lIns="91425" tIns="91425" rIns="91425" bIns="91425" anchor="b" anchorCtr="0">
            <a:noAutofit/>
          </a:bodyPr>
          <a:lstStyle/>
          <a:p>
            <a:pPr lvl="0"/>
            <a:r>
              <a:rPr lang="en-IN" dirty="0"/>
              <a:t>Working out the equilibrium constant </a:t>
            </a:r>
          </a:p>
        </p:txBody>
      </p:sp>
      <p:sp>
        <p:nvSpPr>
          <p:cNvPr id="118" name="Google Shape;118;p26"/>
          <p:cNvSpPr txBox="1"/>
          <p:nvPr/>
        </p:nvSpPr>
        <p:spPr>
          <a:xfrm>
            <a:off x="933024" y="1868919"/>
            <a:ext cx="7388979" cy="2492100"/>
          </a:xfrm>
          <a:prstGeom prst="rect">
            <a:avLst/>
          </a:prstGeom>
          <a:noFill/>
          <a:ln>
            <a:noFill/>
          </a:ln>
        </p:spPr>
        <p:txBody>
          <a:bodyPr spcFirstLastPara="1" wrap="square" lIns="91425" tIns="91425" rIns="91425" bIns="91425" anchor="t" anchorCtr="0">
            <a:noAutofit/>
          </a:bodyPr>
          <a:lstStyle/>
          <a:p>
            <a:pPr marL="0" indent="0" algn="just">
              <a:lnSpc>
                <a:spcPct val="114000"/>
              </a:lnSpc>
              <a:spcBef>
                <a:spcPts val="600"/>
              </a:spcBef>
              <a:buNone/>
            </a:pPr>
            <a:r>
              <a:rPr lang="en-IN" sz="1600" b="1" dirty="0">
                <a:latin typeface="Calibri" panose="020F0502020204030204" pitchFamily="34" charset="0"/>
                <a:cs typeface="Calibri" panose="020F0502020204030204" pitchFamily="34" charset="0"/>
              </a:rPr>
              <a:t>Example 4: </a:t>
            </a:r>
            <a:r>
              <a:rPr lang="en-IN" sz="1600" dirty="0">
                <a:latin typeface="Calibri" panose="020F0502020204030204" pitchFamily="34" charset="0"/>
                <a:cs typeface="Calibri" panose="020F0502020204030204" pitchFamily="34" charset="0"/>
              </a:rPr>
              <a:t>0.5 mol of ethanol and 0.45 mol of ethanoic acid reacts in the presence of 6×10</a:t>
            </a:r>
            <a:r>
              <a:rPr lang="en-IN" sz="1600" baseline="30000" dirty="0">
                <a:latin typeface="Calibri" panose="020F0502020204030204" pitchFamily="34" charset="0"/>
                <a:cs typeface="Calibri" panose="020F0502020204030204" pitchFamily="34" charset="0"/>
              </a:rPr>
              <a:t>-4</a:t>
            </a:r>
            <a:r>
              <a:rPr lang="en-IN" sz="1600" dirty="0">
                <a:latin typeface="Calibri" panose="020F0502020204030204" pitchFamily="34" charset="0"/>
                <a:cs typeface="Calibri" panose="020F0502020204030204" pitchFamily="34" charset="0"/>
              </a:rPr>
              <a:t> mol of sulphuric acid for esterification reaction. At equilibrium, the reaction mixture is diluted to 250 cm</a:t>
            </a:r>
            <a:r>
              <a:rPr lang="en-IN" sz="1600" baseline="30000" dirty="0">
                <a:latin typeface="Calibri" panose="020F0502020204030204" pitchFamily="34" charset="0"/>
                <a:cs typeface="Calibri" panose="020F0502020204030204" pitchFamily="34" charset="0"/>
              </a:rPr>
              <a:t>3</a:t>
            </a:r>
            <a:r>
              <a:rPr lang="en-IN" sz="1600" dirty="0">
                <a:latin typeface="Calibri" panose="020F0502020204030204" pitchFamily="34" charset="0"/>
                <a:cs typeface="Calibri" panose="020F0502020204030204" pitchFamily="34" charset="0"/>
              </a:rPr>
              <a:t>. 25 cm</a:t>
            </a:r>
            <a:r>
              <a:rPr lang="en-IN" sz="1600" baseline="30000" dirty="0">
                <a:latin typeface="Calibri" panose="020F0502020204030204" pitchFamily="34" charset="0"/>
                <a:cs typeface="Calibri" panose="020F0502020204030204" pitchFamily="34" charset="0"/>
              </a:rPr>
              <a:t>3</a:t>
            </a:r>
            <a:r>
              <a:rPr lang="en-IN" sz="1600" dirty="0">
                <a:latin typeface="Calibri" panose="020F0502020204030204" pitchFamily="34" charset="0"/>
                <a:cs typeface="Calibri" panose="020F0502020204030204" pitchFamily="34" charset="0"/>
              </a:rPr>
              <a:t> of this solution is titrated against 50 cm</a:t>
            </a:r>
            <a:r>
              <a:rPr lang="en-IN" sz="1600" baseline="30000" dirty="0">
                <a:latin typeface="Calibri" panose="020F0502020204030204" pitchFamily="34" charset="0"/>
                <a:cs typeface="Calibri" panose="020F0502020204030204" pitchFamily="34" charset="0"/>
              </a:rPr>
              <a:t>3</a:t>
            </a:r>
            <a:r>
              <a:rPr lang="en-IN" sz="1600" dirty="0">
                <a:latin typeface="Calibri" panose="020F0502020204030204" pitchFamily="34" charset="0"/>
                <a:cs typeface="Calibri" panose="020F0502020204030204" pitchFamily="34" charset="0"/>
              </a:rPr>
              <a:t> of 0.5 mol/dm</a:t>
            </a:r>
            <a:r>
              <a:rPr lang="en-IN" sz="1600" baseline="30000" dirty="0">
                <a:latin typeface="Calibri" panose="020F0502020204030204" pitchFamily="34" charset="0"/>
                <a:cs typeface="Calibri" panose="020F0502020204030204" pitchFamily="34" charset="0"/>
              </a:rPr>
              <a:t>3</a:t>
            </a:r>
            <a:r>
              <a:rPr lang="en-IN" sz="1600" dirty="0">
                <a:latin typeface="Calibri" panose="020F0502020204030204" pitchFamily="34" charset="0"/>
                <a:cs typeface="Calibri" panose="020F0502020204030204" pitchFamily="34" charset="0"/>
              </a:rPr>
              <a:t> of sodium hydroxide solution. What is the amount of ethanoic acid present at equilibrium? Also, calculate the equilibrium constant. </a:t>
            </a:r>
          </a:p>
        </p:txBody>
      </p:sp>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979191" y="3531117"/>
            <a:ext cx="3468502" cy="1019458"/>
          </a:xfrm>
          <a:prstGeom prst="rect">
            <a:avLst/>
          </a:prstGeom>
        </p:spPr>
      </p:pic>
    </p:spTree>
    <p:extLst>
      <p:ext uri="{BB962C8B-B14F-4D97-AF65-F5344CB8AC3E}">
        <p14:creationId xmlns:p14="http://schemas.microsoft.com/office/powerpoint/2010/main" val="18443582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116"/>
        <p:cNvGrpSpPr/>
        <p:nvPr/>
      </p:nvGrpSpPr>
      <p:grpSpPr>
        <a:xfrm>
          <a:off x="0" y="0"/>
          <a:ext cx="0" cy="0"/>
          <a:chOff x="0" y="0"/>
          <a:chExt cx="0" cy="0"/>
        </a:xfrm>
      </p:grpSpPr>
      <p:sp>
        <p:nvSpPr>
          <p:cNvPr id="117" name="Google Shape;117;p26"/>
          <p:cNvSpPr txBox="1">
            <a:spLocks noGrp="1"/>
          </p:cNvSpPr>
          <p:nvPr>
            <p:ph type="title"/>
          </p:nvPr>
        </p:nvSpPr>
        <p:spPr>
          <a:xfrm>
            <a:off x="933025" y="592925"/>
            <a:ext cx="6305100" cy="767700"/>
          </a:xfrm>
          <a:prstGeom prst="rect">
            <a:avLst/>
          </a:prstGeom>
        </p:spPr>
        <p:txBody>
          <a:bodyPr spcFirstLastPara="1" wrap="square" lIns="91425" tIns="91425" rIns="91425" bIns="91425" anchor="b" anchorCtr="0">
            <a:noAutofit/>
          </a:bodyPr>
          <a:lstStyle/>
          <a:p>
            <a:pPr lvl="0"/>
            <a:r>
              <a:rPr lang="en-IN" dirty="0"/>
              <a:t>Working out the equilibrium constant </a:t>
            </a:r>
          </a:p>
        </p:txBody>
      </p:sp>
      <p:sp>
        <p:nvSpPr>
          <p:cNvPr id="118" name="Google Shape;118;p26"/>
          <p:cNvSpPr txBox="1"/>
          <p:nvPr/>
        </p:nvSpPr>
        <p:spPr>
          <a:xfrm>
            <a:off x="808892" y="1669627"/>
            <a:ext cx="7513112" cy="2492100"/>
          </a:xfrm>
          <a:prstGeom prst="rect">
            <a:avLst/>
          </a:prstGeom>
          <a:noFill/>
          <a:ln>
            <a:noFill/>
          </a:ln>
        </p:spPr>
        <p:txBody>
          <a:bodyPr spcFirstLastPara="1" wrap="square" lIns="91425" tIns="91425" rIns="91425" bIns="91425" anchor="t" anchorCtr="0">
            <a:noAutofit/>
          </a:bodyPr>
          <a:lstStyle/>
          <a:p>
            <a:pPr marL="285750" indent="-285750" algn="just">
              <a:lnSpc>
                <a:spcPct val="114000"/>
              </a:lnSpc>
              <a:spcBef>
                <a:spcPts val="600"/>
              </a:spcBef>
              <a:buFont typeface="Arial" panose="020B0604020202020204" pitchFamily="34" charset="0"/>
              <a:buChar char="•"/>
            </a:pPr>
            <a:r>
              <a:rPr lang="en-IN" sz="1600" dirty="0">
                <a:latin typeface="Calibri" panose="020F0502020204030204" pitchFamily="34" charset="0"/>
                <a:cs typeface="Calibri" panose="020F0502020204030204" pitchFamily="34" charset="0"/>
              </a:rPr>
              <a:t>25 cm</a:t>
            </a:r>
            <a:r>
              <a:rPr lang="en-IN" sz="1600" baseline="30000" dirty="0">
                <a:latin typeface="Calibri" panose="020F0502020204030204" pitchFamily="34" charset="0"/>
                <a:cs typeface="Calibri" panose="020F0502020204030204" pitchFamily="34" charset="0"/>
              </a:rPr>
              <a:t>3</a:t>
            </a:r>
            <a:r>
              <a:rPr lang="en-IN" sz="1600" dirty="0">
                <a:latin typeface="Calibri" panose="020F0502020204030204" pitchFamily="34" charset="0"/>
                <a:cs typeface="Calibri" panose="020F0502020204030204" pitchFamily="34" charset="0"/>
              </a:rPr>
              <a:t> of this solution is titrated against 50 cm</a:t>
            </a:r>
            <a:r>
              <a:rPr lang="en-IN" sz="1600" baseline="30000" dirty="0">
                <a:latin typeface="Calibri" panose="020F0502020204030204" pitchFamily="34" charset="0"/>
                <a:cs typeface="Calibri" panose="020F0502020204030204" pitchFamily="34" charset="0"/>
              </a:rPr>
              <a:t>3</a:t>
            </a:r>
            <a:r>
              <a:rPr lang="en-IN" sz="1600" dirty="0">
                <a:latin typeface="Calibri" panose="020F0502020204030204" pitchFamily="34" charset="0"/>
                <a:cs typeface="Calibri" panose="020F0502020204030204" pitchFamily="34" charset="0"/>
              </a:rPr>
              <a:t> of 0.5 mol/dm</a:t>
            </a:r>
            <a:r>
              <a:rPr lang="en-IN" sz="1600" baseline="30000" dirty="0">
                <a:latin typeface="Calibri" panose="020F0502020204030204" pitchFamily="34" charset="0"/>
                <a:cs typeface="Calibri" panose="020F0502020204030204" pitchFamily="34" charset="0"/>
              </a:rPr>
              <a:t>3</a:t>
            </a:r>
            <a:r>
              <a:rPr lang="en-IN" sz="1600" dirty="0">
                <a:latin typeface="Calibri" panose="020F0502020204030204" pitchFamily="34" charset="0"/>
                <a:cs typeface="Calibri" panose="020F0502020204030204" pitchFamily="34" charset="0"/>
              </a:rPr>
              <a:t> of sodium hydroxide solution. 6×10</a:t>
            </a:r>
            <a:r>
              <a:rPr lang="en-IN" sz="1600" baseline="30000" dirty="0">
                <a:latin typeface="Calibri" panose="020F0502020204030204" pitchFamily="34" charset="0"/>
                <a:cs typeface="Calibri" panose="020F0502020204030204" pitchFamily="34" charset="0"/>
              </a:rPr>
              <a:t>-4</a:t>
            </a:r>
            <a:r>
              <a:rPr lang="en-IN" sz="1600" dirty="0">
                <a:latin typeface="Calibri" panose="020F0502020204030204" pitchFamily="34" charset="0"/>
                <a:cs typeface="Calibri" panose="020F0502020204030204" pitchFamily="34" charset="0"/>
              </a:rPr>
              <a:t> mol of sulphuric acid is used. What is the amount of ethanoic acid present at equilibrium? </a:t>
            </a:r>
          </a:p>
          <a:p>
            <a:pPr marL="0" indent="0" algn="just">
              <a:lnSpc>
                <a:spcPct val="114000"/>
              </a:lnSpc>
              <a:spcBef>
                <a:spcPts val="600"/>
              </a:spcBef>
              <a:buNone/>
            </a:pPr>
            <a:r>
              <a:rPr lang="en-IN" sz="1600" b="1" dirty="0">
                <a:latin typeface="Calibri" panose="020F0502020204030204" pitchFamily="34" charset="0"/>
                <a:cs typeface="Calibri" panose="020F0502020204030204" pitchFamily="34" charset="0"/>
              </a:rPr>
              <a:t>Solution:  </a:t>
            </a:r>
            <a:r>
              <a:rPr lang="en-IN" sz="1600" dirty="0">
                <a:latin typeface="Calibri" panose="020F0502020204030204" pitchFamily="34" charset="0"/>
                <a:cs typeface="Calibri" panose="020F0502020204030204" pitchFamily="34" charset="0"/>
              </a:rPr>
              <a:t>Finding the amount of ethanoic acid,</a:t>
            </a:r>
          </a:p>
          <a:p>
            <a:pPr marL="285750" indent="-285750">
              <a:lnSpc>
                <a:spcPct val="114000"/>
              </a:lnSpc>
              <a:spcBef>
                <a:spcPts val="600"/>
              </a:spcBef>
              <a:buFont typeface="Arial" panose="020B0604020202020204" pitchFamily="34" charset="0"/>
              <a:buChar char="•"/>
            </a:pPr>
            <a:r>
              <a:rPr lang="en-IN" sz="1600" dirty="0">
                <a:latin typeface="Calibri" panose="020F0502020204030204" pitchFamily="34" charset="0"/>
                <a:cs typeface="Calibri" panose="020F0502020204030204" pitchFamily="34" charset="0"/>
              </a:rPr>
              <a:t>Amount of </a:t>
            </a:r>
            <a:r>
              <a:rPr lang="en-IN" sz="1600" dirty="0" err="1">
                <a:latin typeface="Calibri" panose="020F0502020204030204" pitchFamily="34" charset="0"/>
                <a:cs typeface="Calibri" panose="020F0502020204030204" pitchFamily="34" charset="0"/>
              </a:rPr>
              <a:t>NaOH</a:t>
            </a:r>
            <a:r>
              <a:rPr lang="en-IN" sz="1600" dirty="0">
                <a:latin typeface="Calibri" panose="020F0502020204030204" pitchFamily="34" charset="0"/>
                <a:cs typeface="Calibri" panose="020F0502020204030204" pitchFamily="34" charset="0"/>
              </a:rPr>
              <a:t>= volume × concentration = 0.05 × 0.5 = 0.025 </a:t>
            </a:r>
            <a:r>
              <a:rPr lang="en-IN" sz="1600" dirty="0" err="1">
                <a:latin typeface="Calibri" panose="020F0502020204030204" pitchFamily="34" charset="0"/>
                <a:cs typeface="Calibri" panose="020F0502020204030204" pitchFamily="34" charset="0"/>
              </a:rPr>
              <a:t>mol</a:t>
            </a:r>
            <a:endParaRPr lang="en-IN" sz="1600" dirty="0">
              <a:latin typeface="Calibri" panose="020F0502020204030204" pitchFamily="34" charset="0"/>
              <a:cs typeface="Calibri" panose="020F0502020204030204" pitchFamily="34" charset="0"/>
            </a:endParaRPr>
          </a:p>
          <a:p>
            <a:pPr marL="285750" indent="-285750">
              <a:lnSpc>
                <a:spcPct val="114000"/>
              </a:lnSpc>
              <a:spcBef>
                <a:spcPts val="600"/>
              </a:spcBef>
              <a:buFont typeface="Arial" panose="020B0604020202020204" pitchFamily="34" charset="0"/>
              <a:buChar char="•"/>
            </a:pPr>
            <a:r>
              <a:rPr lang="en-IN" sz="1600" dirty="0">
                <a:latin typeface="Calibri" panose="020F0502020204030204" pitchFamily="34" charset="0"/>
                <a:cs typeface="Calibri" panose="020F0502020204030204" pitchFamily="34" charset="0"/>
              </a:rPr>
              <a:t>Amount of H</a:t>
            </a:r>
            <a:r>
              <a:rPr lang="en-IN" sz="1600" baseline="30000" dirty="0">
                <a:latin typeface="Calibri" panose="020F0502020204030204" pitchFamily="34" charset="0"/>
                <a:cs typeface="Calibri" panose="020F0502020204030204" pitchFamily="34" charset="0"/>
              </a:rPr>
              <a:t>+</a:t>
            </a:r>
            <a:r>
              <a:rPr lang="en-IN" sz="1600" dirty="0">
                <a:latin typeface="Calibri" panose="020F0502020204030204" pitchFamily="34" charset="0"/>
                <a:cs typeface="Calibri" panose="020F0502020204030204" pitchFamily="34" charset="0"/>
              </a:rPr>
              <a:t> ions in the 25 cm</a:t>
            </a:r>
            <a:r>
              <a:rPr lang="en-IN" sz="1600" baseline="30000" dirty="0">
                <a:latin typeface="Calibri" panose="020F0502020204030204" pitchFamily="34" charset="0"/>
                <a:cs typeface="Calibri" panose="020F0502020204030204" pitchFamily="34" charset="0"/>
              </a:rPr>
              <a:t>3 </a:t>
            </a:r>
            <a:r>
              <a:rPr lang="en-IN" sz="1600" dirty="0">
                <a:latin typeface="Calibri" panose="020F0502020204030204" pitchFamily="34" charset="0"/>
                <a:cs typeface="Calibri" panose="020F0502020204030204" pitchFamily="34" charset="0"/>
              </a:rPr>
              <a:t>= 0.025 mol</a:t>
            </a:r>
          </a:p>
          <a:p>
            <a:pPr marL="285750" indent="-285750">
              <a:lnSpc>
                <a:spcPct val="114000"/>
              </a:lnSpc>
              <a:spcBef>
                <a:spcPts val="600"/>
              </a:spcBef>
              <a:buFont typeface="Arial" panose="020B0604020202020204" pitchFamily="34" charset="0"/>
              <a:buChar char="•"/>
            </a:pPr>
            <a:r>
              <a:rPr lang="en-IN" sz="1600" dirty="0">
                <a:latin typeface="Calibri" panose="020F0502020204030204" pitchFamily="34" charset="0"/>
                <a:cs typeface="Calibri" panose="020F0502020204030204" pitchFamily="34" charset="0"/>
              </a:rPr>
              <a:t>Hence, the amount of H</a:t>
            </a:r>
            <a:r>
              <a:rPr lang="en-IN" sz="1600" baseline="30000" dirty="0">
                <a:latin typeface="Calibri" panose="020F0502020204030204" pitchFamily="34" charset="0"/>
                <a:cs typeface="Calibri" panose="020F0502020204030204" pitchFamily="34" charset="0"/>
              </a:rPr>
              <a:t>+</a:t>
            </a:r>
            <a:r>
              <a:rPr lang="en-IN" sz="1600" dirty="0">
                <a:latin typeface="Calibri" panose="020F0502020204030204" pitchFamily="34" charset="0"/>
                <a:cs typeface="Calibri" panose="020F0502020204030204" pitchFamily="34" charset="0"/>
              </a:rPr>
              <a:t> ions in the 250 cm</a:t>
            </a:r>
            <a:r>
              <a:rPr lang="en-IN" sz="1600" baseline="30000" dirty="0">
                <a:latin typeface="Calibri" panose="020F0502020204030204" pitchFamily="34" charset="0"/>
                <a:cs typeface="Calibri" panose="020F0502020204030204" pitchFamily="34" charset="0"/>
              </a:rPr>
              <a:t>3</a:t>
            </a:r>
            <a:r>
              <a:rPr lang="en-IN" sz="1600" dirty="0">
                <a:latin typeface="Calibri" panose="020F0502020204030204" pitchFamily="34" charset="0"/>
                <a:cs typeface="Calibri" panose="020F0502020204030204" pitchFamily="34" charset="0"/>
              </a:rPr>
              <a:t>= 0.25 </a:t>
            </a:r>
            <a:r>
              <a:rPr lang="en-IN" sz="1600" dirty="0" err="1">
                <a:latin typeface="Calibri" panose="020F0502020204030204" pitchFamily="34" charset="0"/>
                <a:cs typeface="Calibri" panose="020F0502020204030204" pitchFamily="34" charset="0"/>
              </a:rPr>
              <a:t>mol</a:t>
            </a:r>
            <a:endParaRPr lang="en-IN" sz="1600" dirty="0">
              <a:latin typeface="Calibri" panose="020F0502020204030204" pitchFamily="34" charset="0"/>
              <a:cs typeface="Calibri" panose="020F0502020204030204" pitchFamily="34" charset="0"/>
            </a:endParaRPr>
          </a:p>
          <a:p>
            <a:pPr marL="285750" indent="-285750" algn="just">
              <a:lnSpc>
                <a:spcPct val="114000"/>
              </a:lnSpc>
              <a:spcBef>
                <a:spcPts val="600"/>
              </a:spcBef>
              <a:buFont typeface="Arial" panose="020B0604020202020204" pitchFamily="34" charset="0"/>
              <a:buChar char="•"/>
            </a:pPr>
            <a:r>
              <a:rPr lang="en-IN" sz="1600" dirty="0">
                <a:latin typeface="Calibri" panose="020F0502020204030204" pitchFamily="34" charset="0"/>
                <a:cs typeface="Calibri" panose="020F0502020204030204" pitchFamily="34" charset="0"/>
              </a:rPr>
              <a:t>H</a:t>
            </a:r>
            <a:r>
              <a:rPr lang="en-IN" sz="1600" baseline="30000" dirty="0">
                <a:latin typeface="Calibri" panose="020F0502020204030204" pitchFamily="34" charset="0"/>
                <a:cs typeface="Calibri" panose="020F0502020204030204" pitchFamily="34" charset="0"/>
              </a:rPr>
              <a:t>+</a:t>
            </a:r>
            <a:r>
              <a:rPr lang="en-IN" sz="1600" dirty="0">
                <a:latin typeface="Calibri" panose="020F0502020204030204" pitchFamily="34" charset="0"/>
                <a:cs typeface="Calibri" panose="020F0502020204030204" pitchFamily="34" charset="0"/>
              </a:rPr>
              <a:t> ions are present due to carboxylic acid and sulphuric acid. A molecule of sulphuric acid has two H</a:t>
            </a:r>
            <a:r>
              <a:rPr lang="en-IN" sz="1600" baseline="30000" dirty="0">
                <a:latin typeface="Calibri" panose="020F0502020204030204" pitchFamily="34" charset="0"/>
                <a:cs typeface="Calibri" panose="020F0502020204030204" pitchFamily="34" charset="0"/>
              </a:rPr>
              <a:t>+</a:t>
            </a:r>
            <a:r>
              <a:rPr lang="en-IN" sz="1600" dirty="0">
                <a:latin typeface="Calibri" panose="020F0502020204030204" pitchFamily="34" charset="0"/>
                <a:cs typeface="Calibri" panose="020F0502020204030204" pitchFamily="34" charset="0"/>
              </a:rPr>
              <a:t> ions. </a:t>
            </a:r>
          </a:p>
          <a:p>
            <a:pPr marL="285750" indent="-285750" algn="just">
              <a:lnSpc>
                <a:spcPct val="114000"/>
              </a:lnSpc>
              <a:spcBef>
                <a:spcPts val="600"/>
              </a:spcBef>
              <a:buFont typeface="Arial" panose="020B0604020202020204" pitchFamily="34" charset="0"/>
              <a:buChar char="•"/>
            </a:pPr>
            <a:r>
              <a:rPr lang="en-IN" sz="1600" dirty="0">
                <a:latin typeface="Calibri" panose="020F0502020204030204" pitchFamily="34" charset="0"/>
                <a:cs typeface="Calibri" panose="020F0502020204030204" pitchFamily="34" charset="0"/>
              </a:rPr>
              <a:t>Hence,  amount of ethanoic acid at equilibrium is=0.25-(2×6×10</a:t>
            </a:r>
            <a:r>
              <a:rPr lang="en-IN" sz="1600" baseline="30000" dirty="0">
                <a:latin typeface="Calibri" panose="020F0502020204030204" pitchFamily="34" charset="0"/>
                <a:cs typeface="Calibri" panose="020F0502020204030204" pitchFamily="34" charset="0"/>
              </a:rPr>
              <a:t>-4</a:t>
            </a:r>
            <a:r>
              <a:rPr lang="en-IN" sz="1600" dirty="0">
                <a:latin typeface="Calibri" panose="020F0502020204030204" pitchFamily="34" charset="0"/>
                <a:cs typeface="Calibri" panose="020F0502020204030204" pitchFamily="34" charset="0"/>
              </a:rPr>
              <a:t>) = 0.249 mol</a:t>
            </a:r>
            <a:endParaRPr lang="ar-AE" sz="1600" dirty="0">
              <a:solidFill>
                <a:schemeClr val="tx1"/>
              </a:solidFill>
              <a:latin typeface="Calibri" panose="020F0502020204030204" pitchFamily="34" charset="0"/>
              <a:cs typeface="Calibri" panose="020F0502020204030204" pitchFamily="34" charset="0"/>
            </a:endParaRPr>
          </a:p>
          <a:p>
            <a:pPr marL="0" lvl="0" indent="0" algn="l" rtl="0">
              <a:lnSpc>
                <a:spcPct val="114000"/>
              </a:lnSpc>
              <a:spcBef>
                <a:spcPts val="600"/>
              </a:spcBef>
              <a:spcAft>
                <a:spcPts val="0"/>
              </a:spcAft>
              <a:buNone/>
            </a:pPr>
            <a:endParaRPr sz="16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67504287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116"/>
        <p:cNvGrpSpPr/>
        <p:nvPr/>
      </p:nvGrpSpPr>
      <p:grpSpPr>
        <a:xfrm>
          <a:off x="0" y="0"/>
          <a:ext cx="0" cy="0"/>
          <a:chOff x="0" y="0"/>
          <a:chExt cx="0" cy="0"/>
        </a:xfrm>
      </p:grpSpPr>
      <p:sp>
        <p:nvSpPr>
          <p:cNvPr id="117" name="Google Shape;117;p26"/>
          <p:cNvSpPr txBox="1">
            <a:spLocks noGrp="1"/>
          </p:cNvSpPr>
          <p:nvPr>
            <p:ph type="title"/>
          </p:nvPr>
        </p:nvSpPr>
        <p:spPr>
          <a:xfrm>
            <a:off x="933025" y="592925"/>
            <a:ext cx="6305100" cy="767700"/>
          </a:xfrm>
          <a:prstGeom prst="rect">
            <a:avLst/>
          </a:prstGeom>
        </p:spPr>
        <p:txBody>
          <a:bodyPr spcFirstLastPara="1" wrap="square" lIns="91425" tIns="91425" rIns="91425" bIns="91425" anchor="b" anchorCtr="0">
            <a:noAutofit/>
          </a:bodyPr>
          <a:lstStyle/>
          <a:p>
            <a:pPr lvl="0"/>
            <a:r>
              <a:rPr lang="en-IN" dirty="0"/>
              <a:t>Working out the equilibrium constant </a:t>
            </a:r>
          </a:p>
        </p:txBody>
      </p:sp>
      <p:sp>
        <p:nvSpPr>
          <p:cNvPr id="118" name="Google Shape;118;p26"/>
          <p:cNvSpPr txBox="1"/>
          <p:nvPr/>
        </p:nvSpPr>
        <p:spPr>
          <a:xfrm>
            <a:off x="550984" y="1763411"/>
            <a:ext cx="7513112" cy="2492100"/>
          </a:xfrm>
          <a:prstGeom prst="rect">
            <a:avLst/>
          </a:prstGeom>
          <a:noFill/>
          <a:ln>
            <a:noFill/>
          </a:ln>
        </p:spPr>
        <p:txBody>
          <a:bodyPr spcFirstLastPara="1" wrap="square" lIns="91425" tIns="91425" rIns="91425" bIns="91425" anchor="t" anchorCtr="0">
            <a:noAutofit/>
          </a:bodyPr>
          <a:lstStyle/>
          <a:p>
            <a:pPr marL="285750" indent="-285750" algn="just">
              <a:lnSpc>
                <a:spcPct val="114000"/>
              </a:lnSpc>
              <a:spcBef>
                <a:spcPts val="600"/>
              </a:spcBef>
              <a:buFont typeface="Arial" panose="020B0604020202020204" pitchFamily="34" charset="0"/>
              <a:buChar char="•"/>
            </a:pPr>
            <a:r>
              <a:rPr lang="en-IN" sz="1600" dirty="0">
                <a:latin typeface="Calibri" panose="020F0502020204030204" pitchFamily="34" charset="0"/>
                <a:cs typeface="Calibri" panose="020F0502020204030204" pitchFamily="34" charset="0"/>
              </a:rPr>
              <a:t>0.5 mol of ethanol and 0.45 mol of ethanoic acid reacts </a:t>
            </a:r>
          </a:p>
          <a:p>
            <a:pPr algn="just">
              <a:lnSpc>
                <a:spcPct val="114000"/>
              </a:lnSpc>
              <a:spcBef>
                <a:spcPts val="600"/>
              </a:spcBef>
            </a:pPr>
            <a:r>
              <a:rPr lang="en-IN" sz="1600" b="1" dirty="0">
                <a:latin typeface="Calibri" panose="020F0502020204030204" pitchFamily="34" charset="0"/>
                <a:cs typeface="Calibri" panose="020F0502020204030204" pitchFamily="34" charset="0"/>
              </a:rPr>
              <a:t>Solution:  </a:t>
            </a:r>
            <a:r>
              <a:rPr lang="en-IN" sz="1600" dirty="0">
                <a:latin typeface="Calibri" panose="020F0502020204030204" pitchFamily="34" charset="0"/>
                <a:cs typeface="Calibri" panose="020F0502020204030204" pitchFamily="34" charset="0"/>
              </a:rPr>
              <a:t>Finding concentration of reactants and products to find out Kc,</a:t>
            </a:r>
          </a:p>
          <a:p>
            <a:pPr marL="412750" indent="-285750" algn="just">
              <a:lnSpc>
                <a:spcPct val="114000"/>
              </a:lnSpc>
              <a:spcBef>
                <a:spcPts val="600"/>
              </a:spcBef>
              <a:buFont typeface="Arial" panose="020B0604020202020204" pitchFamily="34" charset="0"/>
              <a:buChar char="•"/>
            </a:pPr>
            <a:r>
              <a:rPr lang="en-IN" sz="1600" dirty="0">
                <a:solidFill>
                  <a:srgbClr val="000000"/>
                </a:solidFill>
                <a:latin typeface="Calibri" panose="020F0502020204030204" pitchFamily="34" charset="0"/>
                <a:cs typeface="Calibri" panose="020F0502020204030204" pitchFamily="34" charset="0"/>
              </a:rPr>
              <a:t>Amount of ethanoic acid that has reacted= initial amount-amount at equilibrium = 0.45-0.249 mol=0.201 mol</a:t>
            </a:r>
          </a:p>
          <a:p>
            <a:pPr marL="412750" indent="-285750" algn="just">
              <a:lnSpc>
                <a:spcPct val="114000"/>
              </a:lnSpc>
              <a:spcBef>
                <a:spcPts val="600"/>
              </a:spcBef>
              <a:buFont typeface="Arial" panose="020B0604020202020204" pitchFamily="34" charset="0"/>
              <a:buChar char="•"/>
            </a:pPr>
            <a:r>
              <a:rPr lang="en-IN" sz="1600" dirty="0">
                <a:solidFill>
                  <a:srgbClr val="000000"/>
                </a:solidFill>
                <a:latin typeface="Calibri" panose="020F0502020204030204" pitchFamily="34" charset="0"/>
                <a:cs typeface="Calibri" panose="020F0502020204030204" pitchFamily="34" charset="0"/>
              </a:rPr>
              <a:t>Amount of ethanol at equilibrium= initial amount-amount that has reacted =0.5-0.201=0.299 mol</a:t>
            </a:r>
          </a:p>
          <a:p>
            <a:pPr marL="412750" indent="-285750" algn="just">
              <a:lnSpc>
                <a:spcPct val="114000"/>
              </a:lnSpc>
              <a:spcBef>
                <a:spcPts val="600"/>
              </a:spcBef>
              <a:buFont typeface="Arial" panose="020B0604020202020204" pitchFamily="34" charset="0"/>
              <a:buChar char="•"/>
            </a:pPr>
            <a:r>
              <a:rPr lang="en-IN" sz="1600" dirty="0">
                <a:solidFill>
                  <a:srgbClr val="000000"/>
                </a:solidFill>
                <a:latin typeface="Calibri" panose="020F0502020204030204" pitchFamily="34" charset="0"/>
                <a:cs typeface="Calibri" panose="020F0502020204030204" pitchFamily="34" charset="0"/>
              </a:rPr>
              <a:t>Amount of ethyl ethanoate at equilibrium= initial amount + amount formed= 0 + 0.201 =0.201 mol</a:t>
            </a:r>
          </a:p>
          <a:p>
            <a:pPr marL="412750" indent="-285750" algn="just">
              <a:lnSpc>
                <a:spcPct val="114000"/>
              </a:lnSpc>
              <a:spcBef>
                <a:spcPts val="600"/>
              </a:spcBef>
              <a:buFont typeface="Arial" panose="020B0604020202020204" pitchFamily="34" charset="0"/>
              <a:buChar char="•"/>
            </a:pPr>
            <a:r>
              <a:rPr lang="en-IN" sz="1600" dirty="0">
                <a:solidFill>
                  <a:srgbClr val="000000"/>
                </a:solidFill>
                <a:latin typeface="Calibri" panose="020F0502020204030204" pitchFamily="34" charset="0"/>
                <a:cs typeface="Calibri" panose="020F0502020204030204" pitchFamily="34" charset="0"/>
              </a:rPr>
              <a:t>Amount of water at equilibrium= initial amount + amount formed= 0 + 0.201 =0.201 mol</a:t>
            </a:r>
          </a:p>
          <a:p>
            <a:pPr marL="0" lvl="0" indent="0" algn="l" rtl="0">
              <a:lnSpc>
                <a:spcPct val="114000"/>
              </a:lnSpc>
              <a:spcBef>
                <a:spcPts val="600"/>
              </a:spcBef>
              <a:spcAft>
                <a:spcPts val="0"/>
              </a:spcAft>
              <a:buNone/>
            </a:pPr>
            <a:endParaRPr sz="16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22467076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116"/>
        <p:cNvGrpSpPr/>
        <p:nvPr/>
      </p:nvGrpSpPr>
      <p:grpSpPr>
        <a:xfrm>
          <a:off x="0" y="0"/>
          <a:ext cx="0" cy="0"/>
          <a:chOff x="0" y="0"/>
          <a:chExt cx="0" cy="0"/>
        </a:xfrm>
      </p:grpSpPr>
      <p:sp>
        <p:nvSpPr>
          <p:cNvPr id="117" name="Google Shape;117;p26"/>
          <p:cNvSpPr txBox="1">
            <a:spLocks noGrp="1"/>
          </p:cNvSpPr>
          <p:nvPr>
            <p:ph type="title"/>
          </p:nvPr>
        </p:nvSpPr>
        <p:spPr>
          <a:xfrm>
            <a:off x="933025" y="592925"/>
            <a:ext cx="6305100" cy="767700"/>
          </a:xfrm>
          <a:prstGeom prst="rect">
            <a:avLst/>
          </a:prstGeom>
        </p:spPr>
        <p:txBody>
          <a:bodyPr spcFirstLastPara="1" wrap="square" lIns="91425" tIns="91425" rIns="91425" bIns="91425" anchor="b" anchorCtr="0">
            <a:noAutofit/>
          </a:bodyPr>
          <a:lstStyle/>
          <a:p>
            <a:pPr lvl="0"/>
            <a:r>
              <a:rPr lang="en-IN" dirty="0"/>
              <a:t>Working out the equilibrium constant </a:t>
            </a:r>
          </a:p>
        </p:txBody>
      </p:sp>
      <p:sp>
        <p:nvSpPr>
          <p:cNvPr id="118" name="Google Shape;118;p26"/>
          <p:cNvSpPr txBox="1"/>
          <p:nvPr/>
        </p:nvSpPr>
        <p:spPr>
          <a:xfrm>
            <a:off x="550984" y="1763411"/>
            <a:ext cx="7513112" cy="2492100"/>
          </a:xfrm>
          <a:prstGeom prst="rect">
            <a:avLst/>
          </a:prstGeom>
          <a:noFill/>
          <a:ln>
            <a:noFill/>
          </a:ln>
        </p:spPr>
        <p:txBody>
          <a:bodyPr spcFirstLastPara="1" wrap="square" lIns="91425" tIns="91425" rIns="91425" bIns="91425" anchor="t" anchorCtr="0">
            <a:noAutofit/>
          </a:bodyPr>
          <a:lstStyle/>
          <a:p>
            <a:pPr marL="285750" indent="-285750" algn="just">
              <a:lnSpc>
                <a:spcPct val="114000"/>
              </a:lnSpc>
              <a:spcBef>
                <a:spcPts val="600"/>
              </a:spcBef>
              <a:buFont typeface="Arial" panose="020B0604020202020204" pitchFamily="34" charset="0"/>
              <a:buChar char="•"/>
            </a:pPr>
            <a:r>
              <a:rPr lang="en-IN" sz="1600" dirty="0">
                <a:latin typeface="Calibri" panose="020F0502020204030204" pitchFamily="34" charset="0"/>
                <a:cs typeface="Calibri" panose="020F0502020204030204" pitchFamily="34" charset="0"/>
              </a:rPr>
              <a:t>Calculate Kc</a:t>
            </a:r>
          </a:p>
          <a:p>
            <a:pPr algn="just">
              <a:lnSpc>
                <a:spcPct val="114000"/>
              </a:lnSpc>
              <a:spcBef>
                <a:spcPts val="600"/>
              </a:spcBef>
            </a:pPr>
            <a:r>
              <a:rPr lang="en-IN" sz="1600" b="1" dirty="0">
                <a:latin typeface="Calibri" panose="020F0502020204030204" pitchFamily="34" charset="0"/>
                <a:cs typeface="Calibri" panose="020F0502020204030204" pitchFamily="34" charset="0"/>
              </a:rPr>
              <a:t>Solution: </a:t>
            </a:r>
            <a:r>
              <a:rPr lang="en-IN" sz="1600" dirty="0">
                <a:latin typeface="Calibri" panose="020F0502020204030204" pitchFamily="34" charset="0"/>
                <a:cs typeface="Calibri" panose="020F0502020204030204" pitchFamily="34" charset="0"/>
              </a:rPr>
              <a:t>At equilibrium,</a:t>
            </a:r>
          </a:p>
          <a:p>
            <a:pPr marL="412750" indent="-285750" algn="just">
              <a:lnSpc>
                <a:spcPct val="114000"/>
              </a:lnSpc>
              <a:buFont typeface="Arial" panose="020B0604020202020204" pitchFamily="34" charset="0"/>
              <a:buChar char="•"/>
            </a:pPr>
            <a:r>
              <a:rPr lang="en-IN" sz="1600" dirty="0">
                <a:solidFill>
                  <a:srgbClr val="000000"/>
                </a:solidFill>
                <a:latin typeface="Calibri" panose="020F0502020204030204" pitchFamily="34" charset="0"/>
                <a:cs typeface="Calibri" panose="020F0502020204030204" pitchFamily="34" charset="0"/>
              </a:rPr>
              <a:t>Concentration of ethanoic acid = 0.249 mol</a:t>
            </a:r>
          </a:p>
          <a:p>
            <a:pPr marL="412750" indent="-285750" algn="just">
              <a:lnSpc>
                <a:spcPct val="114000"/>
              </a:lnSpc>
              <a:buFont typeface="Arial" panose="020B0604020202020204" pitchFamily="34" charset="0"/>
              <a:buChar char="•"/>
            </a:pPr>
            <a:r>
              <a:rPr lang="en-IN" sz="1600" dirty="0">
                <a:solidFill>
                  <a:srgbClr val="000000"/>
                </a:solidFill>
                <a:latin typeface="Calibri" panose="020F0502020204030204" pitchFamily="34" charset="0"/>
                <a:cs typeface="Calibri" panose="020F0502020204030204" pitchFamily="34" charset="0"/>
              </a:rPr>
              <a:t>Concentration of ethanol = 0.299 mol</a:t>
            </a:r>
          </a:p>
          <a:p>
            <a:pPr marL="412750" indent="-285750" algn="just">
              <a:lnSpc>
                <a:spcPct val="114000"/>
              </a:lnSpc>
              <a:buFont typeface="Arial" panose="020B0604020202020204" pitchFamily="34" charset="0"/>
              <a:buChar char="•"/>
            </a:pPr>
            <a:r>
              <a:rPr lang="en-IN" sz="1600" dirty="0">
                <a:solidFill>
                  <a:srgbClr val="000000"/>
                </a:solidFill>
                <a:latin typeface="Calibri" panose="020F0502020204030204" pitchFamily="34" charset="0"/>
                <a:cs typeface="Calibri" panose="020F0502020204030204" pitchFamily="34" charset="0"/>
              </a:rPr>
              <a:t>Concentration of ethyl ethanoate = 0.201 mol</a:t>
            </a:r>
          </a:p>
          <a:p>
            <a:pPr marL="412750" indent="-285750" algn="just">
              <a:lnSpc>
                <a:spcPct val="114000"/>
              </a:lnSpc>
              <a:buFont typeface="Arial" panose="020B0604020202020204" pitchFamily="34" charset="0"/>
              <a:buChar char="•"/>
            </a:pPr>
            <a:r>
              <a:rPr lang="en-IN" sz="1600" dirty="0">
                <a:solidFill>
                  <a:srgbClr val="000000"/>
                </a:solidFill>
                <a:latin typeface="Calibri" panose="020F0502020204030204" pitchFamily="34" charset="0"/>
                <a:cs typeface="Calibri" panose="020F0502020204030204" pitchFamily="34" charset="0"/>
              </a:rPr>
              <a:t>Concentration of water = 0.201 mol</a:t>
            </a:r>
          </a:p>
          <a:p>
            <a:pPr marL="0" lvl="0" indent="0" algn="l" rtl="0">
              <a:lnSpc>
                <a:spcPct val="114000"/>
              </a:lnSpc>
              <a:spcBef>
                <a:spcPts val="600"/>
              </a:spcBef>
              <a:spcAft>
                <a:spcPts val="0"/>
              </a:spcAft>
              <a:buNone/>
            </a:pPr>
            <a:endParaRPr sz="1600" dirty="0">
              <a:latin typeface="Calibri" panose="020F0502020204030204" pitchFamily="34" charset="0"/>
              <a:cs typeface="Calibri" panose="020F0502020204030204" pitchFamily="34" charset="0"/>
            </a:endParaRPr>
          </a:p>
        </p:txBody>
      </p:sp>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3AE31974-31DB-40EB-AB54-9BF3283BC9CD}"/>
                  </a:ext>
                </a:extLst>
              </p:cNvPr>
              <p:cNvSpPr txBox="1"/>
              <p:nvPr/>
            </p:nvSpPr>
            <p:spPr>
              <a:xfrm>
                <a:off x="1861315" y="3729068"/>
                <a:ext cx="5068054" cy="929229"/>
              </a:xfrm>
              <a:prstGeom prst="rect">
                <a:avLst/>
              </a:prstGeom>
              <a:noFill/>
            </p:spPr>
            <p:txBody>
              <a:bodyPr wrap="none" rtlCol="0">
                <a:spAutoFit/>
              </a:bodyPr>
              <a:lstStyle/>
              <a:p>
                <a:pPr marL="127000" lvl="0" algn="just">
                  <a:lnSpc>
                    <a:spcPct val="113000"/>
                  </a:lnSpc>
                  <a:spcBef>
                    <a:spcPts val="600"/>
                  </a:spcBef>
                  <a:buClr>
                    <a:srgbClr val="434343"/>
                  </a:buClr>
                  <a:buSzPts val="1600"/>
                </a:pPr>
                <a14:m>
                  <m:oMathPara xmlns:m="http://schemas.openxmlformats.org/officeDocument/2006/math">
                    <m:oMathParaPr>
                      <m:jc m:val="centerGroup"/>
                    </m:oMathParaPr>
                    <m:oMath xmlns:m="http://schemas.openxmlformats.org/officeDocument/2006/math">
                      <m:sSub>
                        <m:sSubPr>
                          <m:ctrlPr>
                            <a:rPr lang="en-IN" sz="1600" i="1" smtClean="0">
                              <a:solidFill>
                                <a:srgbClr val="000000">
                                  <a:lumMod val="95000"/>
                                  <a:lumOff val="5000"/>
                                </a:srgbClr>
                              </a:solidFill>
                              <a:latin typeface="Cambria Math" panose="02040503050406030204" pitchFamily="18" charset="0"/>
                              <a:sym typeface="Roboto Condensed"/>
                            </a:rPr>
                          </m:ctrlPr>
                        </m:sSubPr>
                        <m:e>
                          <m:r>
                            <a:rPr lang="en-IN" sz="1600" i="1">
                              <a:solidFill>
                                <a:srgbClr val="000000">
                                  <a:lumMod val="95000"/>
                                  <a:lumOff val="5000"/>
                                </a:srgbClr>
                              </a:solidFill>
                              <a:latin typeface="Cambria Math" panose="02040503050406030204" pitchFamily="18" charset="0"/>
                              <a:sym typeface="Roboto Condensed"/>
                            </a:rPr>
                            <m:t>𝐾</m:t>
                          </m:r>
                        </m:e>
                        <m:sub>
                          <m:r>
                            <a:rPr lang="en-IN" sz="1600" i="1">
                              <a:solidFill>
                                <a:srgbClr val="000000">
                                  <a:lumMod val="95000"/>
                                  <a:lumOff val="5000"/>
                                </a:srgbClr>
                              </a:solidFill>
                              <a:latin typeface="Cambria Math" panose="02040503050406030204" pitchFamily="18" charset="0"/>
                              <a:sym typeface="Roboto Condensed"/>
                            </a:rPr>
                            <m:t>𝑐</m:t>
                          </m:r>
                        </m:sub>
                      </m:sSub>
                      <m:r>
                        <a:rPr lang="en-IN" sz="1600" i="1">
                          <a:solidFill>
                            <a:srgbClr val="000000">
                              <a:lumMod val="95000"/>
                              <a:lumOff val="5000"/>
                            </a:srgbClr>
                          </a:solidFill>
                          <a:latin typeface="Cambria Math" panose="02040503050406030204" pitchFamily="18" charset="0"/>
                          <a:sym typeface="Roboto Condensed"/>
                        </a:rPr>
                        <m:t>=</m:t>
                      </m:r>
                      <m:f>
                        <m:fPr>
                          <m:ctrlPr>
                            <a:rPr lang="en-IN" sz="1600" i="1">
                              <a:solidFill>
                                <a:srgbClr val="000000">
                                  <a:lumMod val="95000"/>
                                  <a:lumOff val="5000"/>
                                </a:srgbClr>
                              </a:solidFill>
                              <a:latin typeface="Cambria Math" panose="02040503050406030204" pitchFamily="18" charset="0"/>
                              <a:sym typeface="Roboto Condensed"/>
                            </a:rPr>
                          </m:ctrlPr>
                        </m:fPr>
                        <m:num>
                          <m:d>
                            <m:dPr>
                              <m:begChr m:val="["/>
                              <m:endChr m:val="]"/>
                              <m:ctrlPr>
                                <a:rPr lang="en-MY" sz="1600" b="0" i="1" smtClean="0">
                                  <a:solidFill>
                                    <a:srgbClr val="000000">
                                      <a:lumMod val="95000"/>
                                      <a:lumOff val="5000"/>
                                    </a:srgbClr>
                                  </a:solidFill>
                                  <a:latin typeface="Cambria Math" panose="02040503050406030204" pitchFamily="18" charset="0"/>
                                  <a:sym typeface="Roboto Condensed"/>
                                </a:rPr>
                              </m:ctrlPr>
                            </m:dPr>
                            <m:e>
                              <m:r>
                                <a:rPr lang="en-MY" sz="1600" b="0" i="1" smtClean="0">
                                  <a:solidFill>
                                    <a:srgbClr val="000000">
                                      <a:lumMod val="95000"/>
                                      <a:lumOff val="5000"/>
                                    </a:srgbClr>
                                  </a:solidFill>
                                  <a:latin typeface="Cambria Math" panose="02040503050406030204" pitchFamily="18" charset="0"/>
                                  <a:sym typeface="Roboto Condensed"/>
                                </a:rPr>
                                <m:t>𝐶𝐻</m:t>
                              </m:r>
                              <m:r>
                                <a:rPr lang="en-MY" sz="1600" b="0" i="1" baseline="-25000" smtClean="0">
                                  <a:solidFill>
                                    <a:srgbClr val="000000">
                                      <a:lumMod val="95000"/>
                                      <a:lumOff val="5000"/>
                                    </a:srgbClr>
                                  </a:solidFill>
                                  <a:latin typeface="Cambria Math" panose="02040503050406030204" pitchFamily="18" charset="0"/>
                                  <a:sym typeface="Roboto Condensed"/>
                                </a:rPr>
                                <m:t>3</m:t>
                              </m:r>
                              <m:r>
                                <a:rPr lang="en-MY" sz="1600" b="0" i="1" smtClean="0">
                                  <a:solidFill>
                                    <a:srgbClr val="000000">
                                      <a:lumMod val="95000"/>
                                      <a:lumOff val="5000"/>
                                    </a:srgbClr>
                                  </a:solidFill>
                                  <a:latin typeface="Cambria Math" panose="02040503050406030204" pitchFamily="18" charset="0"/>
                                  <a:sym typeface="Roboto Condensed"/>
                                </a:rPr>
                                <m:t>𝐶𝑂𝑂𝐶</m:t>
                              </m:r>
                              <m:r>
                                <a:rPr lang="en-MY" sz="1600" b="0" i="1" baseline="-25000" smtClean="0">
                                  <a:solidFill>
                                    <a:srgbClr val="000000">
                                      <a:lumMod val="95000"/>
                                      <a:lumOff val="5000"/>
                                    </a:srgbClr>
                                  </a:solidFill>
                                  <a:latin typeface="Cambria Math" panose="02040503050406030204" pitchFamily="18" charset="0"/>
                                  <a:sym typeface="Roboto Condensed"/>
                                </a:rPr>
                                <m:t>2</m:t>
                              </m:r>
                              <m:r>
                                <a:rPr lang="en-MY" sz="1600" b="0" i="1" smtClean="0">
                                  <a:solidFill>
                                    <a:srgbClr val="000000">
                                      <a:lumMod val="95000"/>
                                      <a:lumOff val="5000"/>
                                    </a:srgbClr>
                                  </a:solidFill>
                                  <a:latin typeface="Cambria Math" panose="02040503050406030204" pitchFamily="18" charset="0"/>
                                  <a:sym typeface="Roboto Condensed"/>
                                </a:rPr>
                                <m:t>𝐻</m:t>
                              </m:r>
                              <m:r>
                                <a:rPr lang="en-MY" sz="1600" b="0" i="1" baseline="-25000" smtClean="0">
                                  <a:solidFill>
                                    <a:srgbClr val="000000">
                                      <a:lumMod val="95000"/>
                                      <a:lumOff val="5000"/>
                                    </a:srgbClr>
                                  </a:solidFill>
                                  <a:latin typeface="Cambria Math" panose="02040503050406030204" pitchFamily="18" charset="0"/>
                                  <a:sym typeface="Roboto Condensed"/>
                                </a:rPr>
                                <m:t>5</m:t>
                              </m:r>
                            </m:e>
                          </m:d>
                          <m:r>
                            <a:rPr lang="en-MY" sz="1600" b="0" i="1" smtClean="0">
                              <a:solidFill>
                                <a:srgbClr val="000000">
                                  <a:lumMod val="95000"/>
                                  <a:lumOff val="5000"/>
                                </a:srgbClr>
                              </a:solidFill>
                              <a:latin typeface="Cambria Math" panose="02040503050406030204" pitchFamily="18" charset="0"/>
                              <a:sym typeface="Roboto Condensed"/>
                            </a:rPr>
                            <m:t>[</m:t>
                          </m:r>
                          <m:r>
                            <a:rPr lang="en-MY" sz="1600" b="0" i="1" smtClean="0">
                              <a:solidFill>
                                <a:srgbClr val="000000">
                                  <a:lumMod val="95000"/>
                                  <a:lumOff val="5000"/>
                                </a:srgbClr>
                              </a:solidFill>
                              <a:latin typeface="Cambria Math" panose="02040503050406030204" pitchFamily="18" charset="0"/>
                              <a:sym typeface="Roboto Condensed"/>
                            </a:rPr>
                            <m:t>𝐻</m:t>
                          </m:r>
                          <m:r>
                            <a:rPr lang="en-MY" sz="1600" b="0" i="1" baseline="-25000" smtClean="0">
                              <a:solidFill>
                                <a:srgbClr val="000000">
                                  <a:lumMod val="95000"/>
                                  <a:lumOff val="5000"/>
                                </a:srgbClr>
                              </a:solidFill>
                              <a:latin typeface="Cambria Math" panose="02040503050406030204" pitchFamily="18" charset="0"/>
                              <a:sym typeface="Roboto Condensed"/>
                            </a:rPr>
                            <m:t>2</m:t>
                          </m:r>
                          <m:r>
                            <a:rPr lang="en-MY" sz="1600" b="0" i="1" smtClean="0">
                              <a:solidFill>
                                <a:srgbClr val="000000">
                                  <a:lumMod val="95000"/>
                                  <a:lumOff val="5000"/>
                                </a:srgbClr>
                              </a:solidFill>
                              <a:latin typeface="Cambria Math" panose="02040503050406030204" pitchFamily="18" charset="0"/>
                              <a:sym typeface="Roboto Condensed"/>
                            </a:rPr>
                            <m:t>𝑂</m:t>
                          </m:r>
                          <m:r>
                            <a:rPr lang="en-MY" sz="1600" b="0" i="1" smtClean="0">
                              <a:solidFill>
                                <a:srgbClr val="000000">
                                  <a:lumMod val="95000"/>
                                  <a:lumOff val="5000"/>
                                </a:srgbClr>
                              </a:solidFill>
                              <a:latin typeface="Cambria Math" panose="02040503050406030204" pitchFamily="18" charset="0"/>
                              <a:sym typeface="Roboto Condensed"/>
                            </a:rPr>
                            <m:t>]</m:t>
                          </m:r>
                        </m:num>
                        <m:den>
                          <m:d>
                            <m:dPr>
                              <m:begChr m:val="["/>
                              <m:endChr m:val="]"/>
                              <m:ctrlPr>
                                <a:rPr lang="en-MY" sz="1600" i="1">
                                  <a:solidFill>
                                    <a:srgbClr val="000000">
                                      <a:lumMod val="95000"/>
                                      <a:lumOff val="5000"/>
                                    </a:srgbClr>
                                  </a:solidFill>
                                  <a:latin typeface="Cambria Math" panose="02040503050406030204" pitchFamily="18" charset="0"/>
                                  <a:sym typeface="Roboto Condensed"/>
                                </a:rPr>
                              </m:ctrlPr>
                            </m:dPr>
                            <m:e>
                              <m:r>
                                <a:rPr lang="en-MY" sz="1600" i="1">
                                  <a:solidFill>
                                    <a:srgbClr val="000000">
                                      <a:lumMod val="95000"/>
                                      <a:lumOff val="5000"/>
                                    </a:srgbClr>
                                  </a:solidFill>
                                  <a:latin typeface="Cambria Math" panose="02040503050406030204" pitchFamily="18" charset="0"/>
                                  <a:sym typeface="Roboto Condensed"/>
                                </a:rPr>
                                <m:t>𝐶𝐻</m:t>
                              </m:r>
                              <m:r>
                                <a:rPr lang="en-MY" sz="1600" i="1" baseline="-25000">
                                  <a:solidFill>
                                    <a:srgbClr val="000000">
                                      <a:lumMod val="95000"/>
                                      <a:lumOff val="5000"/>
                                    </a:srgbClr>
                                  </a:solidFill>
                                  <a:latin typeface="Cambria Math" panose="02040503050406030204" pitchFamily="18" charset="0"/>
                                  <a:sym typeface="Roboto Condensed"/>
                                </a:rPr>
                                <m:t>3</m:t>
                              </m:r>
                              <m:r>
                                <a:rPr lang="en-MY" sz="1600" i="1">
                                  <a:solidFill>
                                    <a:srgbClr val="000000">
                                      <a:lumMod val="95000"/>
                                      <a:lumOff val="5000"/>
                                    </a:srgbClr>
                                  </a:solidFill>
                                  <a:latin typeface="Cambria Math" panose="02040503050406030204" pitchFamily="18" charset="0"/>
                                  <a:sym typeface="Roboto Condensed"/>
                                </a:rPr>
                                <m:t>𝐶𝑂𝑂𝐻</m:t>
                              </m:r>
                            </m:e>
                          </m:d>
                          <m:r>
                            <a:rPr lang="en-MY" sz="1600" i="1">
                              <a:solidFill>
                                <a:srgbClr val="000000">
                                  <a:lumMod val="95000"/>
                                  <a:lumOff val="5000"/>
                                </a:srgbClr>
                              </a:solidFill>
                              <a:latin typeface="Cambria Math" panose="02040503050406030204" pitchFamily="18" charset="0"/>
                              <a:sym typeface="Roboto Condensed"/>
                            </a:rPr>
                            <m:t>[</m:t>
                          </m:r>
                          <m:r>
                            <a:rPr lang="en-MY" sz="1600" i="1">
                              <a:solidFill>
                                <a:srgbClr val="000000">
                                  <a:lumMod val="95000"/>
                                  <a:lumOff val="5000"/>
                                </a:srgbClr>
                              </a:solidFill>
                              <a:latin typeface="Cambria Math" panose="02040503050406030204" pitchFamily="18" charset="0"/>
                              <a:sym typeface="Roboto Condensed"/>
                            </a:rPr>
                            <m:t>𝐶</m:t>
                          </m:r>
                          <m:r>
                            <a:rPr lang="en-MY" sz="1600" i="1" baseline="-25000">
                              <a:solidFill>
                                <a:srgbClr val="000000">
                                  <a:lumMod val="95000"/>
                                  <a:lumOff val="5000"/>
                                </a:srgbClr>
                              </a:solidFill>
                              <a:latin typeface="Cambria Math" panose="02040503050406030204" pitchFamily="18" charset="0"/>
                              <a:sym typeface="Roboto Condensed"/>
                            </a:rPr>
                            <m:t>2</m:t>
                          </m:r>
                          <m:r>
                            <a:rPr lang="en-MY" sz="1600" i="1">
                              <a:solidFill>
                                <a:srgbClr val="000000">
                                  <a:lumMod val="95000"/>
                                  <a:lumOff val="5000"/>
                                </a:srgbClr>
                              </a:solidFill>
                              <a:latin typeface="Cambria Math" panose="02040503050406030204" pitchFamily="18" charset="0"/>
                              <a:sym typeface="Roboto Condensed"/>
                            </a:rPr>
                            <m:t>𝐻</m:t>
                          </m:r>
                          <m:r>
                            <a:rPr lang="en-MY" sz="1600" i="1" baseline="-25000">
                              <a:solidFill>
                                <a:srgbClr val="000000">
                                  <a:lumMod val="95000"/>
                                  <a:lumOff val="5000"/>
                                </a:srgbClr>
                              </a:solidFill>
                              <a:latin typeface="Cambria Math" panose="02040503050406030204" pitchFamily="18" charset="0"/>
                              <a:sym typeface="Roboto Condensed"/>
                            </a:rPr>
                            <m:t>5</m:t>
                          </m:r>
                          <m:r>
                            <a:rPr lang="en-MY" sz="1600" i="1">
                              <a:solidFill>
                                <a:srgbClr val="000000">
                                  <a:lumMod val="95000"/>
                                  <a:lumOff val="5000"/>
                                </a:srgbClr>
                              </a:solidFill>
                              <a:latin typeface="Cambria Math" panose="02040503050406030204" pitchFamily="18" charset="0"/>
                              <a:sym typeface="Roboto Condensed"/>
                            </a:rPr>
                            <m:t>𝑂𝐻</m:t>
                          </m:r>
                          <m:r>
                            <a:rPr lang="en-MY" sz="1600" i="1">
                              <a:solidFill>
                                <a:srgbClr val="000000">
                                  <a:lumMod val="95000"/>
                                  <a:lumOff val="5000"/>
                                </a:srgbClr>
                              </a:solidFill>
                              <a:latin typeface="Cambria Math" panose="02040503050406030204" pitchFamily="18" charset="0"/>
                              <a:sym typeface="Roboto Condensed"/>
                            </a:rPr>
                            <m:t>]</m:t>
                          </m:r>
                        </m:den>
                      </m:f>
                      <m:r>
                        <a:rPr lang="en-MY" sz="1600" b="0" i="1" smtClean="0">
                          <a:solidFill>
                            <a:srgbClr val="000000">
                              <a:lumMod val="95000"/>
                              <a:lumOff val="5000"/>
                            </a:srgbClr>
                          </a:solidFill>
                          <a:latin typeface="Cambria Math" panose="02040503050406030204" pitchFamily="18" charset="0"/>
                          <a:sym typeface="Roboto Condensed"/>
                        </a:rPr>
                        <m:t>=</m:t>
                      </m:r>
                      <m:f>
                        <m:fPr>
                          <m:ctrlPr>
                            <a:rPr lang="en-IN" sz="1600" i="1">
                              <a:solidFill>
                                <a:srgbClr val="000000">
                                  <a:lumMod val="95000"/>
                                  <a:lumOff val="5000"/>
                                </a:srgbClr>
                              </a:solidFill>
                              <a:latin typeface="Cambria Math" panose="02040503050406030204" pitchFamily="18" charset="0"/>
                              <a:sym typeface="Roboto Condensed"/>
                            </a:rPr>
                          </m:ctrlPr>
                        </m:fPr>
                        <m:num>
                          <m:r>
                            <a:rPr lang="en-IN" sz="1600" i="1">
                              <a:solidFill>
                                <a:srgbClr val="000000">
                                  <a:lumMod val="95000"/>
                                  <a:lumOff val="5000"/>
                                </a:srgbClr>
                              </a:solidFill>
                              <a:latin typeface="Cambria Math" panose="02040503050406030204" pitchFamily="18" charset="0"/>
                              <a:sym typeface="Roboto Condensed"/>
                            </a:rPr>
                            <m:t>0.</m:t>
                          </m:r>
                          <m:r>
                            <a:rPr lang="en-MY" sz="1600" b="0" i="1" smtClean="0">
                              <a:solidFill>
                                <a:srgbClr val="000000">
                                  <a:lumMod val="95000"/>
                                  <a:lumOff val="5000"/>
                                </a:srgbClr>
                              </a:solidFill>
                              <a:latin typeface="Cambria Math" panose="02040503050406030204" pitchFamily="18" charset="0"/>
                              <a:sym typeface="Roboto Condensed"/>
                            </a:rPr>
                            <m:t>201</m:t>
                          </m:r>
                          <m:r>
                            <a:rPr lang="en-IN" sz="1600" i="1">
                              <a:solidFill>
                                <a:srgbClr val="000000">
                                  <a:lumMod val="95000"/>
                                  <a:lumOff val="5000"/>
                                </a:srgbClr>
                              </a:solidFill>
                              <a:latin typeface="Cambria Math" panose="02040503050406030204" pitchFamily="18" charset="0"/>
                              <a:sym typeface="Roboto Condensed"/>
                            </a:rPr>
                            <m:t> ×0.</m:t>
                          </m:r>
                          <m:r>
                            <a:rPr lang="en-MY" sz="1600" b="0" i="1" smtClean="0">
                              <a:solidFill>
                                <a:srgbClr val="000000">
                                  <a:lumMod val="95000"/>
                                  <a:lumOff val="5000"/>
                                </a:srgbClr>
                              </a:solidFill>
                              <a:latin typeface="Cambria Math" panose="02040503050406030204" pitchFamily="18" charset="0"/>
                              <a:sym typeface="Roboto Condensed"/>
                            </a:rPr>
                            <m:t>201</m:t>
                          </m:r>
                        </m:num>
                        <m:den>
                          <m:r>
                            <a:rPr lang="en-IN" sz="1600" i="1">
                              <a:solidFill>
                                <a:srgbClr val="000000">
                                  <a:lumMod val="95000"/>
                                  <a:lumOff val="5000"/>
                                </a:srgbClr>
                              </a:solidFill>
                              <a:latin typeface="Cambria Math" panose="02040503050406030204" pitchFamily="18" charset="0"/>
                              <a:sym typeface="Roboto Condensed"/>
                            </a:rPr>
                            <m:t>0.249×0.299</m:t>
                          </m:r>
                        </m:den>
                      </m:f>
                      <m:r>
                        <a:rPr lang="en-IN" sz="1600" i="1">
                          <a:solidFill>
                            <a:srgbClr val="000000">
                              <a:lumMod val="95000"/>
                              <a:lumOff val="5000"/>
                            </a:srgbClr>
                          </a:solidFill>
                          <a:latin typeface="Cambria Math" panose="02040503050406030204" pitchFamily="18" charset="0"/>
                          <a:sym typeface="Roboto Condensed"/>
                        </a:rPr>
                        <m:t>=</m:t>
                      </m:r>
                      <m:r>
                        <a:rPr lang="en-MY" sz="1600" b="0" i="1" smtClean="0">
                          <a:solidFill>
                            <a:srgbClr val="000000">
                              <a:lumMod val="95000"/>
                              <a:lumOff val="5000"/>
                            </a:srgbClr>
                          </a:solidFill>
                          <a:latin typeface="Cambria Math" panose="02040503050406030204" pitchFamily="18" charset="0"/>
                          <a:sym typeface="Roboto Condensed"/>
                        </a:rPr>
                        <m:t>0.543</m:t>
                      </m:r>
                    </m:oMath>
                  </m:oMathPara>
                </a14:m>
                <a:endParaRPr lang="en-IN" sz="1600" dirty="0">
                  <a:solidFill>
                    <a:srgbClr val="000000">
                      <a:lumMod val="95000"/>
                      <a:lumOff val="5000"/>
                    </a:srgbClr>
                  </a:solidFill>
                  <a:ea typeface="Roboto Condensed"/>
                  <a:sym typeface="Roboto Condensed"/>
                </a:endParaRPr>
              </a:p>
              <a:p>
                <a:endParaRPr lang="en-IN" sz="1600" dirty="0"/>
              </a:p>
            </p:txBody>
          </p:sp>
        </mc:Choice>
        <mc:Fallback xmlns="">
          <p:sp>
            <p:nvSpPr>
              <p:cNvPr id="2" name="TextBox 1">
                <a:extLst>
                  <a:ext uri="{FF2B5EF4-FFF2-40B4-BE49-F238E27FC236}">
                    <a16:creationId xmlns:a16="http://schemas.microsoft.com/office/drawing/2014/main" id="{3AE31974-31DB-40EB-AB54-9BF3283BC9CD}"/>
                  </a:ext>
                </a:extLst>
              </p:cNvPr>
              <p:cNvSpPr txBox="1">
                <a:spLocks noRot="1" noChangeAspect="1" noMove="1" noResize="1" noEditPoints="1" noAdjustHandles="1" noChangeArrowheads="1" noChangeShapeType="1" noTextEdit="1"/>
              </p:cNvSpPr>
              <p:nvPr/>
            </p:nvSpPr>
            <p:spPr>
              <a:xfrm>
                <a:off x="1861315" y="3729068"/>
                <a:ext cx="5068054" cy="929229"/>
              </a:xfrm>
              <a:prstGeom prst="rect">
                <a:avLst/>
              </a:prstGeom>
              <a:blipFill>
                <a:blip r:embed="rId3"/>
                <a:stretch>
                  <a:fillRect/>
                </a:stretch>
              </a:blipFill>
            </p:spPr>
            <p:txBody>
              <a:bodyPr/>
              <a:lstStyle/>
              <a:p>
                <a:r>
                  <a:rPr lang="en-GB">
                    <a:noFill/>
                  </a:rPr>
                  <a:t> </a:t>
                </a:r>
              </a:p>
            </p:txBody>
          </p:sp>
        </mc:Fallback>
      </mc:AlternateContent>
      <p:pic>
        <p:nvPicPr>
          <p:cNvPr id="3" name="Picture 2">
            <a:extLst>
              <a:ext uri="{FF2B5EF4-FFF2-40B4-BE49-F238E27FC236}">
                <a16:creationId xmlns:a16="http://schemas.microsoft.com/office/drawing/2014/main" id="{933D2E2D-9D14-456D-AD02-936ABB17E8F6}"/>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394144" y="2306824"/>
            <a:ext cx="3468502" cy="1019458"/>
          </a:xfrm>
          <a:prstGeom prst="rect">
            <a:avLst/>
          </a:prstGeom>
        </p:spPr>
      </p:pic>
    </p:spTree>
    <p:extLst>
      <p:ext uri="{BB962C8B-B14F-4D97-AF65-F5344CB8AC3E}">
        <p14:creationId xmlns:p14="http://schemas.microsoft.com/office/powerpoint/2010/main" val="142634906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116"/>
        <p:cNvGrpSpPr/>
        <p:nvPr/>
      </p:nvGrpSpPr>
      <p:grpSpPr>
        <a:xfrm>
          <a:off x="0" y="0"/>
          <a:ext cx="0" cy="0"/>
          <a:chOff x="0" y="0"/>
          <a:chExt cx="0" cy="0"/>
        </a:xfrm>
      </p:grpSpPr>
      <p:sp>
        <p:nvSpPr>
          <p:cNvPr id="117" name="Google Shape;117;p26"/>
          <p:cNvSpPr txBox="1">
            <a:spLocks noGrp="1"/>
          </p:cNvSpPr>
          <p:nvPr>
            <p:ph type="title"/>
          </p:nvPr>
        </p:nvSpPr>
        <p:spPr>
          <a:xfrm>
            <a:off x="933025" y="592925"/>
            <a:ext cx="6305100" cy="767700"/>
          </a:xfrm>
          <a:prstGeom prst="rect">
            <a:avLst/>
          </a:prstGeom>
        </p:spPr>
        <p:txBody>
          <a:bodyPr spcFirstLastPara="1" wrap="square" lIns="91425" tIns="91425" rIns="91425" bIns="91425" anchor="b" anchorCtr="0">
            <a:noAutofit/>
          </a:bodyPr>
          <a:lstStyle/>
          <a:p>
            <a:pPr lvl="0"/>
            <a:r>
              <a:rPr lang="en-IN" dirty="0"/>
              <a:t>Working out the equilibrium constant </a:t>
            </a:r>
          </a:p>
        </p:txBody>
      </p:sp>
      <p:sp>
        <p:nvSpPr>
          <p:cNvPr id="118" name="Google Shape;118;p26"/>
          <p:cNvSpPr txBox="1"/>
          <p:nvPr/>
        </p:nvSpPr>
        <p:spPr>
          <a:xfrm>
            <a:off x="702600" y="2028225"/>
            <a:ext cx="7330800" cy="2492100"/>
          </a:xfrm>
          <a:prstGeom prst="rect">
            <a:avLst/>
          </a:prstGeom>
          <a:noFill/>
          <a:ln>
            <a:noFill/>
          </a:ln>
        </p:spPr>
        <p:txBody>
          <a:bodyPr spcFirstLastPara="1" wrap="square" lIns="91425" tIns="91425" rIns="91425" bIns="91425" anchor="t" anchorCtr="0">
            <a:noAutofit/>
          </a:bodyPr>
          <a:lstStyle/>
          <a:p>
            <a:pPr marL="457200" lvl="0" indent="-342900">
              <a:lnSpc>
                <a:spcPct val="114000"/>
              </a:lnSpc>
              <a:spcBef>
                <a:spcPts val="600"/>
              </a:spcBef>
              <a:buSzPts val="1800"/>
              <a:buFont typeface="Arial" panose="020B0604020202020204" pitchFamily="34" charset="0"/>
              <a:buChar char="•"/>
              <a:defRPr/>
            </a:pPr>
            <a:r>
              <a:rPr lang="en-IN" sz="1600" dirty="0">
                <a:solidFill>
                  <a:srgbClr val="080808"/>
                </a:solidFill>
                <a:latin typeface="Calibri" panose="020F0502020204030204" pitchFamily="34" charset="0"/>
                <a:cs typeface="Calibri" panose="020F0502020204030204" pitchFamily="34" charset="0"/>
              </a:rPr>
              <a:t>To make sure that the reacting mixture has reached equilibrium, different mixtures could be made at left for different amount of time. </a:t>
            </a:r>
          </a:p>
          <a:p>
            <a:pPr marL="457200" lvl="0" indent="-342900">
              <a:lnSpc>
                <a:spcPct val="114000"/>
              </a:lnSpc>
              <a:spcBef>
                <a:spcPts val="600"/>
              </a:spcBef>
              <a:buSzPts val="1800"/>
              <a:buFont typeface="Arial" panose="020B0604020202020204" pitchFamily="34" charset="0"/>
              <a:buChar char="•"/>
              <a:defRPr/>
            </a:pPr>
            <a:r>
              <a:rPr lang="en-IN" sz="1600" dirty="0">
                <a:solidFill>
                  <a:srgbClr val="080808"/>
                </a:solidFill>
                <a:latin typeface="Calibri" panose="020F0502020204030204" pitchFamily="34" charset="0"/>
                <a:cs typeface="Calibri" panose="020F0502020204030204" pitchFamily="34" charset="0"/>
              </a:rPr>
              <a:t>If the equilibrium constant is same for each of the mixture, it can be said that the time was sufficient for the reaction to reach equilibrium.</a:t>
            </a:r>
          </a:p>
          <a:p>
            <a:pPr marL="285750" marR="0" lvl="0" indent="-285750" algn="l" defTabSz="914400" rtl="0" eaLnBrk="1" fontAlgn="auto" latinLnBrk="0" hangingPunct="1">
              <a:lnSpc>
                <a:spcPct val="114000"/>
              </a:lnSpc>
              <a:spcBef>
                <a:spcPts val="600"/>
              </a:spcBef>
              <a:spcAft>
                <a:spcPts val="0"/>
              </a:spcAft>
              <a:buClr>
                <a:srgbClr val="000000"/>
              </a:buClr>
              <a:buSzTx/>
              <a:buFont typeface="Arial" panose="020B0604020202020204" pitchFamily="34" charset="0"/>
              <a:buChar char="•"/>
              <a:tabLst/>
              <a:defRPr/>
            </a:pPr>
            <a:endParaRPr kumimoji="0" lang="ar-AE" sz="1600" b="0" i="0" u="none" strike="noStrike" kern="0" cap="none" spc="0" normalizeH="0" baseline="0" noProof="0" dirty="0">
              <a:ln>
                <a:noFill/>
              </a:ln>
              <a:solidFill>
                <a:srgbClr val="4285F4"/>
              </a:solidFill>
              <a:effectLst/>
              <a:uLnTx/>
              <a:uFillTx/>
              <a:latin typeface="Calibri" panose="020F0502020204030204" pitchFamily="34" charset="0"/>
              <a:cs typeface="Calibri" panose="020F0502020204030204" pitchFamily="34" charset="0"/>
              <a:sym typeface="Arial"/>
            </a:endParaRPr>
          </a:p>
          <a:p>
            <a:pPr marL="285750" marR="0" lvl="0" indent="-285750" algn="l" defTabSz="914400" rtl="0" eaLnBrk="1" fontAlgn="auto" latinLnBrk="0" hangingPunct="1">
              <a:lnSpc>
                <a:spcPct val="100000"/>
              </a:lnSpc>
              <a:spcBef>
                <a:spcPts val="600"/>
              </a:spcBef>
              <a:spcAft>
                <a:spcPts val="0"/>
              </a:spcAft>
              <a:buClr>
                <a:srgbClr val="000000"/>
              </a:buClr>
              <a:buSzTx/>
              <a:buFont typeface="Arial" panose="020B0604020202020204" pitchFamily="34" charset="0"/>
              <a:buChar char="•"/>
              <a:tabLst/>
              <a:defRPr/>
            </a:pPr>
            <a:endParaRPr kumimoji="0" sz="16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sym typeface="Arial"/>
            </a:endParaRPr>
          </a:p>
        </p:txBody>
      </p:sp>
    </p:spTree>
    <p:extLst>
      <p:ext uri="{BB962C8B-B14F-4D97-AF65-F5344CB8AC3E}">
        <p14:creationId xmlns:p14="http://schemas.microsoft.com/office/powerpoint/2010/main" val="117908178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116"/>
        <p:cNvGrpSpPr/>
        <p:nvPr/>
      </p:nvGrpSpPr>
      <p:grpSpPr>
        <a:xfrm>
          <a:off x="0" y="0"/>
          <a:ext cx="0" cy="0"/>
          <a:chOff x="0" y="0"/>
          <a:chExt cx="0" cy="0"/>
        </a:xfrm>
      </p:grpSpPr>
      <p:sp>
        <p:nvSpPr>
          <p:cNvPr id="117" name="Google Shape;117;p26"/>
          <p:cNvSpPr txBox="1">
            <a:spLocks noGrp="1"/>
          </p:cNvSpPr>
          <p:nvPr>
            <p:ph type="title"/>
          </p:nvPr>
        </p:nvSpPr>
        <p:spPr>
          <a:xfrm>
            <a:off x="933025" y="592925"/>
            <a:ext cx="6305100" cy="767700"/>
          </a:xfrm>
          <a:prstGeom prst="rect">
            <a:avLst/>
          </a:prstGeom>
        </p:spPr>
        <p:txBody>
          <a:bodyPr spcFirstLastPara="1" wrap="square" lIns="91425" tIns="91425" rIns="91425" bIns="91425" anchor="b" anchorCtr="0">
            <a:noAutofit/>
          </a:bodyPr>
          <a:lstStyle/>
          <a:p>
            <a:pPr lvl="0"/>
            <a:r>
              <a:rPr lang="en-IN" dirty="0"/>
              <a:t>Working out the equilibrium constant </a:t>
            </a:r>
          </a:p>
        </p:txBody>
      </p:sp>
      <p:sp>
        <p:nvSpPr>
          <p:cNvPr id="118" name="Google Shape;118;p26"/>
          <p:cNvSpPr txBox="1"/>
          <p:nvPr/>
        </p:nvSpPr>
        <p:spPr>
          <a:xfrm>
            <a:off x="702600" y="2028225"/>
            <a:ext cx="8184277" cy="2492100"/>
          </a:xfrm>
          <a:prstGeom prst="rect">
            <a:avLst/>
          </a:prstGeom>
          <a:noFill/>
          <a:ln>
            <a:noFill/>
          </a:ln>
        </p:spPr>
        <p:txBody>
          <a:bodyPr spcFirstLastPara="1" wrap="square" lIns="91425" tIns="91425" rIns="91425" bIns="91425" anchor="t" anchorCtr="0">
            <a:noAutofit/>
          </a:bodyPr>
          <a:lstStyle/>
          <a:p>
            <a:pPr marL="457200" lvl="0" indent="-342900">
              <a:lnSpc>
                <a:spcPct val="114000"/>
              </a:lnSpc>
              <a:spcBef>
                <a:spcPts val="600"/>
              </a:spcBef>
              <a:buSzPts val="1800"/>
              <a:buFont typeface="Arial" panose="020B0604020202020204" pitchFamily="34" charset="0"/>
              <a:buChar char="•"/>
              <a:defRPr/>
            </a:pPr>
            <a:r>
              <a:rPr lang="en-US" sz="1600" b="1" dirty="0">
                <a:solidFill>
                  <a:srgbClr val="080808"/>
                </a:solidFill>
                <a:latin typeface="Calibri" panose="020F0502020204030204" pitchFamily="34" charset="0"/>
                <a:cs typeface="Calibri" panose="020F0502020204030204" pitchFamily="34" charset="0"/>
              </a:rPr>
              <a:t>Example 5</a:t>
            </a:r>
            <a:r>
              <a:rPr lang="en-US" sz="1600" dirty="0">
                <a:solidFill>
                  <a:srgbClr val="080808"/>
                </a:solidFill>
                <a:latin typeface="Calibri" panose="020F0502020204030204" pitchFamily="34" charset="0"/>
                <a:cs typeface="Calibri" panose="020F0502020204030204" pitchFamily="34" charset="0"/>
              </a:rPr>
              <a:t>: One mol of ethanol reacts with one mole of ethanoic acid. If Kc=9.0, what amount of ethyl ethanoate is formed?</a:t>
            </a:r>
          </a:p>
          <a:p>
            <a:pPr marL="457200" lvl="0" indent="-342900">
              <a:lnSpc>
                <a:spcPct val="114000"/>
              </a:lnSpc>
              <a:spcBef>
                <a:spcPts val="600"/>
              </a:spcBef>
              <a:buSzPts val="1800"/>
              <a:buFont typeface="Arial" panose="020B0604020202020204" pitchFamily="34" charset="0"/>
              <a:buChar char="•"/>
              <a:defRPr/>
            </a:pPr>
            <a:r>
              <a:rPr lang="en-US" sz="1600" dirty="0">
                <a:solidFill>
                  <a:srgbClr val="080808"/>
                </a:solidFill>
                <a:latin typeface="Calibri" panose="020F0502020204030204" pitchFamily="34" charset="0"/>
                <a:cs typeface="Calibri" panose="020F0502020204030204" pitchFamily="34" charset="0"/>
              </a:rPr>
              <a:t>Solution: The initial concentrations of ethanol and ethanoic acid = 1 mol</a:t>
            </a:r>
          </a:p>
          <a:p>
            <a:pPr marL="114300" lvl="0">
              <a:lnSpc>
                <a:spcPct val="114000"/>
              </a:lnSpc>
              <a:spcBef>
                <a:spcPts val="600"/>
              </a:spcBef>
              <a:buSzPts val="1800"/>
              <a:defRPr/>
            </a:pPr>
            <a:r>
              <a:rPr lang="en-US" sz="1600" dirty="0">
                <a:solidFill>
                  <a:srgbClr val="080808"/>
                </a:solidFill>
                <a:latin typeface="Calibri" panose="020F0502020204030204" pitchFamily="34" charset="0"/>
                <a:cs typeface="Calibri" panose="020F0502020204030204" pitchFamily="34" charset="0"/>
              </a:rPr>
              <a:t>If x moles of ethyl ethanoate was produced, the number of moles at equilibrium is given.</a:t>
            </a:r>
          </a:p>
          <a:p>
            <a:pPr marL="114300" lvl="0">
              <a:lnSpc>
                <a:spcPct val="114000"/>
              </a:lnSpc>
              <a:spcBef>
                <a:spcPts val="600"/>
              </a:spcBef>
              <a:buSzPts val="1800"/>
              <a:defRPr/>
            </a:pPr>
            <a:endParaRPr lang="en-US" sz="1600" dirty="0">
              <a:solidFill>
                <a:srgbClr val="080808"/>
              </a:solidFill>
              <a:latin typeface="Calibri" panose="020F0502020204030204" pitchFamily="34" charset="0"/>
              <a:cs typeface="Calibri" panose="020F0502020204030204" pitchFamily="34" charset="0"/>
            </a:endParaRPr>
          </a:p>
        </p:txBody>
      </p:sp>
      <p:graphicFrame>
        <p:nvGraphicFramePr>
          <p:cNvPr id="6" name="Table 5">
            <a:extLst>
              <a:ext uri="{FF2B5EF4-FFF2-40B4-BE49-F238E27FC236}">
                <a16:creationId xmlns:a16="http://schemas.microsoft.com/office/drawing/2014/main" id="{F29E5BA2-64DE-4234-858E-187DF61C0AAA}"/>
              </a:ext>
            </a:extLst>
          </p:cNvPr>
          <p:cNvGraphicFramePr>
            <a:graphicFrameLocks noGrp="1"/>
          </p:cNvGraphicFramePr>
          <p:nvPr/>
        </p:nvGraphicFramePr>
        <p:xfrm>
          <a:off x="2071153" y="3599996"/>
          <a:ext cx="5001693" cy="1292679"/>
        </p:xfrm>
        <a:graphic>
          <a:graphicData uri="http://schemas.openxmlformats.org/drawingml/2006/table">
            <a:tbl>
              <a:tblPr firstRow="1" firstCol="1" bandRow="1"/>
              <a:tblGrid>
                <a:gridCol w="1113693">
                  <a:extLst>
                    <a:ext uri="{9D8B030D-6E8A-4147-A177-3AD203B41FA5}">
                      <a16:colId xmlns:a16="http://schemas.microsoft.com/office/drawing/2014/main" val="2649825722"/>
                    </a:ext>
                  </a:extLst>
                </a:gridCol>
                <a:gridCol w="972000">
                  <a:extLst>
                    <a:ext uri="{9D8B030D-6E8A-4147-A177-3AD203B41FA5}">
                      <a16:colId xmlns:a16="http://schemas.microsoft.com/office/drawing/2014/main" val="2616685539"/>
                    </a:ext>
                  </a:extLst>
                </a:gridCol>
                <a:gridCol w="972000">
                  <a:extLst>
                    <a:ext uri="{9D8B030D-6E8A-4147-A177-3AD203B41FA5}">
                      <a16:colId xmlns:a16="http://schemas.microsoft.com/office/drawing/2014/main" val="1113451424"/>
                    </a:ext>
                  </a:extLst>
                </a:gridCol>
                <a:gridCol w="972000">
                  <a:extLst>
                    <a:ext uri="{9D8B030D-6E8A-4147-A177-3AD203B41FA5}">
                      <a16:colId xmlns:a16="http://schemas.microsoft.com/office/drawing/2014/main" val="1775625745"/>
                    </a:ext>
                  </a:extLst>
                </a:gridCol>
                <a:gridCol w="972000">
                  <a:extLst>
                    <a:ext uri="{9D8B030D-6E8A-4147-A177-3AD203B41FA5}">
                      <a16:colId xmlns:a16="http://schemas.microsoft.com/office/drawing/2014/main" val="1023163951"/>
                    </a:ext>
                  </a:extLst>
                </a:gridCol>
              </a:tblGrid>
              <a:tr h="357083">
                <a:tc>
                  <a:txBody>
                    <a:bodyPr/>
                    <a:lstStyle>
                      <a:lvl1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9pPr>
                    </a:lstStyle>
                    <a:p>
                      <a:pPr marL="457200" algn="ctr">
                        <a:lnSpc>
                          <a:spcPct val="106000"/>
                        </a:lnSpc>
                        <a:spcAft>
                          <a:spcPts val="0"/>
                        </a:spcAft>
                      </a:pPr>
                      <a:r>
                        <a:rPr lang="en-IN" sz="1400" dirty="0">
                          <a:solidFill>
                            <a:schemeClr val="bg1"/>
                          </a:solidFill>
                          <a:effectLst/>
                          <a:latin typeface="Calibri" panose="020F0502020204030204" pitchFamily="34" charset="0"/>
                          <a:ea typeface="Times New Roman" panose="02020603050405020304" pitchFamily="18" charset="0"/>
                          <a:cs typeface="Calibri" panose="020F0502020204030204" pitchFamily="34" charset="0"/>
                        </a:rPr>
                        <a:t> </a:t>
                      </a:r>
                      <a:endParaRPr lang="en-IN" sz="1400" dirty="0">
                        <a:solidFill>
                          <a:schemeClr val="bg1"/>
                        </a:solidFill>
                        <a:effectLst/>
                        <a:latin typeface="Calibri" panose="020F0502020204030204" pitchFamily="34" charset="0"/>
                        <a:ea typeface="Calibri" panose="020F0502020204030204" pitchFamily="34" charset="0"/>
                        <a:cs typeface="Calibri" panose="020F0502020204030204" pitchFamily="34" charset="0"/>
                      </a:endParaRPr>
                    </a:p>
                  </a:txBody>
                  <a:tcPr marL="55820" marR="5582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9pPr>
                    </a:lstStyle>
                    <a:p>
                      <a:pPr marL="0" indent="0" algn="ctr">
                        <a:lnSpc>
                          <a:spcPct val="106000"/>
                        </a:lnSpc>
                        <a:spcAft>
                          <a:spcPts val="0"/>
                        </a:spcAft>
                      </a:pPr>
                      <a:r>
                        <a:rPr lang="en-IN" sz="1400" dirty="0">
                          <a:solidFill>
                            <a:schemeClr val="bg1"/>
                          </a:solidFill>
                          <a:effectLst/>
                          <a:latin typeface="Calibri" panose="020F0502020204030204" pitchFamily="34" charset="0"/>
                          <a:ea typeface="Times New Roman" panose="02020603050405020304" pitchFamily="18" charset="0"/>
                          <a:cs typeface="Calibri" panose="020F0502020204030204" pitchFamily="34" charset="0"/>
                        </a:rPr>
                        <a:t>ethanol</a:t>
                      </a:r>
                      <a:endParaRPr lang="en-IN" sz="1400" dirty="0">
                        <a:solidFill>
                          <a:schemeClr val="bg1"/>
                        </a:solidFill>
                        <a:effectLst/>
                        <a:latin typeface="Calibri" panose="020F0502020204030204" pitchFamily="34" charset="0"/>
                        <a:ea typeface="Calibri" panose="020F0502020204030204" pitchFamily="34" charset="0"/>
                        <a:cs typeface="Calibri" panose="020F0502020204030204" pitchFamily="34" charset="0"/>
                      </a:endParaRPr>
                    </a:p>
                  </a:txBody>
                  <a:tcPr marL="55820" marR="5582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9pPr>
                    </a:lstStyle>
                    <a:p>
                      <a:pPr marL="0" indent="0" algn="ctr">
                        <a:lnSpc>
                          <a:spcPct val="106000"/>
                        </a:lnSpc>
                        <a:spcAft>
                          <a:spcPts val="0"/>
                        </a:spcAft>
                      </a:pPr>
                      <a:r>
                        <a:rPr lang="en-IN" sz="1400" dirty="0">
                          <a:solidFill>
                            <a:schemeClr val="bg1"/>
                          </a:solidFill>
                          <a:effectLst/>
                          <a:latin typeface="Calibri" panose="020F0502020204030204" pitchFamily="34" charset="0"/>
                          <a:ea typeface="Times New Roman" panose="02020603050405020304" pitchFamily="18" charset="0"/>
                          <a:cs typeface="Calibri" panose="020F0502020204030204" pitchFamily="34" charset="0"/>
                        </a:rPr>
                        <a:t>ethanoic acid</a:t>
                      </a:r>
                      <a:endParaRPr lang="en-IN" sz="1400" dirty="0">
                        <a:solidFill>
                          <a:schemeClr val="bg1"/>
                        </a:solidFill>
                        <a:effectLst/>
                        <a:latin typeface="Calibri" panose="020F0502020204030204" pitchFamily="34" charset="0"/>
                        <a:ea typeface="Calibri" panose="020F0502020204030204" pitchFamily="34" charset="0"/>
                        <a:cs typeface="Calibri" panose="020F0502020204030204" pitchFamily="34" charset="0"/>
                      </a:endParaRPr>
                    </a:p>
                  </a:txBody>
                  <a:tcPr marL="55820" marR="5582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9pPr>
                    </a:lstStyle>
                    <a:p>
                      <a:pPr marL="0" indent="0" algn="ctr">
                        <a:lnSpc>
                          <a:spcPct val="106000"/>
                        </a:lnSpc>
                        <a:spcAft>
                          <a:spcPts val="0"/>
                        </a:spcAft>
                      </a:pPr>
                      <a:r>
                        <a:rPr lang="en-IN" sz="1400" dirty="0">
                          <a:solidFill>
                            <a:schemeClr val="bg1"/>
                          </a:solidFill>
                          <a:effectLst/>
                          <a:latin typeface="Calibri" panose="020F0502020204030204" pitchFamily="34" charset="0"/>
                          <a:ea typeface="Times New Roman" panose="02020603050405020304" pitchFamily="18" charset="0"/>
                          <a:cs typeface="Calibri" panose="020F0502020204030204" pitchFamily="34" charset="0"/>
                        </a:rPr>
                        <a:t>ethyl ethanoate</a:t>
                      </a:r>
                      <a:endParaRPr lang="en-IN" sz="1400" dirty="0">
                        <a:solidFill>
                          <a:schemeClr val="bg1"/>
                        </a:solidFill>
                        <a:effectLst/>
                        <a:latin typeface="Calibri" panose="020F0502020204030204" pitchFamily="34" charset="0"/>
                        <a:ea typeface="Calibri" panose="020F0502020204030204" pitchFamily="34" charset="0"/>
                        <a:cs typeface="Calibri" panose="020F0502020204030204" pitchFamily="34" charset="0"/>
                      </a:endParaRPr>
                    </a:p>
                  </a:txBody>
                  <a:tcPr marL="55820" marR="5582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9pPr>
                    </a:lstStyle>
                    <a:p>
                      <a:pPr marL="0" indent="0" algn="ctr">
                        <a:lnSpc>
                          <a:spcPct val="106000"/>
                        </a:lnSpc>
                        <a:spcAft>
                          <a:spcPts val="0"/>
                        </a:spcAft>
                      </a:pPr>
                      <a:r>
                        <a:rPr lang="en-IN" sz="1400" dirty="0">
                          <a:solidFill>
                            <a:schemeClr val="bg1"/>
                          </a:solidFill>
                          <a:effectLst/>
                          <a:latin typeface="Calibri" panose="020F0502020204030204" pitchFamily="34" charset="0"/>
                          <a:ea typeface="Calibri" panose="020F0502020204030204" pitchFamily="34" charset="0"/>
                          <a:cs typeface="Calibri" panose="020F0502020204030204" pitchFamily="34" charset="0"/>
                        </a:rPr>
                        <a:t>water</a:t>
                      </a:r>
                    </a:p>
                  </a:txBody>
                  <a:tcPr marL="55820" marR="5582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00B050"/>
                    </a:solidFill>
                  </a:tcPr>
                </a:tc>
                <a:extLst>
                  <a:ext uri="{0D108BD9-81ED-4DB2-BD59-A6C34878D82A}">
                    <a16:rowId xmlns:a16="http://schemas.microsoft.com/office/drawing/2014/main" val="2534801049"/>
                  </a:ext>
                </a:extLst>
              </a:tr>
              <a:tr h="407107">
                <a:tc>
                  <a:txBody>
                    <a:bodyPr/>
                    <a:lstStyle>
                      <a:lvl1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9pPr>
                    </a:lstStyle>
                    <a:p>
                      <a:pPr marL="0" marR="0" indent="0" algn="ctr" rtl="0">
                        <a:lnSpc>
                          <a:spcPct val="106000"/>
                        </a:lnSpc>
                        <a:spcBef>
                          <a:spcPts val="0"/>
                        </a:spcBef>
                        <a:spcAft>
                          <a:spcPts val="0"/>
                        </a:spcAft>
                        <a:buClr>
                          <a:srgbClr val="000000"/>
                        </a:buClr>
                        <a:buFont typeface="Arial"/>
                      </a:pPr>
                      <a:r>
                        <a:rPr lang="en-IN" sz="1400" b="0" i="0" u="none" strike="noStrike" cap="none"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sym typeface="Arial"/>
                        </a:rPr>
                        <a:t>initial moles</a:t>
                      </a:r>
                    </a:p>
                  </a:txBody>
                  <a:tcPr marL="55820" marR="5582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9pPr>
                    </a:lstStyle>
                    <a:p>
                      <a:pPr marL="0" marR="0" indent="0" algn="ctr" rtl="0">
                        <a:lnSpc>
                          <a:spcPct val="106000"/>
                        </a:lnSpc>
                        <a:spcBef>
                          <a:spcPts val="0"/>
                        </a:spcBef>
                        <a:spcAft>
                          <a:spcPts val="0"/>
                        </a:spcAft>
                        <a:buClr>
                          <a:srgbClr val="000000"/>
                        </a:buClr>
                        <a:buFont typeface="Arial"/>
                      </a:pPr>
                      <a:r>
                        <a:rPr lang="en-IN" sz="1400" b="0" i="0" u="none" strike="noStrike" cap="none"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sym typeface="Arial"/>
                        </a:rPr>
                        <a:t>1</a:t>
                      </a:r>
                    </a:p>
                  </a:txBody>
                  <a:tcPr marL="55820" marR="5582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9pPr>
                    </a:lstStyle>
                    <a:p>
                      <a:pPr marL="0" marR="0" indent="0" algn="ctr" rtl="0">
                        <a:lnSpc>
                          <a:spcPct val="106000"/>
                        </a:lnSpc>
                        <a:spcBef>
                          <a:spcPts val="0"/>
                        </a:spcBef>
                        <a:spcAft>
                          <a:spcPts val="0"/>
                        </a:spcAft>
                        <a:buClr>
                          <a:srgbClr val="000000"/>
                        </a:buClr>
                        <a:buFont typeface="Arial"/>
                      </a:pPr>
                      <a:r>
                        <a:rPr lang="en-IN" sz="1400" b="0" i="0" u="none" strike="noStrike" cap="none"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sym typeface="Arial"/>
                        </a:rPr>
                        <a:t>1</a:t>
                      </a:r>
                    </a:p>
                  </a:txBody>
                  <a:tcPr marL="55820" marR="5582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9pPr>
                    </a:lstStyle>
                    <a:p>
                      <a:pPr marL="0" marR="0" indent="0" algn="ctr" rtl="0">
                        <a:lnSpc>
                          <a:spcPct val="106000"/>
                        </a:lnSpc>
                        <a:spcBef>
                          <a:spcPts val="0"/>
                        </a:spcBef>
                        <a:spcAft>
                          <a:spcPts val="0"/>
                        </a:spcAft>
                        <a:buClr>
                          <a:srgbClr val="000000"/>
                        </a:buClr>
                        <a:buFont typeface="Arial"/>
                      </a:pPr>
                      <a:r>
                        <a:rPr lang="en-IN" sz="1400" b="0" i="0" u="none" strike="noStrike" cap="none"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sym typeface="Arial"/>
                        </a:rPr>
                        <a:t>0</a:t>
                      </a:r>
                    </a:p>
                  </a:txBody>
                  <a:tcPr marL="55820" marR="5582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9pPr>
                    </a:lstStyle>
                    <a:p>
                      <a:pPr marL="0" marR="0" indent="0" algn="ctr" rtl="0">
                        <a:lnSpc>
                          <a:spcPct val="106000"/>
                        </a:lnSpc>
                        <a:spcBef>
                          <a:spcPts val="0"/>
                        </a:spcBef>
                        <a:spcAft>
                          <a:spcPts val="0"/>
                        </a:spcAft>
                        <a:buClr>
                          <a:srgbClr val="000000"/>
                        </a:buClr>
                        <a:buFont typeface="Arial"/>
                      </a:pPr>
                      <a:r>
                        <a:rPr lang="en-IN" sz="1400" b="0" i="0" u="none" strike="noStrike" cap="none"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sym typeface="Arial"/>
                        </a:rPr>
                        <a:t>0</a:t>
                      </a:r>
                    </a:p>
                  </a:txBody>
                  <a:tcPr marL="55820" marR="5582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21346999"/>
                  </a:ext>
                </a:extLst>
              </a:tr>
              <a:tr h="407107">
                <a:tc>
                  <a:txBody>
                    <a:bodyPr/>
                    <a:lstStyle>
                      <a:lvl1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9pPr>
                    </a:lstStyle>
                    <a:p>
                      <a:pPr marL="0" marR="0" indent="0" algn="ctr" rtl="0">
                        <a:lnSpc>
                          <a:spcPct val="106000"/>
                        </a:lnSpc>
                        <a:spcBef>
                          <a:spcPts val="0"/>
                        </a:spcBef>
                        <a:spcAft>
                          <a:spcPts val="0"/>
                        </a:spcAft>
                        <a:buClr>
                          <a:srgbClr val="000000"/>
                        </a:buClr>
                        <a:buFont typeface="Arial"/>
                      </a:pPr>
                      <a:r>
                        <a:rPr lang="en-IN" sz="1400" b="0" i="0" u="none" strike="noStrike" cap="none"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sym typeface="Arial"/>
                        </a:rPr>
                        <a:t>equilibrium moles </a:t>
                      </a:r>
                    </a:p>
                  </a:txBody>
                  <a:tcPr marL="55820" marR="5582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9pPr>
                    </a:lstStyle>
                    <a:p>
                      <a:pPr marL="0" marR="0" indent="0" algn="ctr" rtl="0">
                        <a:lnSpc>
                          <a:spcPct val="106000"/>
                        </a:lnSpc>
                        <a:spcBef>
                          <a:spcPts val="0"/>
                        </a:spcBef>
                        <a:spcAft>
                          <a:spcPts val="0"/>
                        </a:spcAft>
                        <a:buClr>
                          <a:srgbClr val="000000"/>
                        </a:buClr>
                        <a:buFont typeface="Arial"/>
                      </a:pPr>
                      <a:r>
                        <a:rPr lang="en-IN" sz="1400" b="0" i="0" u="none" strike="noStrike" cap="none"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sym typeface="Arial"/>
                        </a:rPr>
                        <a:t>1-x</a:t>
                      </a:r>
                    </a:p>
                  </a:txBody>
                  <a:tcPr marL="55820" marR="5582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9pPr>
                    </a:lstStyle>
                    <a:p>
                      <a:pPr marL="0" marR="0" indent="0" algn="ctr" rtl="0">
                        <a:lnSpc>
                          <a:spcPct val="106000"/>
                        </a:lnSpc>
                        <a:spcBef>
                          <a:spcPts val="0"/>
                        </a:spcBef>
                        <a:spcAft>
                          <a:spcPts val="0"/>
                        </a:spcAft>
                        <a:buClr>
                          <a:srgbClr val="000000"/>
                        </a:buClr>
                        <a:buFont typeface="Arial"/>
                      </a:pPr>
                      <a:r>
                        <a:rPr lang="en-IN" sz="1400" b="0" i="0" u="none" strike="noStrike" cap="none"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sym typeface="Arial"/>
                        </a:rPr>
                        <a:t>1-x</a:t>
                      </a:r>
                    </a:p>
                  </a:txBody>
                  <a:tcPr marL="55820" marR="5582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9pPr>
                    </a:lstStyle>
                    <a:p>
                      <a:pPr marL="0" marR="0" indent="0" algn="ctr" rtl="0">
                        <a:lnSpc>
                          <a:spcPct val="106000"/>
                        </a:lnSpc>
                        <a:spcBef>
                          <a:spcPts val="0"/>
                        </a:spcBef>
                        <a:spcAft>
                          <a:spcPts val="0"/>
                        </a:spcAft>
                        <a:buClr>
                          <a:srgbClr val="000000"/>
                        </a:buClr>
                        <a:buFont typeface="Arial"/>
                      </a:pPr>
                      <a:r>
                        <a:rPr lang="en-IN" sz="1400" b="0" i="0" u="none" strike="noStrike" cap="none"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sym typeface="Arial"/>
                        </a:rPr>
                        <a:t>x</a:t>
                      </a:r>
                    </a:p>
                  </a:txBody>
                  <a:tcPr marL="55820" marR="5582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9pPr>
                    </a:lstStyle>
                    <a:p>
                      <a:pPr marL="0" marR="0" indent="0" algn="ctr" rtl="0">
                        <a:lnSpc>
                          <a:spcPct val="106000"/>
                        </a:lnSpc>
                        <a:spcBef>
                          <a:spcPts val="0"/>
                        </a:spcBef>
                        <a:spcAft>
                          <a:spcPts val="0"/>
                        </a:spcAft>
                        <a:buClr>
                          <a:srgbClr val="000000"/>
                        </a:buClr>
                        <a:buFont typeface="Arial"/>
                      </a:pPr>
                      <a:r>
                        <a:rPr lang="en-IN" sz="1400" b="0" i="0" u="none" strike="noStrike" cap="none"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sym typeface="Arial"/>
                        </a:rPr>
                        <a:t>x</a:t>
                      </a:r>
                    </a:p>
                  </a:txBody>
                  <a:tcPr marL="55820" marR="5582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655611094"/>
                  </a:ext>
                </a:extLst>
              </a:tr>
            </a:tbl>
          </a:graphicData>
        </a:graphic>
      </p:graphicFrame>
    </p:spTree>
    <p:extLst>
      <p:ext uri="{BB962C8B-B14F-4D97-AF65-F5344CB8AC3E}">
        <p14:creationId xmlns:p14="http://schemas.microsoft.com/office/powerpoint/2010/main" val="219220020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116"/>
        <p:cNvGrpSpPr/>
        <p:nvPr/>
      </p:nvGrpSpPr>
      <p:grpSpPr>
        <a:xfrm>
          <a:off x="0" y="0"/>
          <a:ext cx="0" cy="0"/>
          <a:chOff x="0" y="0"/>
          <a:chExt cx="0" cy="0"/>
        </a:xfrm>
      </p:grpSpPr>
      <p:sp>
        <p:nvSpPr>
          <p:cNvPr id="117" name="Google Shape;117;p26"/>
          <p:cNvSpPr txBox="1">
            <a:spLocks noGrp="1"/>
          </p:cNvSpPr>
          <p:nvPr>
            <p:ph type="title"/>
          </p:nvPr>
        </p:nvSpPr>
        <p:spPr>
          <a:xfrm>
            <a:off x="933025" y="592925"/>
            <a:ext cx="6305100" cy="767700"/>
          </a:xfrm>
          <a:prstGeom prst="rect">
            <a:avLst/>
          </a:prstGeom>
        </p:spPr>
        <p:txBody>
          <a:bodyPr spcFirstLastPara="1" wrap="square" lIns="91425" tIns="91425" rIns="91425" bIns="91425" anchor="b" anchorCtr="0">
            <a:noAutofit/>
          </a:bodyPr>
          <a:lstStyle/>
          <a:p>
            <a:pPr lvl="0"/>
            <a:r>
              <a:rPr lang="en-IN" dirty="0"/>
              <a:t>Working out the equilibrium constant </a:t>
            </a:r>
          </a:p>
        </p:txBody>
      </p:sp>
      <p:sp>
        <p:nvSpPr>
          <p:cNvPr id="118" name="Google Shape;118;p26"/>
          <p:cNvSpPr txBox="1"/>
          <p:nvPr/>
        </p:nvSpPr>
        <p:spPr>
          <a:xfrm>
            <a:off x="702600" y="2028225"/>
            <a:ext cx="8184277" cy="2492100"/>
          </a:xfrm>
          <a:prstGeom prst="rect">
            <a:avLst/>
          </a:prstGeom>
          <a:noFill/>
          <a:ln>
            <a:noFill/>
          </a:ln>
        </p:spPr>
        <p:txBody>
          <a:bodyPr spcFirstLastPara="1" wrap="square" lIns="91425" tIns="91425" rIns="91425" bIns="91425" anchor="t" anchorCtr="0">
            <a:noAutofit/>
          </a:bodyPr>
          <a:lstStyle/>
          <a:p>
            <a:pPr marL="114300" lvl="0">
              <a:lnSpc>
                <a:spcPct val="114000"/>
              </a:lnSpc>
              <a:spcBef>
                <a:spcPts val="600"/>
              </a:spcBef>
              <a:buSzPts val="1800"/>
              <a:defRPr/>
            </a:pPr>
            <a:r>
              <a:rPr lang="en-US" sz="1600" dirty="0">
                <a:solidFill>
                  <a:srgbClr val="080808"/>
                </a:solidFill>
                <a:latin typeface="Calibri" panose="020F0502020204030204" pitchFamily="34" charset="0"/>
                <a:cs typeface="Calibri" panose="020F0502020204030204" pitchFamily="34" charset="0"/>
              </a:rPr>
              <a:t>If V is the volume of the solution,</a:t>
            </a:r>
          </a:p>
          <a:p>
            <a:pPr marL="457200" lvl="0" indent="-342900">
              <a:lnSpc>
                <a:spcPct val="114000"/>
              </a:lnSpc>
              <a:spcBef>
                <a:spcPts val="600"/>
              </a:spcBef>
              <a:buSzPts val="1800"/>
              <a:buFont typeface="Arial" panose="020B0604020202020204" pitchFamily="34" charset="0"/>
              <a:buChar char="•"/>
              <a:defRPr/>
            </a:pPr>
            <a:r>
              <a:rPr lang="en-US" sz="1600" dirty="0">
                <a:solidFill>
                  <a:srgbClr val="080808"/>
                </a:solidFill>
                <a:latin typeface="Calibri" panose="020F0502020204030204" pitchFamily="34" charset="0"/>
                <a:cs typeface="Calibri" panose="020F0502020204030204" pitchFamily="34" charset="0"/>
              </a:rPr>
              <a:t>Concentration of ethanol=concentration of ethanoic acid =	              mol/dm</a:t>
            </a:r>
            <a:r>
              <a:rPr lang="en-US" sz="1600" baseline="30000" dirty="0">
                <a:solidFill>
                  <a:srgbClr val="080808"/>
                </a:solidFill>
                <a:latin typeface="Calibri" panose="020F0502020204030204" pitchFamily="34" charset="0"/>
                <a:cs typeface="Calibri" panose="020F0502020204030204" pitchFamily="34" charset="0"/>
              </a:rPr>
              <a:t>3</a:t>
            </a:r>
          </a:p>
          <a:p>
            <a:pPr marL="114300" lvl="0">
              <a:lnSpc>
                <a:spcPct val="114000"/>
              </a:lnSpc>
              <a:spcBef>
                <a:spcPts val="600"/>
              </a:spcBef>
              <a:buSzPts val="1800"/>
              <a:defRPr/>
            </a:pPr>
            <a:endParaRPr lang="en-US" sz="1600" dirty="0">
              <a:solidFill>
                <a:srgbClr val="080808"/>
              </a:solidFill>
              <a:latin typeface="Calibri" panose="020F0502020204030204" pitchFamily="34" charset="0"/>
              <a:cs typeface="Calibri" panose="020F0502020204030204" pitchFamily="34" charset="0"/>
            </a:endParaRPr>
          </a:p>
          <a:p>
            <a:pPr marL="457200" lvl="0" indent="-342900">
              <a:lnSpc>
                <a:spcPct val="114000"/>
              </a:lnSpc>
              <a:spcBef>
                <a:spcPts val="600"/>
              </a:spcBef>
              <a:buSzPts val="1800"/>
              <a:buFont typeface="Arial" panose="020B0604020202020204" pitchFamily="34" charset="0"/>
              <a:buChar char="•"/>
              <a:defRPr/>
            </a:pPr>
            <a:r>
              <a:rPr lang="en-US" sz="1600" dirty="0">
                <a:solidFill>
                  <a:srgbClr val="080808"/>
                </a:solidFill>
                <a:latin typeface="Calibri" panose="020F0502020204030204" pitchFamily="34" charset="0"/>
                <a:cs typeface="Calibri" panose="020F0502020204030204" pitchFamily="34" charset="0"/>
              </a:rPr>
              <a:t>Concentration of ethanol= concentration of ethanoic acid =        mol/dm</a:t>
            </a:r>
            <a:r>
              <a:rPr lang="en-US" sz="1600" baseline="30000" dirty="0">
                <a:solidFill>
                  <a:srgbClr val="080808"/>
                </a:solidFill>
                <a:latin typeface="Calibri" panose="020F0502020204030204" pitchFamily="34" charset="0"/>
                <a:cs typeface="Calibri" panose="020F0502020204030204" pitchFamily="34" charset="0"/>
              </a:rPr>
              <a:t>3</a:t>
            </a:r>
          </a:p>
          <a:p>
            <a:pPr marL="457200" lvl="0" indent="-342900">
              <a:lnSpc>
                <a:spcPct val="114000"/>
              </a:lnSpc>
              <a:spcBef>
                <a:spcPts val="600"/>
              </a:spcBef>
              <a:buSzPts val="1800"/>
              <a:buFont typeface="Arial" panose="020B0604020202020204" pitchFamily="34" charset="0"/>
              <a:buChar char="•"/>
              <a:defRPr/>
            </a:pPr>
            <a:endParaRPr lang="en-US" sz="1600" dirty="0">
              <a:solidFill>
                <a:srgbClr val="080808"/>
              </a:solidFill>
              <a:latin typeface="Calibri" panose="020F0502020204030204" pitchFamily="34" charset="0"/>
              <a:cs typeface="Calibri" panose="020F0502020204030204" pitchFamily="34" charset="0"/>
            </a:endParaRPr>
          </a:p>
        </p:txBody>
      </p:sp>
      <p:graphicFrame>
        <p:nvGraphicFramePr>
          <p:cNvPr id="6" name="Table 5">
            <a:extLst>
              <a:ext uri="{FF2B5EF4-FFF2-40B4-BE49-F238E27FC236}">
                <a16:creationId xmlns:a16="http://schemas.microsoft.com/office/drawing/2014/main" id="{F29E5BA2-64DE-4234-858E-187DF61C0AAA}"/>
              </a:ext>
            </a:extLst>
          </p:cNvPr>
          <p:cNvGraphicFramePr>
            <a:graphicFrameLocks noGrp="1"/>
          </p:cNvGraphicFramePr>
          <p:nvPr/>
        </p:nvGraphicFramePr>
        <p:xfrm>
          <a:off x="2071153" y="3599996"/>
          <a:ext cx="5001693" cy="1292679"/>
        </p:xfrm>
        <a:graphic>
          <a:graphicData uri="http://schemas.openxmlformats.org/drawingml/2006/table">
            <a:tbl>
              <a:tblPr firstRow="1" firstCol="1" bandRow="1"/>
              <a:tblGrid>
                <a:gridCol w="1113693">
                  <a:extLst>
                    <a:ext uri="{9D8B030D-6E8A-4147-A177-3AD203B41FA5}">
                      <a16:colId xmlns:a16="http://schemas.microsoft.com/office/drawing/2014/main" val="2649825722"/>
                    </a:ext>
                  </a:extLst>
                </a:gridCol>
                <a:gridCol w="972000">
                  <a:extLst>
                    <a:ext uri="{9D8B030D-6E8A-4147-A177-3AD203B41FA5}">
                      <a16:colId xmlns:a16="http://schemas.microsoft.com/office/drawing/2014/main" val="2616685539"/>
                    </a:ext>
                  </a:extLst>
                </a:gridCol>
                <a:gridCol w="972000">
                  <a:extLst>
                    <a:ext uri="{9D8B030D-6E8A-4147-A177-3AD203B41FA5}">
                      <a16:colId xmlns:a16="http://schemas.microsoft.com/office/drawing/2014/main" val="1113451424"/>
                    </a:ext>
                  </a:extLst>
                </a:gridCol>
                <a:gridCol w="972000">
                  <a:extLst>
                    <a:ext uri="{9D8B030D-6E8A-4147-A177-3AD203B41FA5}">
                      <a16:colId xmlns:a16="http://schemas.microsoft.com/office/drawing/2014/main" val="1775625745"/>
                    </a:ext>
                  </a:extLst>
                </a:gridCol>
                <a:gridCol w="972000">
                  <a:extLst>
                    <a:ext uri="{9D8B030D-6E8A-4147-A177-3AD203B41FA5}">
                      <a16:colId xmlns:a16="http://schemas.microsoft.com/office/drawing/2014/main" val="1023163951"/>
                    </a:ext>
                  </a:extLst>
                </a:gridCol>
              </a:tblGrid>
              <a:tr h="357083">
                <a:tc>
                  <a:txBody>
                    <a:bodyPr/>
                    <a:lstStyle>
                      <a:lvl1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9pPr>
                    </a:lstStyle>
                    <a:p>
                      <a:pPr marL="457200" algn="ctr">
                        <a:lnSpc>
                          <a:spcPct val="106000"/>
                        </a:lnSpc>
                        <a:spcAft>
                          <a:spcPts val="0"/>
                        </a:spcAft>
                      </a:pPr>
                      <a:r>
                        <a:rPr lang="en-IN" sz="1400" dirty="0">
                          <a:solidFill>
                            <a:schemeClr val="bg1"/>
                          </a:solidFill>
                          <a:effectLst/>
                          <a:latin typeface="Calibri" panose="020F0502020204030204" pitchFamily="34" charset="0"/>
                          <a:ea typeface="Times New Roman" panose="02020603050405020304" pitchFamily="18" charset="0"/>
                          <a:cs typeface="Calibri" panose="020F0502020204030204" pitchFamily="34" charset="0"/>
                        </a:rPr>
                        <a:t> </a:t>
                      </a:r>
                      <a:endParaRPr lang="en-IN" sz="1400" dirty="0">
                        <a:solidFill>
                          <a:schemeClr val="bg1"/>
                        </a:solidFill>
                        <a:effectLst/>
                        <a:latin typeface="Calibri" panose="020F0502020204030204" pitchFamily="34" charset="0"/>
                        <a:ea typeface="Calibri" panose="020F0502020204030204" pitchFamily="34" charset="0"/>
                        <a:cs typeface="Calibri" panose="020F0502020204030204" pitchFamily="34" charset="0"/>
                      </a:endParaRPr>
                    </a:p>
                  </a:txBody>
                  <a:tcPr marL="55820" marR="5582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9pPr>
                    </a:lstStyle>
                    <a:p>
                      <a:pPr marL="0" indent="0" algn="ctr">
                        <a:lnSpc>
                          <a:spcPct val="106000"/>
                        </a:lnSpc>
                        <a:spcAft>
                          <a:spcPts val="0"/>
                        </a:spcAft>
                      </a:pPr>
                      <a:r>
                        <a:rPr lang="en-IN" sz="1400" dirty="0">
                          <a:solidFill>
                            <a:schemeClr val="bg1"/>
                          </a:solidFill>
                          <a:effectLst/>
                          <a:latin typeface="Calibri" panose="020F0502020204030204" pitchFamily="34" charset="0"/>
                          <a:ea typeface="Times New Roman" panose="02020603050405020304" pitchFamily="18" charset="0"/>
                          <a:cs typeface="Calibri" panose="020F0502020204030204" pitchFamily="34" charset="0"/>
                        </a:rPr>
                        <a:t>ethanol</a:t>
                      </a:r>
                      <a:endParaRPr lang="en-IN" sz="1400" dirty="0">
                        <a:solidFill>
                          <a:schemeClr val="bg1"/>
                        </a:solidFill>
                        <a:effectLst/>
                        <a:latin typeface="Calibri" panose="020F0502020204030204" pitchFamily="34" charset="0"/>
                        <a:ea typeface="Calibri" panose="020F0502020204030204" pitchFamily="34" charset="0"/>
                        <a:cs typeface="Calibri" panose="020F0502020204030204" pitchFamily="34" charset="0"/>
                      </a:endParaRPr>
                    </a:p>
                  </a:txBody>
                  <a:tcPr marL="55820" marR="5582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9pPr>
                    </a:lstStyle>
                    <a:p>
                      <a:pPr marL="0" indent="0" algn="ctr">
                        <a:lnSpc>
                          <a:spcPct val="106000"/>
                        </a:lnSpc>
                        <a:spcAft>
                          <a:spcPts val="0"/>
                        </a:spcAft>
                      </a:pPr>
                      <a:r>
                        <a:rPr lang="en-IN" sz="1400" dirty="0">
                          <a:solidFill>
                            <a:schemeClr val="bg1"/>
                          </a:solidFill>
                          <a:effectLst/>
                          <a:latin typeface="Calibri" panose="020F0502020204030204" pitchFamily="34" charset="0"/>
                          <a:ea typeface="Times New Roman" panose="02020603050405020304" pitchFamily="18" charset="0"/>
                          <a:cs typeface="Calibri" panose="020F0502020204030204" pitchFamily="34" charset="0"/>
                        </a:rPr>
                        <a:t>ethanoic acid</a:t>
                      </a:r>
                      <a:endParaRPr lang="en-IN" sz="1400" dirty="0">
                        <a:solidFill>
                          <a:schemeClr val="bg1"/>
                        </a:solidFill>
                        <a:effectLst/>
                        <a:latin typeface="Calibri" panose="020F0502020204030204" pitchFamily="34" charset="0"/>
                        <a:ea typeface="Calibri" panose="020F0502020204030204" pitchFamily="34" charset="0"/>
                        <a:cs typeface="Calibri" panose="020F0502020204030204" pitchFamily="34" charset="0"/>
                      </a:endParaRPr>
                    </a:p>
                  </a:txBody>
                  <a:tcPr marL="55820" marR="5582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9pPr>
                    </a:lstStyle>
                    <a:p>
                      <a:pPr marL="0" indent="0" algn="ctr">
                        <a:lnSpc>
                          <a:spcPct val="106000"/>
                        </a:lnSpc>
                        <a:spcAft>
                          <a:spcPts val="0"/>
                        </a:spcAft>
                      </a:pPr>
                      <a:r>
                        <a:rPr lang="en-IN" sz="1400" dirty="0">
                          <a:solidFill>
                            <a:schemeClr val="bg1"/>
                          </a:solidFill>
                          <a:effectLst/>
                          <a:latin typeface="Calibri" panose="020F0502020204030204" pitchFamily="34" charset="0"/>
                          <a:ea typeface="Times New Roman" panose="02020603050405020304" pitchFamily="18" charset="0"/>
                          <a:cs typeface="Calibri" panose="020F0502020204030204" pitchFamily="34" charset="0"/>
                        </a:rPr>
                        <a:t>ethyl ethanoate</a:t>
                      </a:r>
                      <a:endParaRPr lang="en-IN" sz="1400" dirty="0">
                        <a:solidFill>
                          <a:schemeClr val="bg1"/>
                        </a:solidFill>
                        <a:effectLst/>
                        <a:latin typeface="Calibri" panose="020F0502020204030204" pitchFamily="34" charset="0"/>
                        <a:ea typeface="Calibri" panose="020F0502020204030204" pitchFamily="34" charset="0"/>
                        <a:cs typeface="Calibri" panose="020F0502020204030204" pitchFamily="34" charset="0"/>
                      </a:endParaRPr>
                    </a:p>
                  </a:txBody>
                  <a:tcPr marL="55820" marR="5582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9pPr>
                    </a:lstStyle>
                    <a:p>
                      <a:pPr marL="0" indent="0" algn="ctr">
                        <a:lnSpc>
                          <a:spcPct val="106000"/>
                        </a:lnSpc>
                        <a:spcAft>
                          <a:spcPts val="0"/>
                        </a:spcAft>
                      </a:pPr>
                      <a:r>
                        <a:rPr lang="en-IN" sz="1400" dirty="0">
                          <a:solidFill>
                            <a:schemeClr val="bg1"/>
                          </a:solidFill>
                          <a:effectLst/>
                          <a:latin typeface="Calibri" panose="020F0502020204030204" pitchFamily="34" charset="0"/>
                          <a:ea typeface="Calibri" panose="020F0502020204030204" pitchFamily="34" charset="0"/>
                          <a:cs typeface="Calibri" panose="020F0502020204030204" pitchFamily="34" charset="0"/>
                        </a:rPr>
                        <a:t>water</a:t>
                      </a:r>
                    </a:p>
                  </a:txBody>
                  <a:tcPr marL="55820" marR="5582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00B050"/>
                    </a:solidFill>
                  </a:tcPr>
                </a:tc>
                <a:extLst>
                  <a:ext uri="{0D108BD9-81ED-4DB2-BD59-A6C34878D82A}">
                    <a16:rowId xmlns:a16="http://schemas.microsoft.com/office/drawing/2014/main" val="2534801049"/>
                  </a:ext>
                </a:extLst>
              </a:tr>
              <a:tr h="407107">
                <a:tc>
                  <a:txBody>
                    <a:bodyPr/>
                    <a:lstStyle>
                      <a:lvl1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9pPr>
                    </a:lstStyle>
                    <a:p>
                      <a:pPr marL="0" marR="0" indent="0" algn="ctr" rtl="0">
                        <a:lnSpc>
                          <a:spcPct val="106000"/>
                        </a:lnSpc>
                        <a:spcBef>
                          <a:spcPts val="0"/>
                        </a:spcBef>
                        <a:spcAft>
                          <a:spcPts val="0"/>
                        </a:spcAft>
                        <a:buClr>
                          <a:srgbClr val="000000"/>
                        </a:buClr>
                        <a:buFont typeface="Arial"/>
                      </a:pPr>
                      <a:r>
                        <a:rPr lang="en-IN" sz="1400" b="0" i="0" u="none" strike="noStrike" cap="none"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sym typeface="Arial"/>
                        </a:rPr>
                        <a:t>initial moles</a:t>
                      </a:r>
                    </a:p>
                  </a:txBody>
                  <a:tcPr marL="55820" marR="5582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9pPr>
                    </a:lstStyle>
                    <a:p>
                      <a:pPr marL="0" marR="0" indent="0" algn="ctr" rtl="0">
                        <a:lnSpc>
                          <a:spcPct val="106000"/>
                        </a:lnSpc>
                        <a:spcBef>
                          <a:spcPts val="0"/>
                        </a:spcBef>
                        <a:spcAft>
                          <a:spcPts val="0"/>
                        </a:spcAft>
                        <a:buClr>
                          <a:srgbClr val="000000"/>
                        </a:buClr>
                        <a:buFont typeface="Arial"/>
                      </a:pPr>
                      <a:r>
                        <a:rPr lang="en-IN" sz="1400" b="0" i="0" u="none" strike="noStrike" cap="none"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sym typeface="Arial"/>
                        </a:rPr>
                        <a:t>1</a:t>
                      </a:r>
                    </a:p>
                  </a:txBody>
                  <a:tcPr marL="55820" marR="5582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9pPr>
                    </a:lstStyle>
                    <a:p>
                      <a:pPr marL="0" marR="0" indent="0" algn="ctr" rtl="0">
                        <a:lnSpc>
                          <a:spcPct val="106000"/>
                        </a:lnSpc>
                        <a:spcBef>
                          <a:spcPts val="0"/>
                        </a:spcBef>
                        <a:spcAft>
                          <a:spcPts val="0"/>
                        </a:spcAft>
                        <a:buClr>
                          <a:srgbClr val="000000"/>
                        </a:buClr>
                        <a:buFont typeface="Arial"/>
                      </a:pPr>
                      <a:r>
                        <a:rPr lang="en-IN" sz="1400" b="0" i="0" u="none" strike="noStrike" cap="none"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sym typeface="Arial"/>
                        </a:rPr>
                        <a:t>1</a:t>
                      </a:r>
                    </a:p>
                  </a:txBody>
                  <a:tcPr marL="55820" marR="5582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9pPr>
                    </a:lstStyle>
                    <a:p>
                      <a:pPr marL="0" marR="0" indent="0" algn="ctr" rtl="0">
                        <a:lnSpc>
                          <a:spcPct val="106000"/>
                        </a:lnSpc>
                        <a:spcBef>
                          <a:spcPts val="0"/>
                        </a:spcBef>
                        <a:spcAft>
                          <a:spcPts val="0"/>
                        </a:spcAft>
                        <a:buClr>
                          <a:srgbClr val="000000"/>
                        </a:buClr>
                        <a:buFont typeface="Arial"/>
                      </a:pPr>
                      <a:r>
                        <a:rPr lang="en-IN" sz="1400" b="0" i="0" u="none" strike="noStrike" cap="none"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sym typeface="Arial"/>
                        </a:rPr>
                        <a:t>0</a:t>
                      </a:r>
                    </a:p>
                  </a:txBody>
                  <a:tcPr marL="55820" marR="5582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9pPr>
                    </a:lstStyle>
                    <a:p>
                      <a:pPr marL="0" marR="0" indent="0" algn="ctr" rtl="0">
                        <a:lnSpc>
                          <a:spcPct val="106000"/>
                        </a:lnSpc>
                        <a:spcBef>
                          <a:spcPts val="0"/>
                        </a:spcBef>
                        <a:spcAft>
                          <a:spcPts val="0"/>
                        </a:spcAft>
                        <a:buClr>
                          <a:srgbClr val="000000"/>
                        </a:buClr>
                        <a:buFont typeface="Arial"/>
                      </a:pPr>
                      <a:r>
                        <a:rPr lang="en-IN" sz="1400" b="0" i="0" u="none" strike="noStrike" cap="none"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sym typeface="Arial"/>
                        </a:rPr>
                        <a:t>0</a:t>
                      </a:r>
                    </a:p>
                  </a:txBody>
                  <a:tcPr marL="55820" marR="5582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21346999"/>
                  </a:ext>
                </a:extLst>
              </a:tr>
              <a:tr h="407107">
                <a:tc>
                  <a:txBody>
                    <a:bodyPr/>
                    <a:lstStyle>
                      <a:lvl1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9pPr>
                    </a:lstStyle>
                    <a:p>
                      <a:pPr marL="0" marR="0" indent="0" algn="ctr" rtl="0">
                        <a:lnSpc>
                          <a:spcPct val="106000"/>
                        </a:lnSpc>
                        <a:spcBef>
                          <a:spcPts val="0"/>
                        </a:spcBef>
                        <a:spcAft>
                          <a:spcPts val="0"/>
                        </a:spcAft>
                        <a:buClr>
                          <a:srgbClr val="000000"/>
                        </a:buClr>
                        <a:buFont typeface="Arial"/>
                      </a:pPr>
                      <a:r>
                        <a:rPr lang="en-IN" sz="1400" b="0" i="0" u="none" strike="noStrike" cap="none"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sym typeface="Arial"/>
                        </a:rPr>
                        <a:t>equilibrium moles </a:t>
                      </a:r>
                    </a:p>
                  </a:txBody>
                  <a:tcPr marL="55820" marR="5582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9pPr>
                    </a:lstStyle>
                    <a:p>
                      <a:pPr marL="0" marR="0" indent="0" algn="ctr" rtl="0">
                        <a:lnSpc>
                          <a:spcPct val="106000"/>
                        </a:lnSpc>
                        <a:spcBef>
                          <a:spcPts val="0"/>
                        </a:spcBef>
                        <a:spcAft>
                          <a:spcPts val="0"/>
                        </a:spcAft>
                        <a:buClr>
                          <a:srgbClr val="000000"/>
                        </a:buClr>
                        <a:buFont typeface="Arial"/>
                      </a:pPr>
                      <a:r>
                        <a:rPr lang="en-IN" sz="1400" b="0" i="0" u="none" strike="noStrike" cap="none"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sym typeface="Arial"/>
                        </a:rPr>
                        <a:t>1-x</a:t>
                      </a:r>
                    </a:p>
                  </a:txBody>
                  <a:tcPr marL="55820" marR="5582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9pPr>
                    </a:lstStyle>
                    <a:p>
                      <a:pPr marL="0" marR="0" indent="0" algn="ctr" rtl="0">
                        <a:lnSpc>
                          <a:spcPct val="106000"/>
                        </a:lnSpc>
                        <a:spcBef>
                          <a:spcPts val="0"/>
                        </a:spcBef>
                        <a:spcAft>
                          <a:spcPts val="0"/>
                        </a:spcAft>
                        <a:buClr>
                          <a:srgbClr val="000000"/>
                        </a:buClr>
                        <a:buFont typeface="Arial"/>
                      </a:pPr>
                      <a:r>
                        <a:rPr lang="en-IN" sz="1400" b="0" i="0" u="none" strike="noStrike" cap="none"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sym typeface="Arial"/>
                        </a:rPr>
                        <a:t>1-x</a:t>
                      </a:r>
                    </a:p>
                  </a:txBody>
                  <a:tcPr marL="55820" marR="5582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9pPr>
                    </a:lstStyle>
                    <a:p>
                      <a:pPr marL="0" marR="0" indent="0" algn="ctr" rtl="0">
                        <a:lnSpc>
                          <a:spcPct val="106000"/>
                        </a:lnSpc>
                        <a:spcBef>
                          <a:spcPts val="0"/>
                        </a:spcBef>
                        <a:spcAft>
                          <a:spcPts val="0"/>
                        </a:spcAft>
                        <a:buClr>
                          <a:srgbClr val="000000"/>
                        </a:buClr>
                        <a:buFont typeface="Arial"/>
                      </a:pPr>
                      <a:r>
                        <a:rPr lang="en-IN" sz="1400" b="0" i="0" u="none" strike="noStrike" cap="none"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sym typeface="Arial"/>
                        </a:rPr>
                        <a:t>x</a:t>
                      </a:r>
                    </a:p>
                  </a:txBody>
                  <a:tcPr marL="55820" marR="5582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9pPr>
                    </a:lstStyle>
                    <a:p>
                      <a:pPr marL="0" marR="0" indent="0" algn="ctr" rtl="0">
                        <a:lnSpc>
                          <a:spcPct val="106000"/>
                        </a:lnSpc>
                        <a:spcBef>
                          <a:spcPts val="0"/>
                        </a:spcBef>
                        <a:spcAft>
                          <a:spcPts val="0"/>
                        </a:spcAft>
                        <a:buClr>
                          <a:srgbClr val="000000"/>
                        </a:buClr>
                        <a:buFont typeface="Arial"/>
                      </a:pPr>
                      <a:r>
                        <a:rPr lang="en-IN" sz="1400" b="0" i="0" u="none" strike="noStrike" cap="none"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sym typeface="Arial"/>
                        </a:rPr>
                        <a:t>x</a:t>
                      </a:r>
                    </a:p>
                  </a:txBody>
                  <a:tcPr marL="55820" marR="5582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655611094"/>
                  </a:ext>
                </a:extLst>
              </a:tr>
            </a:tbl>
          </a:graphicData>
        </a:graphic>
      </p:graphicFrame>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1551EBFB-00C3-49AE-A462-AEA2EBD29D9D}"/>
                  </a:ext>
                </a:extLst>
              </p:cNvPr>
              <p:cNvSpPr txBox="1"/>
              <p:nvPr/>
            </p:nvSpPr>
            <p:spPr>
              <a:xfrm>
                <a:off x="6098945" y="2512143"/>
                <a:ext cx="797270" cy="50270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f>
                        <m:fPr>
                          <m:ctrlPr>
                            <a:rPr lang="en-IN" sz="1400" i="1" smtClean="0">
                              <a:solidFill>
                                <a:srgbClr val="000000"/>
                              </a:solidFill>
                              <a:latin typeface="Cambria Math" panose="02040503050406030204" pitchFamily="18" charset="0"/>
                            </a:rPr>
                          </m:ctrlPr>
                        </m:fPr>
                        <m:num>
                          <m:r>
                            <a:rPr lang="en-MY" sz="1400" b="0" i="1" smtClean="0">
                              <a:solidFill>
                                <a:srgbClr val="000000"/>
                              </a:solidFill>
                              <a:latin typeface="Cambria Math" panose="02040503050406030204" pitchFamily="18" charset="0"/>
                            </a:rPr>
                            <m:t>(</m:t>
                          </m:r>
                          <m:r>
                            <a:rPr lang="en-MY" sz="1400" b="0" i="1" smtClean="0">
                              <a:solidFill>
                                <a:srgbClr val="000000"/>
                              </a:solidFill>
                              <a:latin typeface="Cambria Math" panose="02040503050406030204" pitchFamily="18" charset="0"/>
                            </a:rPr>
                            <m:t>1</m:t>
                          </m:r>
                          <m:r>
                            <a:rPr lang="en-MY" sz="1400" b="0" i="1" smtClean="0">
                              <a:solidFill>
                                <a:srgbClr val="000000"/>
                              </a:solidFill>
                              <a:latin typeface="Cambria Math" panose="02040503050406030204" pitchFamily="18" charset="0"/>
                            </a:rPr>
                            <m:t>−</m:t>
                          </m:r>
                          <m:r>
                            <a:rPr lang="en-MY" sz="1400" b="0" i="1" smtClean="0">
                              <a:solidFill>
                                <a:srgbClr val="000000"/>
                              </a:solidFill>
                              <a:latin typeface="Cambria Math" panose="02040503050406030204" pitchFamily="18" charset="0"/>
                            </a:rPr>
                            <m:t>𝑥</m:t>
                          </m:r>
                          <m:r>
                            <a:rPr lang="en-MY" sz="1400" b="0" i="1" smtClean="0">
                              <a:solidFill>
                                <a:srgbClr val="000000"/>
                              </a:solidFill>
                              <a:latin typeface="Cambria Math" panose="02040503050406030204" pitchFamily="18" charset="0"/>
                            </a:rPr>
                            <m:t>)</m:t>
                          </m:r>
                        </m:num>
                        <m:den>
                          <m:r>
                            <a:rPr lang="en-MY" sz="1400" b="0" i="1" smtClean="0">
                              <a:solidFill>
                                <a:srgbClr val="000000"/>
                              </a:solidFill>
                              <a:latin typeface="Cambria Math" panose="02040503050406030204" pitchFamily="18" charset="0"/>
                            </a:rPr>
                            <m:t>𝑉</m:t>
                          </m:r>
                        </m:den>
                      </m:f>
                    </m:oMath>
                  </m:oMathPara>
                </a14:m>
                <a:endParaRPr lang="en-GB" dirty="0">
                  <a:solidFill>
                    <a:srgbClr val="000000"/>
                  </a:solidFill>
                </a:endParaRPr>
              </a:p>
            </p:txBody>
          </p:sp>
        </mc:Choice>
        <mc:Fallback xmlns="">
          <p:sp>
            <p:nvSpPr>
              <p:cNvPr id="2" name="TextBox 1">
                <a:extLst>
                  <a:ext uri="{FF2B5EF4-FFF2-40B4-BE49-F238E27FC236}">
                    <a16:creationId xmlns:a16="http://schemas.microsoft.com/office/drawing/2014/main" id="{1551EBFB-00C3-49AE-A462-AEA2EBD29D9D}"/>
                  </a:ext>
                </a:extLst>
              </p:cNvPr>
              <p:cNvSpPr txBox="1">
                <a:spLocks noRot="1" noChangeAspect="1" noMove="1" noResize="1" noEditPoints="1" noAdjustHandles="1" noChangeArrowheads="1" noChangeShapeType="1" noTextEdit="1"/>
              </p:cNvSpPr>
              <p:nvPr/>
            </p:nvSpPr>
            <p:spPr>
              <a:xfrm>
                <a:off x="6098945" y="2512143"/>
                <a:ext cx="797270" cy="502702"/>
              </a:xfrm>
              <a:prstGeom prst="rect">
                <a:avLst/>
              </a:prstGeom>
              <a:blipFill>
                <a:blip r:embed="rId3"/>
                <a:stretch>
                  <a:fillRect b="-1205"/>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494E56E7-9FBC-4BBD-9A34-D3A06375382A}"/>
                  </a:ext>
                </a:extLst>
              </p:cNvPr>
              <p:cNvSpPr txBox="1"/>
              <p:nvPr/>
            </p:nvSpPr>
            <p:spPr>
              <a:xfrm>
                <a:off x="6145304" y="3138716"/>
                <a:ext cx="352276" cy="46128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f>
                        <m:fPr>
                          <m:ctrlPr>
                            <a:rPr lang="en-IN" sz="1400" i="1" smtClean="0">
                              <a:solidFill>
                                <a:srgbClr val="000000"/>
                              </a:solidFill>
                              <a:latin typeface="Cambria Math" panose="02040503050406030204" pitchFamily="18" charset="0"/>
                            </a:rPr>
                          </m:ctrlPr>
                        </m:fPr>
                        <m:num>
                          <m:r>
                            <a:rPr lang="en-MY" sz="1400" b="0" i="1" smtClean="0">
                              <a:solidFill>
                                <a:srgbClr val="000000"/>
                              </a:solidFill>
                              <a:latin typeface="Cambria Math" panose="02040503050406030204" pitchFamily="18" charset="0"/>
                            </a:rPr>
                            <m:t>𝑥</m:t>
                          </m:r>
                        </m:num>
                        <m:den>
                          <m:r>
                            <a:rPr lang="en-MY" sz="1400" b="0" i="1" smtClean="0">
                              <a:solidFill>
                                <a:srgbClr val="000000"/>
                              </a:solidFill>
                              <a:latin typeface="Cambria Math" panose="02040503050406030204" pitchFamily="18" charset="0"/>
                            </a:rPr>
                            <m:t>𝑉</m:t>
                          </m:r>
                        </m:den>
                      </m:f>
                    </m:oMath>
                  </m:oMathPara>
                </a14:m>
                <a:endParaRPr lang="en-GB" dirty="0">
                  <a:solidFill>
                    <a:srgbClr val="000000"/>
                  </a:solidFill>
                </a:endParaRPr>
              </a:p>
            </p:txBody>
          </p:sp>
        </mc:Choice>
        <mc:Fallback xmlns="">
          <p:sp>
            <p:nvSpPr>
              <p:cNvPr id="3" name="TextBox 2">
                <a:extLst>
                  <a:ext uri="{FF2B5EF4-FFF2-40B4-BE49-F238E27FC236}">
                    <a16:creationId xmlns:a16="http://schemas.microsoft.com/office/drawing/2014/main" id="{494E56E7-9FBC-4BBD-9A34-D3A06375382A}"/>
                  </a:ext>
                </a:extLst>
              </p:cNvPr>
              <p:cNvSpPr txBox="1">
                <a:spLocks noRot="1" noChangeAspect="1" noMove="1" noResize="1" noEditPoints="1" noAdjustHandles="1" noChangeArrowheads="1" noChangeShapeType="1" noTextEdit="1"/>
              </p:cNvSpPr>
              <p:nvPr/>
            </p:nvSpPr>
            <p:spPr>
              <a:xfrm>
                <a:off x="6145304" y="3138716"/>
                <a:ext cx="352276" cy="461280"/>
              </a:xfrm>
              <a:prstGeom prst="rect">
                <a:avLst/>
              </a:prstGeom>
              <a:blipFill>
                <a:blip r:embed="rId4"/>
                <a:stretch>
                  <a:fillRect/>
                </a:stretch>
              </a:blipFill>
            </p:spPr>
            <p:txBody>
              <a:bodyPr/>
              <a:lstStyle/>
              <a:p>
                <a:r>
                  <a:rPr lang="en-GB">
                    <a:noFill/>
                  </a:rPr>
                  <a:t> </a:t>
                </a:r>
              </a:p>
            </p:txBody>
          </p:sp>
        </mc:Fallback>
      </mc:AlternateContent>
    </p:spTree>
    <p:extLst>
      <p:ext uri="{BB962C8B-B14F-4D97-AF65-F5344CB8AC3E}">
        <p14:creationId xmlns:p14="http://schemas.microsoft.com/office/powerpoint/2010/main" val="248358589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116"/>
        <p:cNvGrpSpPr/>
        <p:nvPr/>
      </p:nvGrpSpPr>
      <p:grpSpPr>
        <a:xfrm>
          <a:off x="0" y="0"/>
          <a:ext cx="0" cy="0"/>
          <a:chOff x="0" y="0"/>
          <a:chExt cx="0" cy="0"/>
        </a:xfrm>
      </p:grpSpPr>
      <p:sp>
        <p:nvSpPr>
          <p:cNvPr id="117" name="Google Shape;117;p26"/>
          <p:cNvSpPr txBox="1">
            <a:spLocks noGrp="1"/>
          </p:cNvSpPr>
          <p:nvPr>
            <p:ph type="title"/>
          </p:nvPr>
        </p:nvSpPr>
        <p:spPr>
          <a:xfrm>
            <a:off x="933025" y="592925"/>
            <a:ext cx="6305100" cy="767700"/>
          </a:xfrm>
          <a:prstGeom prst="rect">
            <a:avLst/>
          </a:prstGeom>
        </p:spPr>
        <p:txBody>
          <a:bodyPr spcFirstLastPara="1" wrap="square" lIns="91425" tIns="91425" rIns="91425" bIns="91425" anchor="b" anchorCtr="0">
            <a:noAutofit/>
          </a:bodyPr>
          <a:lstStyle/>
          <a:p>
            <a:pPr lvl="0"/>
            <a:r>
              <a:rPr lang="en-IN" dirty="0"/>
              <a:t>Working out the equilibrium constant </a:t>
            </a:r>
          </a:p>
        </p:txBody>
      </p:sp>
      <p:sp>
        <p:nvSpPr>
          <p:cNvPr id="118" name="Google Shape;118;p26"/>
          <p:cNvSpPr txBox="1"/>
          <p:nvPr/>
        </p:nvSpPr>
        <p:spPr>
          <a:xfrm>
            <a:off x="702600" y="2028225"/>
            <a:ext cx="3142569" cy="2492100"/>
          </a:xfrm>
          <a:prstGeom prst="rect">
            <a:avLst/>
          </a:prstGeom>
          <a:noFill/>
          <a:ln>
            <a:noFill/>
          </a:ln>
        </p:spPr>
        <p:txBody>
          <a:bodyPr spcFirstLastPara="1" wrap="square" lIns="91425" tIns="91425" rIns="91425" bIns="91425" anchor="t" anchorCtr="0">
            <a:noAutofit/>
          </a:bodyPr>
          <a:lstStyle/>
          <a:p>
            <a:pPr marL="457200" lvl="0" indent="-342900">
              <a:lnSpc>
                <a:spcPct val="114000"/>
              </a:lnSpc>
              <a:spcBef>
                <a:spcPts val="600"/>
              </a:spcBef>
              <a:buSzPts val="1800"/>
              <a:buFont typeface="Arial" panose="020B0604020202020204" pitchFamily="34" charset="0"/>
              <a:buChar char="•"/>
              <a:defRPr/>
            </a:pPr>
            <a:r>
              <a:rPr lang="en-US" sz="1600" dirty="0">
                <a:solidFill>
                  <a:srgbClr val="080808"/>
                </a:solidFill>
                <a:latin typeface="Calibri" panose="020F0502020204030204" pitchFamily="34" charset="0"/>
                <a:cs typeface="Calibri" panose="020F0502020204030204" pitchFamily="34" charset="0"/>
              </a:rPr>
              <a:t>Concentration of ethanol=concentration of ethanoic acid =	              mol/dm</a:t>
            </a:r>
            <a:r>
              <a:rPr lang="en-US" sz="1600" baseline="30000" dirty="0">
                <a:solidFill>
                  <a:srgbClr val="080808"/>
                </a:solidFill>
                <a:latin typeface="Calibri" panose="020F0502020204030204" pitchFamily="34" charset="0"/>
                <a:cs typeface="Calibri" panose="020F0502020204030204" pitchFamily="34" charset="0"/>
              </a:rPr>
              <a:t>3</a:t>
            </a:r>
          </a:p>
          <a:p>
            <a:pPr marL="457200" lvl="0" indent="-342900">
              <a:lnSpc>
                <a:spcPct val="114000"/>
              </a:lnSpc>
              <a:spcBef>
                <a:spcPts val="600"/>
              </a:spcBef>
              <a:buSzPts val="1800"/>
              <a:buFont typeface="Arial" panose="020B0604020202020204" pitchFamily="34" charset="0"/>
              <a:buChar char="•"/>
              <a:defRPr/>
            </a:pPr>
            <a:r>
              <a:rPr lang="en-US" sz="1600" dirty="0">
                <a:solidFill>
                  <a:srgbClr val="080808"/>
                </a:solidFill>
                <a:latin typeface="Calibri" panose="020F0502020204030204" pitchFamily="34" charset="0"/>
                <a:cs typeface="Calibri" panose="020F0502020204030204" pitchFamily="34" charset="0"/>
              </a:rPr>
              <a:t>Concentration of ethanol= concentration of ethanoic acid =        mol/dm</a:t>
            </a:r>
            <a:r>
              <a:rPr lang="en-US" sz="1600" baseline="30000" dirty="0">
                <a:solidFill>
                  <a:srgbClr val="080808"/>
                </a:solidFill>
                <a:latin typeface="Calibri" panose="020F0502020204030204" pitchFamily="34" charset="0"/>
                <a:cs typeface="Calibri" panose="020F0502020204030204" pitchFamily="34" charset="0"/>
              </a:rPr>
              <a:t>3</a:t>
            </a:r>
          </a:p>
          <a:p>
            <a:pPr marL="457200" lvl="0" indent="-342900">
              <a:lnSpc>
                <a:spcPct val="114000"/>
              </a:lnSpc>
              <a:spcBef>
                <a:spcPts val="600"/>
              </a:spcBef>
              <a:buSzPts val="1800"/>
              <a:buFont typeface="Arial" panose="020B0604020202020204" pitchFamily="34" charset="0"/>
              <a:buChar char="•"/>
              <a:defRPr/>
            </a:pPr>
            <a:endParaRPr lang="en-US" sz="1600" dirty="0">
              <a:solidFill>
                <a:srgbClr val="080808"/>
              </a:solidFill>
              <a:latin typeface="Calibri" panose="020F0502020204030204" pitchFamily="34" charset="0"/>
              <a:cs typeface="Calibri" panose="020F0502020204030204" pitchFamily="34" charset="0"/>
            </a:endParaRPr>
          </a:p>
        </p:txBody>
      </p:sp>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1551EBFB-00C3-49AE-A462-AEA2EBD29D9D}"/>
                  </a:ext>
                </a:extLst>
              </p:cNvPr>
              <p:cNvSpPr txBox="1"/>
              <p:nvPr/>
            </p:nvSpPr>
            <p:spPr>
              <a:xfrm>
                <a:off x="2441345" y="2734881"/>
                <a:ext cx="306133" cy="50270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f>
                        <m:fPr>
                          <m:ctrlPr>
                            <a:rPr lang="en-IN" sz="1400" i="1" smtClean="0">
                              <a:solidFill>
                                <a:srgbClr val="000000"/>
                              </a:solidFill>
                              <a:latin typeface="Cambria Math" panose="02040503050406030204" pitchFamily="18" charset="0"/>
                            </a:rPr>
                          </m:ctrlPr>
                        </m:fPr>
                        <m:num>
                          <m:r>
                            <a:rPr lang="en-MY" sz="1400" b="0" i="1" smtClean="0">
                              <a:solidFill>
                                <a:srgbClr val="000000"/>
                              </a:solidFill>
                              <a:latin typeface="Cambria Math" panose="02040503050406030204" pitchFamily="18" charset="0"/>
                            </a:rPr>
                            <m:t>(</m:t>
                          </m:r>
                          <m:r>
                            <a:rPr lang="en-MY" sz="1400" b="0" i="1" smtClean="0">
                              <a:solidFill>
                                <a:srgbClr val="000000"/>
                              </a:solidFill>
                              <a:latin typeface="Cambria Math" panose="02040503050406030204" pitchFamily="18" charset="0"/>
                            </a:rPr>
                            <m:t>1</m:t>
                          </m:r>
                          <m:r>
                            <a:rPr lang="en-MY" sz="1400" b="0" i="1" smtClean="0">
                              <a:solidFill>
                                <a:srgbClr val="000000"/>
                              </a:solidFill>
                              <a:latin typeface="Cambria Math" panose="02040503050406030204" pitchFamily="18" charset="0"/>
                            </a:rPr>
                            <m:t>−</m:t>
                          </m:r>
                          <m:r>
                            <a:rPr lang="en-MY" sz="1400" b="0" i="1" smtClean="0">
                              <a:solidFill>
                                <a:srgbClr val="000000"/>
                              </a:solidFill>
                              <a:latin typeface="Cambria Math" panose="02040503050406030204" pitchFamily="18" charset="0"/>
                            </a:rPr>
                            <m:t>𝑥</m:t>
                          </m:r>
                          <m:r>
                            <a:rPr lang="en-MY" sz="1400" b="0" i="1" smtClean="0">
                              <a:solidFill>
                                <a:srgbClr val="000000"/>
                              </a:solidFill>
                              <a:latin typeface="Cambria Math" panose="02040503050406030204" pitchFamily="18" charset="0"/>
                            </a:rPr>
                            <m:t>)</m:t>
                          </m:r>
                        </m:num>
                        <m:den>
                          <m:r>
                            <a:rPr lang="en-MY" sz="1400" b="0" i="1" smtClean="0">
                              <a:solidFill>
                                <a:srgbClr val="000000"/>
                              </a:solidFill>
                              <a:latin typeface="Cambria Math" panose="02040503050406030204" pitchFamily="18" charset="0"/>
                            </a:rPr>
                            <m:t>𝑉</m:t>
                          </m:r>
                        </m:den>
                      </m:f>
                    </m:oMath>
                  </m:oMathPara>
                </a14:m>
                <a:endParaRPr lang="en-GB" dirty="0">
                  <a:solidFill>
                    <a:srgbClr val="000000"/>
                  </a:solidFill>
                </a:endParaRPr>
              </a:p>
            </p:txBody>
          </p:sp>
        </mc:Choice>
        <mc:Fallback xmlns="">
          <p:sp>
            <p:nvSpPr>
              <p:cNvPr id="2" name="TextBox 1">
                <a:extLst>
                  <a:ext uri="{FF2B5EF4-FFF2-40B4-BE49-F238E27FC236}">
                    <a16:creationId xmlns:a16="http://schemas.microsoft.com/office/drawing/2014/main" id="{1551EBFB-00C3-49AE-A462-AEA2EBD29D9D}"/>
                  </a:ext>
                </a:extLst>
              </p:cNvPr>
              <p:cNvSpPr txBox="1">
                <a:spLocks noRot="1" noChangeAspect="1" noMove="1" noResize="1" noEditPoints="1" noAdjustHandles="1" noChangeArrowheads="1" noChangeShapeType="1" noTextEdit="1"/>
              </p:cNvSpPr>
              <p:nvPr/>
            </p:nvSpPr>
            <p:spPr>
              <a:xfrm>
                <a:off x="2441345" y="2734881"/>
                <a:ext cx="306133" cy="502702"/>
              </a:xfrm>
              <a:prstGeom prst="rect">
                <a:avLst/>
              </a:prstGeom>
              <a:blipFill>
                <a:blip r:embed="rId3"/>
                <a:stretch>
                  <a:fillRect r="-135294" b="-1220"/>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494E56E7-9FBC-4BBD-9A34-D3A06375382A}"/>
                  </a:ext>
                </a:extLst>
              </p:cNvPr>
              <p:cNvSpPr txBox="1"/>
              <p:nvPr/>
            </p:nvSpPr>
            <p:spPr>
              <a:xfrm>
                <a:off x="1796042" y="3935885"/>
                <a:ext cx="135266" cy="46128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f>
                        <m:fPr>
                          <m:ctrlPr>
                            <a:rPr lang="en-IN" sz="1400" i="1" smtClean="0">
                              <a:solidFill>
                                <a:srgbClr val="000000"/>
                              </a:solidFill>
                              <a:latin typeface="Cambria Math" panose="02040503050406030204" pitchFamily="18" charset="0"/>
                            </a:rPr>
                          </m:ctrlPr>
                        </m:fPr>
                        <m:num>
                          <m:r>
                            <a:rPr lang="en-MY" sz="1400" b="0" i="1" smtClean="0">
                              <a:solidFill>
                                <a:srgbClr val="000000"/>
                              </a:solidFill>
                              <a:latin typeface="Cambria Math" panose="02040503050406030204" pitchFamily="18" charset="0"/>
                            </a:rPr>
                            <m:t>𝑥</m:t>
                          </m:r>
                        </m:num>
                        <m:den>
                          <m:r>
                            <a:rPr lang="en-MY" sz="1400" b="0" i="1" smtClean="0">
                              <a:solidFill>
                                <a:srgbClr val="000000"/>
                              </a:solidFill>
                              <a:latin typeface="Cambria Math" panose="02040503050406030204" pitchFamily="18" charset="0"/>
                            </a:rPr>
                            <m:t>𝑉</m:t>
                          </m:r>
                        </m:den>
                      </m:f>
                    </m:oMath>
                  </m:oMathPara>
                </a14:m>
                <a:endParaRPr lang="en-GB" dirty="0">
                  <a:solidFill>
                    <a:srgbClr val="000000"/>
                  </a:solidFill>
                </a:endParaRPr>
              </a:p>
            </p:txBody>
          </p:sp>
        </mc:Choice>
        <mc:Fallback xmlns="">
          <p:sp>
            <p:nvSpPr>
              <p:cNvPr id="3" name="TextBox 2">
                <a:extLst>
                  <a:ext uri="{FF2B5EF4-FFF2-40B4-BE49-F238E27FC236}">
                    <a16:creationId xmlns:a16="http://schemas.microsoft.com/office/drawing/2014/main" id="{494E56E7-9FBC-4BBD-9A34-D3A06375382A}"/>
                  </a:ext>
                </a:extLst>
              </p:cNvPr>
              <p:cNvSpPr txBox="1">
                <a:spLocks noRot="1" noChangeAspect="1" noMove="1" noResize="1" noEditPoints="1" noAdjustHandles="1" noChangeArrowheads="1" noChangeShapeType="1" noTextEdit="1"/>
              </p:cNvSpPr>
              <p:nvPr/>
            </p:nvSpPr>
            <p:spPr>
              <a:xfrm>
                <a:off x="1796042" y="3935885"/>
                <a:ext cx="135266" cy="461280"/>
              </a:xfrm>
              <a:prstGeom prst="rect">
                <a:avLst/>
              </a:prstGeom>
              <a:blipFill>
                <a:blip r:embed="rId4"/>
                <a:stretch>
                  <a:fillRect r="-77273" b="-1333"/>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CC0A97AE-5E9A-4867-A0AE-CDAB60A9405A}"/>
                  </a:ext>
                </a:extLst>
              </p:cNvPr>
              <p:cNvSpPr txBox="1"/>
              <p:nvPr/>
            </p:nvSpPr>
            <p:spPr>
              <a:xfrm>
                <a:off x="2827777" y="1798903"/>
                <a:ext cx="4221668" cy="2950744"/>
              </a:xfrm>
              <a:prstGeom prst="rect">
                <a:avLst/>
              </a:prstGeom>
              <a:noFill/>
            </p:spPr>
            <p:txBody>
              <a:bodyPr wrap="square" rtlCol="0">
                <a:spAutoFit/>
              </a:bodyPr>
              <a:lstStyle/>
              <a:p>
                <a:pPr marL="127000" lvl="0">
                  <a:lnSpc>
                    <a:spcPct val="117000"/>
                  </a:lnSpc>
                  <a:spcBef>
                    <a:spcPts val="600"/>
                  </a:spcBef>
                  <a:buClr>
                    <a:srgbClr val="434343"/>
                  </a:buClr>
                  <a:buSzPts val="1600"/>
                </a:pPr>
                <a14:m>
                  <m:oMathPara xmlns:m="http://schemas.openxmlformats.org/officeDocument/2006/math">
                    <m:oMathParaPr>
                      <m:jc m:val="centerGroup"/>
                    </m:oMathParaPr>
                    <m:oMath xmlns:m="http://schemas.openxmlformats.org/officeDocument/2006/math">
                      <m:sSub>
                        <m:sSubPr>
                          <m:ctrlPr>
                            <a:rPr lang="en-IN" sz="1600" i="1" smtClean="0">
                              <a:solidFill>
                                <a:srgbClr val="000000"/>
                              </a:solidFill>
                              <a:latin typeface="Cambria Math" panose="02040503050406030204" pitchFamily="18" charset="0"/>
                              <a:sym typeface="Roboto Condensed"/>
                            </a:rPr>
                          </m:ctrlPr>
                        </m:sSubPr>
                        <m:e>
                          <m:r>
                            <a:rPr lang="en-IN" sz="1600" i="1">
                              <a:solidFill>
                                <a:srgbClr val="000000"/>
                              </a:solidFill>
                              <a:latin typeface="Cambria Math" panose="02040503050406030204" pitchFamily="18" charset="0"/>
                              <a:sym typeface="Roboto Condensed"/>
                            </a:rPr>
                            <m:t>𝐾</m:t>
                          </m:r>
                        </m:e>
                        <m:sub>
                          <m:r>
                            <a:rPr lang="en-IN" sz="1600" i="1">
                              <a:solidFill>
                                <a:srgbClr val="000000"/>
                              </a:solidFill>
                              <a:latin typeface="Cambria Math" panose="02040503050406030204" pitchFamily="18" charset="0"/>
                              <a:sym typeface="Roboto Condensed"/>
                            </a:rPr>
                            <m:t>𝑐</m:t>
                          </m:r>
                        </m:sub>
                      </m:sSub>
                      <m:r>
                        <a:rPr lang="en-IN" sz="1600" i="1">
                          <a:solidFill>
                            <a:srgbClr val="000000"/>
                          </a:solidFill>
                          <a:latin typeface="Cambria Math" panose="02040503050406030204" pitchFamily="18" charset="0"/>
                          <a:sym typeface="Roboto Condensed"/>
                        </a:rPr>
                        <m:t>=</m:t>
                      </m:r>
                      <m:f>
                        <m:fPr>
                          <m:ctrlPr>
                            <a:rPr lang="en-IN" sz="1600" i="1">
                              <a:solidFill>
                                <a:srgbClr val="000000"/>
                              </a:solidFill>
                              <a:latin typeface="Cambria Math" panose="02040503050406030204" pitchFamily="18" charset="0"/>
                              <a:sym typeface="Roboto Condensed"/>
                            </a:rPr>
                          </m:ctrlPr>
                        </m:fPr>
                        <m:num>
                          <m:f>
                            <m:fPr>
                              <m:ctrlPr>
                                <a:rPr lang="en-IN" sz="1600" i="1">
                                  <a:solidFill>
                                    <a:srgbClr val="000000"/>
                                  </a:solidFill>
                                  <a:latin typeface="Cambria Math" panose="02040503050406030204" pitchFamily="18" charset="0"/>
                                </a:rPr>
                              </m:ctrlPr>
                            </m:fPr>
                            <m:num>
                              <m:r>
                                <a:rPr lang="en-MY" sz="1600" i="1">
                                  <a:solidFill>
                                    <a:srgbClr val="000000"/>
                                  </a:solidFill>
                                  <a:latin typeface="Cambria Math" panose="02040503050406030204" pitchFamily="18" charset="0"/>
                                </a:rPr>
                                <m:t>𝑥</m:t>
                              </m:r>
                            </m:num>
                            <m:den>
                              <m:r>
                                <a:rPr lang="en-MY" sz="1600" i="1">
                                  <a:solidFill>
                                    <a:srgbClr val="000000"/>
                                  </a:solidFill>
                                  <a:latin typeface="Cambria Math" panose="02040503050406030204" pitchFamily="18" charset="0"/>
                                </a:rPr>
                                <m:t>𝑉</m:t>
                              </m:r>
                            </m:den>
                          </m:f>
                          <m:r>
                            <a:rPr lang="en-IN" sz="1600" i="1">
                              <a:solidFill>
                                <a:srgbClr val="000000"/>
                              </a:solidFill>
                              <a:latin typeface="Cambria Math" panose="02040503050406030204" pitchFamily="18" charset="0"/>
                              <a:sym typeface="Roboto Condensed"/>
                            </a:rPr>
                            <m:t>×</m:t>
                          </m:r>
                          <m:f>
                            <m:fPr>
                              <m:ctrlPr>
                                <a:rPr lang="en-IN" sz="1600" i="1">
                                  <a:solidFill>
                                    <a:srgbClr val="000000"/>
                                  </a:solidFill>
                                  <a:latin typeface="Cambria Math" panose="02040503050406030204" pitchFamily="18" charset="0"/>
                                </a:rPr>
                              </m:ctrlPr>
                            </m:fPr>
                            <m:num>
                              <m:r>
                                <a:rPr lang="en-MY" sz="1600" i="1">
                                  <a:solidFill>
                                    <a:srgbClr val="000000"/>
                                  </a:solidFill>
                                  <a:latin typeface="Cambria Math" panose="02040503050406030204" pitchFamily="18" charset="0"/>
                                </a:rPr>
                                <m:t>𝑥</m:t>
                              </m:r>
                            </m:num>
                            <m:den>
                              <m:r>
                                <a:rPr lang="en-MY" sz="1600" i="1">
                                  <a:solidFill>
                                    <a:srgbClr val="000000"/>
                                  </a:solidFill>
                                  <a:latin typeface="Cambria Math" panose="02040503050406030204" pitchFamily="18" charset="0"/>
                                </a:rPr>
                                <m:t>𝑉</m:t>
                              </m:r>
                            </m:den>
                          </m:f>
                        </m:num>
                        <m:den>
                          <m:f>
                            <m:fPr>
                              <m:ctrlPr>
                                <a:rPr lang="en-IN" sz="1600" i="1">
                                  <a:solidFill>
                                    <a:srgbClr val="000000"/>
                                  </a:solidFill>
                                  <a:latin typeface="Cambria Math" panose="02040503050406030204" pitchFamily="18" charset="0"/>
                                </a:rPr>
                              </m:ctrlPr>
                            </m:fPr>
                            <m:num>
                              <m:r>
                                <a:rPr lang="en-MY" sz="1600" i="1">
                                  <a:solidFill>
                                    <a:srgbClr val="000000"/>
                                  </a:solidFill>
                                  <a:latin typeface="Cambria Math" panose="02040503050406030204" pitchFamily="18" charset="0"/>
                                </a:rPr>
                                <m:t>(</m:t>
                              </m:r>
                              <m:r>
                                <a:rPr lang="en-MY" sz="1600" i="1">
                                  <a:solidFill>
                                    <a:srgbClr val="000000"/>
                                  </a:solidFill>
                                  <a:latin typeface="Cambria Math" panose="02040503050406030204" pitchFamily="18" charset="0"/>
                                </a:rPr>
                                <m:t>1</m:t>
                              </m:r>
                              <m:r>
                                <a:rPr lang="en-MY" sz="1600" i="1">
                                  <a:solidFill>
                                    <a:srgbClr val="000000"/>
                                  </a:solidFill>
                                  <a:latin typeface="Cambria Math" panose="02040503050406030204" pitchFamily="18" charset="0"/>
                                </a:rPr>
                                <m:t>−</m:t>
                              </m:r>
                              <m:r>
                                <a:rPr lang="en-MY" sz="1600" i="1">
                                  <a:solidFill>
                                    <a:srgbClr val="000000"/>
                                  </a:solidFill>
                                  <a:latin typeface="Cambria Math" panose="02040503050406030204" pitchFamily="18" charset="0"/>
                                </a:rPr>
                                <m:t>𝑥</m:t>
                              </m:r>
                              <m:r>
                                <a:rPr lang="en-MY" sz="1600" i="1">
                                  <a:solidFill>
                                    <a:srgbClr val="000000"/>
                                  </a:solidFill>
                                  <a:latin typeface="Cambria Math" panose="02040503050406030204" pitchFamily="18" charset="0"/>
                                </a:rPr>
                                <m:t>)</m:t>
                              </m:r>
                            </m:num>
                            <m:den>
                              <m:r>
                                <a:rPr lang="en-MY" sz="1600" i="1">
                                  <a:solidFill>
                                    <a:srgbClr val="000000"/>
                                  </a:solidFill>
                                  <a:latin typeface="Cambria Math" panose="02040503050406030204" pitchFamily="18" charset="0"/>
                                </a:rPr>
                                <m:t>𝑉</m:t>
                              </m:r>
                            </m:den>
                          </m:f>
                          <m:r>
                            <a:rPr lang="en-IN" sz="1600" i="1">
                              <a:solidFill>
                                <a:srgbClr val="000000"/>
                              </a:solidFill>
                              <a:latin typeface="Cambria Math" panose="02040503050406030204" pitchFamily="18" charset="0"/>
                              <a:sym typeface="Roboto Condensed"/>
                            </a:rPr>
                            <m:t>×</m:t>
                          </m:r>
                          <m:f>
                            <m:fPr>
                              <m:ctrlPr>
                                <a:rPr lang="en-IN" sz="1600" i="1">
                                  <a:solidFill>
                                    <a:srgbClr val="000000"/>
                                  </a:solidFill>
                                  <a:latin typeface="Cambria Math" panose="02040503050406030204" pitchFamily="18" charset="0"/>
                                </a:rPr>
                              </m:ctrlPr>
                            </m:fPr>
                            <m:num>
                              <m:r>
                                <a:rPr lang="en-MY" sz="1600" i="1">
                                  <a:solidFill>
                                    <a:srgbClr val="000000"/>
                                  </a:solidFill>
                                  <a:latin typeface="Cambria Math" panose="02040503050406030204" pitchFamily="18" charset="0"/>
                                </a:rPr>
                                <m:t>(</m:t>
                              </m:r>
                              <m:r>
                                <a:rPr lang="en-MY" sz="1600" i="1">
                                  <a:solidFill>
                                    <a:srgbClr val="000000"/>
                                  </a:solidFill>
                                  <a:latin typeface="Cambria Math" panose="02040503050406030204" pitchFamily="18" charset="0"/>
                                </a:rPr>
                                <m:t>1</m:t>
                              </m:r>
                              <m:r>
                                <a:rPr lang="en-MY" sz="1600" i="1">
                                  <a:solidFill>
                                    <a:srgbClr val="000000"/>
                                  </a:solidFill>
                                  <a:latin typeface="Cambria Math" panose="02040503050406030204" pitchFamily="18" charset="0"/>
                                </a:rPr>
                                <m:t>−</m:t>
                              </m:r>
                              <m:r>
                                <a:rPr lang="en-MY" sz="1600" i="1">
                                  <a:solidFill>
                                    <a:srgbClr val="000000"/>
                                  </a:solidFill>
                                  <a:latin typeface="Cambria Math" panose="02040503050406030204" pitchFamily="18" charset="0"/>
                                </a:rPr>
                                <m:t>𝑥</m:t>
                              </m:r>
                              <m:r>
                                <a:rPr lang="en-MY" sz="1600" i="1">
                                  <a:solidFill>
                                    <a:srgbClr val="000000"/>
                                  </a:solidFill>
                                  <a:latin typeface="Cambria Math" panose="02040503050406030204" pitchFamily="18" charset="0"/>
                                </a:rPr>
                                <m:t>)</m:t>
                              </m:r>
                            </m:num>
                            <m:den>
                              <m:r>
                                <a:rPr lang="en-MY" sz="1600" i="1">
                                  <a:solidFill>
                                    <a:srgbClr val="000000"/>
                                  </a:solidFill>
                                  <a:latin typeface="Cambria Math" panose="02040503050406030204" pitchFamily="18" charset="0"/>
                                </a:rPr>
                                <m:t>𝑉</m:t>
                              </m:r>
                            </m:den>
                          </m:f>
                        </m:den>
                      </m:f>
                      <m:r>
                        <a:rPr lang="en-IN" sz="1600" i="1">
                          <a:solidFill>
                            <a:srgbClr val="000000"/>
                          </a:solidFill>
                          <a:latin typeface="Cambria Math" panose="02040503050406030204" pitchFamily="18" charset="0"/>
                          <a:sym typeface="Roboto Condensed"/>
                        </a:rPr>
                        <m:t>=</m:t>
                      </m:r>
                      <m:r>
                        <a:rPr lang="en-MY" sz="1600" b="0" i="1" smtClean="0">
                          <a:solidFill>
                            <a:srgbClr val="000000"/>
                          </a:solidFill>
                          <a:latin typeface="Cambria Math" panose="02040503050406030204" pitchFamily="18" charset="0"/>
                          <a:sym typeface="Roboto Condensed"/>
                        </a:rPr>
                        <m:t>9</m:t>
                      </m:r>
                    </m:oMath>
                  </m:oMathPara>
                </a14:m>
                <a:endParaRPr lang="en-IN" sz="1600" dirty="0">
                  <a:solidFill>
                    <a:srgbClr val="000000"/>
                  </a:solidFill>
                  <a:ea typeface="Roboto Condensed"/>
                  <a:sym typeface="Roboto Condensed"/>
                </a:endParaRPr>
              </a:p>
              <a:p>
                <a:pPr marL="127000" lvl="0">
                  <a:lnSpc>
                    <a:spcPct val="117000"/>
                  </a:lnSpc>
                  <a:spcBef>
                    <a:spcPts val="600"/>
                  </a:spcBef>
                  <a:buClr>
                    <a:srgbClr val="434343"/>
                  </a:buClr>
                  <a:buSzPts val="1600"/>
                </a:pPr>
                <a14:m>
                  <m:oMathPara xmlns:m="http://schemas.openxmlformats.org/officeDocument/2006/math">
                    <m:oMathParaPr>
                      <m:jc m:val="centerGroup"/>
                    </m:oMathParaPr>
                    <m:oMath xmlns:m="http://schemas.openxmlformats.org/officeDocument/2006/math">
                      <m:f>
                        <m:fPr>
                          <m:ctrlPr>
                            <a:rPr lang="en-IN" sz="1600" i="1" smtClean="0">
                              <a:solidFill>
                                <a:srgbClr val="000000"/>
                              </a:solidFill>
                              <a:latin typeface="Cambria Math" panose="02040503050406030204" pitchFamily="18" charset="0"/>
                              <a:sym typeface="Roboto Condensed"/>
                            </a:rPr>
                          </m:ctrlPr>
                        </m:fPr>
                        <m:num>
                          <m:r>
                            <a:rPr lang="en-MY" sz="1600" b="0" i="1" smtClean="0">
                              <a:solidFill>
                                <a:srgbClr val="000000"/>
                              </a:solidFill>
                              <a:latin typeface="Cambria Math" panose="02040503050406030204" pitchFamily="18" charset="0"/>
                              <a:sym typeface="Roboto Condensed"/>
                            </a:rPr>
                            <m:t>𝑥</m:t>
                          </m:r>
                          <m:r>
                            <a:rPr lang="en-MY" sz="1600" b="0" i="1" baseline="30000" smtClean="0">
                              <a:solidFill>
                                <a:srgbClr val="000000"/>
                              </a:solidFill>
                              <a:latin typeface="Cambria Math" panose="02040503050406030204" pitchFamily="18" charset="0"/>
                              <a:sym typeface="Roboto Condensed"/>
                            </a:rPr>
                            <m:t>2</m:t>
                          </m:r>
                        </m:num>
                        <m:den>
                          <m:d>
                            <m:dPr>
                              <m:ctrlPr>
                                <a:rPr lang="en-MY" sz="1600" b="0" i="1" smtClean="0">
                                  <a:solidFill>
                                    <a:srgbClr val="000000"/>
                                  </a:solidFill>
                                  <a:latin typeface="Cambria Math" panose="02040503050406030204" pitchFamily="18" charset="0"/>
                                </a:rPr>
                              </m:ctrlPr>
                            </m:dPr>
                            <m:e>
                              <m:r>
                                <a:rPr lang="en-MY" sz="1600" b="0" i="1" smtClean="0">
                                  <a:solidFill>
                                    <a:srgbClr val="000000"/>
                                  </a:solidFill>
                                  <a:latin typeface="Cambria Math" panose="02040503050406030204" pitchFamily="18" charset="0"/>
                                </a:rPr>
                                <m:t>1</m:t>
                              </m:r>
                              <m:r>
                                <a:rPr lang="en-MY" sz="1600" b="0" i="1" smtClean="0">
                                  <a:solidFill>
                                    <a:srgbClr val="000000"/>
                                  </a:solidFill>
                                  <a:latin typeface="Cambria Math" panose="02040503050406030204" pitchFamily="18" charset="0"/>
                                </a:rPr>
                                <m:t>−</m:t>
                              </m:r>
                              <m:r>
                                <a:rPr lang="en-MY" sz="1600" b="0" i="1" smtClean="0">
                                  <a:solidFill>
                                    <a:srgbClr val="000000"/>
                                  </a:solidFill>
                                  <a:latin typeface="Cambria Math" panose="02040503050406030204" pitchFamily="18" charset="0"/>
                                </a:rPr>
                                <m:t>𝑥</m:t>
                              </m:r>
                            </m:e>
                          </m:d>
                          <m:r>
                            <a:rPr lang="en-MY" sz="1600" b="0" i="1" baseline="30000" smtClean="0">
                              <a:solidFill>
                                <a:srgbClr val="000000"/>
                              </a:solidFill>
                              <a:latin typeface="Cambria Math" panose="02040503050406030204" pitchFamily="18" charset="0"/>
                            </a:rPr>
                            <m:t>2</m:t>
                          </m:r>
                        </m:den>
                      </m:f>
                      <m:r>
                        <a:rPr lang="en-MY" sz="1600" b="0" i="1" smtClean="0">
                          <a:solidFill>
                            <a:srgbClr val="000000"/>
                          </a:solidFill>
                          <a:latin typeface="Cambria Math" panose="02040503050406030204" pitchFamily="18" charset="0"/>
                        </a:rPr>
                        <m:t>=</m:t>
                      </m:r>
                      <m:r>
                        <a:rPr lang="en-MY" sz="1600" b="0" i="1" smtClean="0">
                          <a:solidFill>
                            <a:srgbClr val="000000"/>
                          </a:solidFill>
                          <a:latin typeface="Cambria Math" panose="02040503050406030204" pitchFamily="18" charset="0"/>
                        </a:rPr>
                        <m:t>9</m:t>
                      </m:r>
                    </m:oMath>
                  </m:oMathPara>
                </a14:m>
                <a:endParaRPr lang="en-IN" sz="1600" dirty="0">
                  <a:solidFill>
                    <a:srgbClr val="000000"/>
                  </a:solidFill>
                  <a:ea typeface="Roboto Condensed"/>
                  <a:sym typeface="Roboto Condensed"/>
                </a:endParaRPr>
              </a:p>
              <a:p>
                <a:pPr>
                  <a:lnSpc>
                    <a:spcPct val="117000"/>
                  </a:lnSpc>
                  <a:spcBef>
                    <a:spcPts val="600"/>
                  </a:spcBef>
                </a:pPr>
                <a14:m>
                  <m:oMathPara xmlns:m="http://schemas.openxmlformats.org/officeDocument/2006/math">
                    <m:oMathParaPr>
                      <m:jc m:val="centerGroup"/>
                    </m:oMathParaPr>
                    <m:oMath xmlns:m="http://schemas.openxmlformats.org/officeDocument/2006/math">
                      <m:f>
                        <m:fPr>
                          <m:ctrlPr>
                            <a:rPr lang="en-IN" sz="1600" i="1" smtClean="0">
                              <a:solidFill>
                                <a:srgbClr val="000000"/>
                              </a:solidFill>
                              <a:latin typeface="Cambria Math" panose="02040503050406030204" pitchFamily="18" charset="0"/>
                              <a:sym typeface="Roboto Condensed"/>
                            </a:rPr>
                          </m:ctrlPr>
                        </m:fPr>
                        <m:num>
                          <m:r>
                            <a:rPr lang="en-MY" sz="1600" b="0" i="1" smtClean="0">
                              <a:solidFill>
                                <a:srgbClr val="000000"/>
                              </a:solidFill>
                              <a:latin typeface="Cambria Math" panose="02040503050406030204" pitchFamily="18" charset="0"/>
                              <a:sym typeface="Roboto Condensed"/>
                            </a:rPr>
                            <m:t>𝑥</m:t>
                          </m:r>
                        </m:num>
                        <m:den>
                          <m:d>
                            <m:dPr>
                              <m:ctrlPr>
                                <a:rPr lang="en-MY" sz="1600" b="0" i="1" smtClean="0">
                                  <a:solidFill>
                                    <a:srgbClr val="000000"/>
                                  </a:solidFill>
                                  <a:latin typeface="Cambria Math" panose="02040503050406030204" pitchFamily="18" charset="0"/>
                                </a:rPr>
                              </m:ctrlPr>
                            </m:dPr>
                            <m:e>
                              <m:r>
                                <a:rPr lang="en-MY" sz="1600" b="0" i="1" smtClean="0">
                                  <a:solidFill>
                                    <a:srgbClr val="000000"/>
                                  </a:solidFill>
                                  <a:latin typeface="Cambria Math" panose="02040503050406030204" pitchFamily="18" charset="0"/>
                                </a:rPr>
                                <m:t>1</m:t>
                              </m:r>
                              <m:r>
                                <a:rPr lang="en-MY" sz="1600" b="0" i="1" smtClean="0">
                                  <a:solidFill>
                                    <a:srgbClr val="000000"/>
                                  </a:solidFill>
                                  <a:latin typeface="Cambria Math" panose="02040503050406030204" pitchFamily="18" charset="0"/>
                                </a:rPr>
                                <m:t>−</m:t>
                              </m:r>
                              <m:r>
                                <a:rPr lang="en-MY" sz="1600" b="0" i="1" smtClean="0">
                                  <a:solidFill>
                                    <a:srgbClr val="000000"/>
                                  </a:solidFill>
                                  <a:latin typeface="Cambria Math" panose="02040503050406030204" pitchFamily="18" charset="0"/>
                                </a:rPr>
                                <m:t>𝑥</m:t>
                              </m:r>
                            </m:e>
                          </m:d>
                        </m:den>
                      </m:f>
                      <m:r>
                        <a:rPr lang="en-MY" sz="1600" b="0" i="1" smtClean="0">
                          <a:solidFill>
                            <a:srgbClr val="000000"/>
                          </a:solidFill>
                          <a:latin typeface="Cambria Math" panose="02040503050406030204" pitchFamily="18" charset="0"/>
                        </a:rPr>
                        <m:t>=</m:t>
                      </m:r>
                      <m:r>
                        <a:rPr lang="en-MY" sz="1600" b="0" i="1" smtClean="0">
                          <a:solidFill>
                            <a:srgbClr val="000000"/>
                          </a:solidFill>
                          <a:latin typeface="Cambria Math" panose="02040503050406030204" pitchFamily="18" charset="0"/>
                        </a:rPr>
                        <m:t>3</m:t>
                      </m:r>
                    </m:oMath>
                  </m:oMathPara>
                </a14:m>
                <a:endParaRPr lang="en-MY" sz="1600" b="0" dirty="0">
                  <a:solidFill>
                    <a:srgbClr val="000000"/>
                  </a:solidFill>
                </a:endParaRPr>
              </a:p>
              <a:p>
                <a:pPr>
                  <a:lnSpc>
                    <a:spcPct val="117000"/>
                  </a:lnSpc>
                  <a:spcBef>
                    <a:spcPts val="600"/>
                  </a:spcBef>
                </a:pPr>
                <a14:m>
                  <m:oMathPara xmlns:m="http://schemas.openxmlformats.org/officeDocument/2006/math">
                    <m:oMathParaPr>
                      <m:jc m:val="centerGroup"/>
                    </m:oMathParaPr>
                    <m:oMath xmlns:m="http://schemas.openxmlformats.org/officeDocument/2006/math">
                      <m:r>
                        <a:rPr lang="en-MY" sz="1600" b="0" i="1" smtClean="0">
                          <a:solidFill>
                            <a:srgbClr val="000000"/>
                          </a:solidFill>
                          <a:latin typeface="Cambria Math" panose="02040503050406030204" pitchFamily="18" charset="0"/>
                        </a:rPr>
                        <m:t>𝑥</m:t>
                      </m:r>
                      <m:r>
                        <a:rPr lang="en-MY" sz="1600" b="0" i="1" smtClean="0">
                          <a:solidFill>
                            <a:srgbClr val="000000"/>
                          </a:solidFill>
                          <a:latin typeface="Cambria Math" panose="02040503050406030204" pitchFamily="18" charset="0"/>
                        </a:rPr>
                        <m:t>=</m:t>
                      </m:r>
                      <m:r>
                        <a:rPr lang="en-MY" sz="1600" b="0" i="1" smtClean="0">
                          <a:solidFill>
                            <a:srgbClr val="000000"/>
                          </a:solidFill>
                          <a:latin typeface="Cambria Math" panose="02040503050406030204" pitchFamily="18" charset="0"/>
                        </a:rPr>
                        <m:t>3</m:t>
                      </m:r>
                      <m:r>
                        <a:rPr lang="en-MY" sz="1600" b="0" i="1" smtClean="0">
                          <a:solidFill>
                            <a:srgbClr val="000000"/>
                          </a:solidFill>
                          <a:latin typeface="Cambria Math" panose="02040503050406030204" pitchFamily="18" charset="0"/>
                        </a:rPr>
                        <m:t>−</m:t>
                      </m:r>
                      <m:r>
                        <a:rPr lang="en-MY" sz="1600" b="0" i="1" smtClean="0">
                          <a:solidFill>
                            <a:srgbClr val="000000"/>
                          </a:solidFill>
                          <a:latin typeface="Cambria Math" panose="02040503050406030204" pitchFamily="18" charset="0"/>
                        </a:rPr>
                        <m:t>3</m:t>
                      </m:r>
                      <m:r>
                        <a:rPr lang="en-MY" sz="1600" b="0" i="1" smtClean="0">
                          <a:solidFill>
                            <a:srgbClr val="000000"/>
                          </a:solidFill>
                          <a:latin typeface="Cambria Math" panose="02040503050406030204" pitchFamily="18" charset="0"/>
                        </a:rPr>
                        <m:t>𝑥</m:t>
                      </m:r>
                    </m:oMath>
                  </m:oMathPara>
                </a14:m>
                <a:endParaRPr lang="en-MY" sz="1600" b="0" dirty="0">
                  <a:solidFill>
                    <a:srgbClr val="000000"/>
                  </a:solidFill>
                </a:endParaRPr>
              </a:p>
              <a:p>
                <a:pPr>
                  <a:lnSpc>
                    <a:spcPct val="117000"/>
                  </a:lnSpc>
                  <a:spcBef>
                    <a:spcPts val="600"/>
                  </a:spcBef>
                </a:pPr>
                <a14:m>
                  <m:oMathPara xmlns:m="http://schemas.openxmlformats.org/officeDocument/2006/math">
                    <m:oMathParaPr>
                      <m:jc m:val="centerGroup"/>
                    </m:oMathParaPr>
                    <m:oMath xmlns:m="http://schemas.openxmlformats.org/officeDocument/2006/math">
                      <m:r>
                        <a:rPr lang="en-MY" sz="1600" b="0" i="1" smtClean="0">
                          <a:solidFill>
                            <a:srgbClr val="000000"/>
                          </a:solidFill>
                          <a:latin typeface="Cambria Math" panose="02040503050406030204" pitchFamily="18" charset="0"/>
                        </a:rPr>
                        <m:t>4</m:t>
                      </m:r>
                      <m:r>
                        <a:rPr lang="en-MY" sz="1600" b="0" i="1" smtClean="0">
                          <a:solidFill>
                            <a:srgbClr val="000000"/>
                          </a:solidFill>
                          <a:latin typeface="Cambria Math" panose="02040503050406030204" pitchFamily="18" charset="0"/>
                        </a:rPr>
                        <m:t>𝑥</m:t>
                      </m:r>
                      <m:r>
                        <a:rPr lang="en-MY" sz="1600" b="0" i="1" smtClean="0">
                          <a:solidFill>
                            <a:srgbClr val="000000"/>
                          </a:solidFill>
                          <a:latin typeface="Cambria Math" panose="02040503050406030204" pitchFamily="18" charset="0"/>
                        </a:rPr>
                        <m:t>=</m:t>
                      </m:r>
                      <m:r>
                        <a:rPr lang="en-MY" sz="1600" b="0" i="1" smtClean="0">
                          <a:solidFill>
                            <a:srgbClr val="000000"/>
                          </a:solidFill>
                          <a:latin typeface="Cambria Math" panose="02040503050406030204" pitchFamily="18" charset="0"/>
                        </a:rPr>
                        <m:t>3</m:t>
                      </m:r>
                    </m:oMath>
                  </m:oMathPara>
                </a14:m>
                <a:endParaRPr lang="en-MY" sz="1600" dirty="0">
                  <a:solidFill>
                    <a:srgbClr val="000000"/>
                  </a:solidFill>
                </a:endParaRPr>
              </a:p>
              <a:p>
                <a:pPr>
                  <a:lnSpc>
                    <a:spcPct val="117000"/>
                  </a:lnSpc>
                  <a:spcBef>
                    <a:spcPts val="600"/>
                  </a:spcBef>
                </a:pPr>
                <a14:m>
                  <m:oMathPara xmlns:m="http://schemas.openxmlformats.org/officeDocument/2006/math">
                    <m:oMathParaPr>
                      <m:jc m:val="centerGroup"/>
                    </m:oMathParaPr>
                    <m:oMath xmlns:m="http://schemas.openxmlformats.org/officeDocument/2006/math">
                      <m:r>
                        <a:rPr lang="en-MY" sz="1600" b="0" i="1" smtClean="0">
                          <a:solidFill>
                            <a:srgbClr val="000000"/>
                          </a:solidFill>
                          <a:latin typeface="Cambria Math" panose="02040503050406030204" pitchFamily="18" charset="0"/>
                        </a:rPr>
                        <m:t>𝑥</m:t>
                      </m:r>
                      <m:r>
                        <a:rPr lang="en-MY" sz="1600" b="0" i="1" smtClean="0">
                          <a:solidFill>
                            <a:srgbClr val="000000"/>
                          </a:solidFill>
                          <a:latin typeface="Cambria Math" panose="02040503050406030204" pitchFamily="18" charset="0"/>
                        </a:rPr>
                        <m:t>=</m:t>
                      </m:r>
                      <m:r>
                        <a:rPr lang="en-MY" sz="1600" b="0" i="1" smtClean="0">
                          <a:solidFill>
                            <a:srgbClr val="000000"/>
                          </a:solidFill>
                          <a:latin typeface="Cambria Math" panose="02040503050406030204" pitchFamily="18" charset="0"/>
                        </a:rPr>
                        <m:t>3</m:t>
                      </m:r>
                      <m:r>
                        <a:rPr lang="en-MY" sz="1600" b="0" i="1" smtClean="0">
                          <a:solidFill>
                            <a:srgbClr val="000000"/>
                          </a:solidFill>
                          <a:latin typeface="Cambria Math" panose="02040503050406030204" pitchFamily="18" charset="0"/>
                        </a:rPr>
                        <m:t>/</m:t>
                      </m:r>
                      <m:r>
                        <a:rPr lang="en-MY" sz="1600" b="0" i="1" smtClean="0">
                          <a:solidFill>
                            <a:srgbClr val="000000"/>
                          </a:solidFill>
                          <a:latin typeface="Cambria Math" panose="02040503050406030204" pitchFamily="18" charset="0"/>
                        </a:rPr>
                        <m:t>4</m:t>
                      </m:r>
                    </m:oMath>
                  </m:oMathPara>
                </a14:m>
                <a:endParaRPr lang="en-MY" sz="1600" b="0" dirty="0">
                  <a:solidFill>
                    <a:srgbClr val="000000"/>
                  </a:solidFill>
                </a:endParaRPr>
              </a:p>
            </p:txBody>
          </p:sp>
        </mc:Choice>
        <mc:Fallback xmlns="">
          <p:sp>
            <p:nvSpPr>
              <p:cNvPr id="5" name="TextBox 4">
                <a:extLst>
                  <a:ext uri="{FF2B5EF4-FFF2-40B4-BE49-F238E27FC236}">
                    <a16:creationId xmlns:a16="http://schemas.microsoft.com/office/drawing/2014/main" id="{CC0A97AE-5E9A-4867-A0AE-CDAB60A9405A}"/>
                  </a:ext>
                </a:extLst>
              </p:cNvPr>
              <p:cNvSpPr txBox="1">
                <a:spLocks noRot="1" noChangeAspect="1" noMove="1" noResize="1" noEditPoints="1" noAdjustHandles="1" noChangeArrowheads="1" noChangeShapeType="1" noTextEdit="1"/>
              </p:cNvSpPr>
              <p:nvPr/>
            </p:nvSpPr>
            <p:spPr>
              <a:xfrm>
                <a:off x="2827777" y="1798903"/>
                <a:ext cx="4221668" cy="2950744"/>
              </a:xfrm>
              <a:prstGeom prst="rect">
                <a:avLst/>
              </a:prstGeom>
              <a:blipFill>
                <a:blip r:embed="rId5"/>
                <a:stretch>
                  <a:fillRect/>
                </a:stretch>
              </a:blipFill>
            </p:spPr>
            <p:txBody>
              <a:bodyPr/>
              <a:lstStyle/>
              <a:p>
                <a:r>
                  <a:rPr lang="en-GB">
                    <a:noFill/>
                  </a:rPr>
                  <a:t> </a:t>
                </a:r>
              </a:p>
            </p:txBody>
          </p:sp>
        </mc:Fallback>
      </mc:AlternateContent>
      <p:sp>
        <p:nvSpPr>
          <p:cNvPr id="12" name="Google Shape;118;p26">
            <a:extLst>
              <a:ext uri="{FF2B5EF4-FFF2-40B4-BE49-F238E27FC236}">
                <a16:creationId xmlns:a16="http://schemas.microsoft.com/office/drawing/2014/main" id="{B3CC6422-E71C-4D3D-8CDE-CC5F81C28CF6}"/>
              </a:ext>
            </a:extLst>
          </p:cNvPr>
          <p:cNvSpPr txBox="1"/>
          <p:nvPr/>
        </p:nvSpPr>
        <p:spPr>
          <a:xfrm>
            <a:off x="6247617" y="2082054"/>
            <a:ext cx="2697092" cy="2492100"/>
          </a:xfrm>
          <a:prstGeom prst="rect">
            <a:avLst/>
          </a:prstGeom>
          <a:noFill/>
          <a:ln>
            <a:noFill/>
          </a:ln>
        </p:spPr>
        <p:txBody>
          <a:bodyPr spcFirstLastPara="1" wrap="square" lIns="91425" tIns="91425" rIns="91425" bIns="91425" anchor="t" anchorCtr="0">
            <a:noAutofit/>
          </a:bodyPr>
          <a:lstStyle/>
          <a:p>
            <a:pPr marL="457200" lvl="0" indent="-342900">
              <a:lnSpc>
                <a:spcPct val="114000"/>
              </a:lnSpc>
              <a:spcBef>
                <a:spcPts val="600"/>
              </a:spcBef>
              <a:buSzPts val="1800"/>
              <a:buFont typeface="Arial" panose="020B0604020202020204" pitchFamily="34" charset="0"/>
              <a:buChar char="•"/>
              <a:defRPr/>
            </a:pPr>
            <a:r>
              <a:rPr lang="en-US" sz="1600" dirty="0">
                <a:solidFill>
                  <a:srgbClr val="080808"/>
                </a:solidFill>
                <a:latin typeface="Calibri" panose="020F0502020204030204" pitchFamily="34" charset="0"/>
                <a:cs typeface="Calibri" panose="020F0502020204030204" pitchFamily="34" charset="0"/>
              </a:rPr>
              <a:t>If ¾ moles of ethyl ethanoate is produced, ¾ moles of water is produced.</a:t>
            </a:r>
          </a:p>
          <a:p>
            <a:pPr marL="457200" lvl="0" indent="-342900">
              <a:lnSpc>
                <a:spcPct val="114000"/>
              </a:lnSpc>
              <a:spcBef>
                <a:spcPts val="600"/>
              </a:spcBef>
              <a:buSzPts val="1800"/>
              <a:buFont typeface="Arial" panose="020B0604020202020204" pitchFamily="34" charset="0"/>
              <a:buChar char="•"/>
              <a:defRPr/>
            </a:pPr>
            <a:r>
              <a:rPr lang="en-US" sz="1600" dirty="0">
                <a:solidFill>
                  <a:srgbClr val="080808"/>
                </a:solidFill>
                <a:latin typeface="Calibri" panose="020F0502020204030204" pitchFamily="34" charset="0"/>
                <a:cs typeface="Calibri" panose="020F0502020204030204" pitchFamily="34" charset="0"/>
              </a:rPr>
              <a:t>At equilibrium, the concentration of ethanol = concentration ethanoic acid= 1-3/4 = ¼ moles.</a:t>
            </a:r>
          </a:p>
        </p:txBody>
      </p:sp>
    </p:spTree>
    <p:extLst>
      <p:ext uri="{BB962C8B-B14F-4D97-AF65-F5344CB8AC3E}">
        <p14:creationId xmlns:p14="http://schemas.microsoft.com/office/powerpoint/2010/main" val="302855627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116"/>
        <p:cNvGrpSpPr/>
        <p:nvPr/>
      </p:nvGrpSpPr>
      <p:grpSpPr>
        <a:xfrm>
          <a:off x="0" y="0"/>
          <a:ext cx="0" cy="0"/>
          <a:chOff x="0" y="0"/>
          <a:chExt cx="0" cy="0"/>
        </a:xfrm>
      </p:grpSpPr>
      <p:sp>
        <p:nvSpPr>
          <p:cNvPr id="117" name="Google Shape;117;p26"/>
          <p:cNvSpPr txBox="1">
            <a:spLocks noGrp="1"/>
          </p:cNvSpPr>
          <p:nvPr>
            <p:ph type="title"/>
          </p:nvPr>
        </p:nvSpPr>
        <p:spPr>
          <a:xfrm>
            <a:off x="933025" y="592925"/>
            <a:ext cx="6305100" cy="767700"/>
          </a:xfrm>
          <a:prstGeom prst="rect">
            <a:avLst/>
          </a:prstGeom>
        </p:spPr>
        <p:txBody>
          <a:bodyPr spcFirstLastPara="1" wrap="square" lIns="91425" tIns="91425" rIns="91425" bIns="91425" anchor="b" anchorCtr="0">
            <a:noAutofit/>
          </a:bodyPr>
          <a:lstStyle/>
          <a:p>
            <a:pPr lvl="0"/>
            <a:r>
              <a:rPr lang="en-IN" dirty="0"/>
              <a:t>Working out the equilibrium constant </a:t>
            </a:r>
          </a:p>
        </p:txBody>
      </p:sp>
      <p:sp>
        <p:nvSpPr>
          <p:cNvPr id="118" name="Google Shape;118;p26"/>
          <p:cNvSpPr txBox="1"/>
          <p:nvPr/>
        </p:nvSpPr>
        <p:spPr>
          <a:xfrm>
            <a:off x="702600" y="2028225"/>
            <a:ext cx="8184277" cy="2492100"/>
          </a:xfrm>
          <a:prstGeom prst="rect">
            <a:avLst/>
          </a:prstGeom>
          <a:noFill/>
          <a:ln>
            <a:noFill/>
          </a:ln>
        </p:spPr>
        <p:txBody>
          <a:bodyPr spcFirstLastPara="1" wrap="square" lIns="91425" tIns="91425" rIns="91425" bIns="91425" anchor="t" anchorCtr="0">
            <a:noAutofit/>
          </a:bodyPr>
          <a:lstStyle/>
          <a:p>
            <a:pPr marL="127000" indent="0">
              <a:lnSpc>
                <a:spcPct val="112000"/>
              </a:lnSpc>
              <a:buNone/>
            </a:pPr>
            <a:r>
              <a:rPr lang="en-IN" sz="1600" b="1" dirty="0">
                <a:latin typeface="Calibri" panose="020F0502020204030204" pitchFamily="34" charset="0"/>
                <a:cs typeface="Calibri" panose="020F0502020204030204" pitchFamily="34" charset="0"/>
              </a:rPr>
              <a:t>Example 6:</a:t>
            </a:r>
            <a:r>
              <a:rPr lang="en-IN" sz="1600" dirty="0">
                <a:latin typeface="Calibri" panose="020F0502020204030204" pitchFamily="34" charset="0"/>
                <a:cs typeface="Calibri" panose="020F0502020204030204" pitchFamily="34" charset="0"/>
              </a:rPr>
              <a:t> The equilibrium constant for this reaction is 40 dm</a:t>
            </a:r>
            <a:r>
              <a:rPr lang="en-IN" sz="1600" baseline="30000" dirty="0">
                <a:latin typeface="Calibri" panose="020F0502020204030204" pitchFamily="34" charset="0"/>
                <a:cs typeface="Calibri" panose="020F0502020204030204" pitchFamily="34" charset="0"/>
              </a:rPr>
              <a:t>3</a:t>
            </a:r>
            <a:r>
              <a:rPr lang="en-IN" sz="1600" dirty="0">
                <a:latin typeface="Calibri" panose="020F0502020204030204" pitchFamily="34" charset="0"/>
                <a:cs typeface="Calibri" panose="020F0502020204030204" pitchFamily="34" charset="0"/>
              </a:rPr>
              <a:t>/mol. </a:t>
            </a:r>
          </a:p>
          <a:p>
            <a:pPr marL="127000" indent="0">
              <a:lnSpc>
                <a:spcPct val="112000"/>
              </a:lnSpc>
              <a:buNone/>
            </a:pPr>
            <a:r>
              <a:rPr lang="en-IN" sz="1600" dirty="0">
                <a:latin typeface="Calibri" panose="020F0502020204030204" pitchFamily="34" charset="0"/>
                <a:cs typeface="Calibri" panose="020F0502020204030204" pitchFamily="34" charset="0"/>
              </a:rPr>
              <a:t>CH</a:t>
            </a:r>
            <a:r>
              <a:rPr lang="en-IN" sz="1600" baseline="-25000" dirty="0">
                <a:latin typeface="Calibri" panose="020F0502020204030204" pitchFamily="34" charset="0"/>
                <a:cs typeface="Calibri" panose="020F0502020204030204" pitchFamily="34" charset="0"/>
              </a:rPr>
              <a:t>3</a:t>
            </a:r>
            <a:r>
              <a:rPr lang="en-IN" sz="1600" dirty="0">
                <a:latin typeface="Calibri" panose="020F0502020204030204" pitchFamily="34" charset="0"/>
                <a:cs typeface="Calibri" panose="020F0502020204030204" pitchFamily="34" charset="0"/>
              </a:rPr>
              <a:t>COCH</a:t>
            </a:r>
            <a:r>
              <a:rPr lang="en-IN" sz="1600" baseline="-25000" dirty="0">
                <a:latin typeface="Calibri" panose="020F0502020204030204" pitchFamily="34" charset="0"/>
                <a:cs typeface="Calibri" panose="020F0502020204030204" pitchFamily="34" charset="0"/>
              </a:rPr>
              <a:t>3</a:t>
            </a:r>
            <a:r>
              <a:rPr lang="en-IN" sz="1600" dirty="0">
                <a:latin typeface="Calibri" panose="020F0502020204030204" pitchFamily="34" charset="0"/>
                <a:cs typeface="Calibri" panose="020F0502020204030204" pitchFamily="34" charset="0"/>
              </a:rPr>
              <a:t> + HCN ⇋ CH</a:t>
            </a:r>
            <a:r>
              <a:rPr lang="en-IN" sz="1600" baseline="-25000" dirty="0">
                <a:latin typeface="Calibri" panose="020F0502020204030204" pitchFamily="34" charset="0"/>
                <a:cs typeface="Calibri" panose="020F0502020204030204" pitchFamily="34" charset="0"/>
              </a:rPr>
              <a:t>3</a:t>
            </a:r>
            <a:r>
              <a:rPr lang="en-IN" sz="1600" dirty="0">
                <a:latin typeface="Calibri" panose="020F0502020204030204" pitchFamily="34" charset="0"/>
                <a:cs typeface="Calibri" panose="020F0502020204030204" pitchFamily="34" charset="0"/>
              </a:rPr>
              <a:t>C(OH)(CN)(CH</a:t>
            </a:r>
            <a:r>
              <a:rPr lang="en-IN" sz="1600" baseline="-25000" dirty="0">
                <a:latin typeface="Calibri" panose="020F0502020204030204" pitchFamily="34" charset="0"/>
                <a:cs typeface="Calibri" panose="020F0502020204030204" pitchFamily="34" charset="0"/>
              </a:rPr>
              <a:t>3</a:t>
            </a:r>
            <a:r>
              <a:rPr lang="en-IN" sz="1600" dirty="0">
                <a:latin typeface="Calibri" panose="020F0502020204030204" pitchFamily="34" charset="0"/>
                <a:cs typeface="Calibri" panose="020F0502020204030204" pitchFamily="34" charset="0"/>
              </a:rPr>
              <a:t>)</a:t>
            </a:r>
          </a:p>
          <a:p>
            <a:pPr marL="127000" indent="0">
              <a:lnSpc>
                <a:spcPct val="112000"/>
              </a:lnSpc>
              <a:buNone/>
            </a:pPr>
            <a:r>
              <a:rPr lang="en-IN" sz="1600" dirty="0">
                <a:latin typeface="Calibri" panose="020F0502020204030204" pitchFamily="34" charset="0"/>
                <a:cs typeface="Calibri" panose="020F0502020204030204" pitchFamily="34" charset="0"/>
              </a:rPr>
              <a:t>This reaction is carried out in 4 dm</a:t>
            </a:r>
            <a:r>
              <a:rPr lang="en-IN" sz="1600" baseline="30000" dirty="0">
                <a:latin typeface="Calibri" panose="020F0502020204030204" pitchFamily="34" charset="0"/>
                <a:cs typeface="Calibri" panose="020F0502020204030204" pitchFamily="34" charset="0"/>
              </a:rPr>
              <a:t>3</a:t>
            </a:r>
            <a:r>
              <a:rPr lang="en-IN" sz="1600" dirty="0">
                <a:latin typeface="Calibri" panose="020F0502020204030204" pitchFamily="34" charset="0"/>
                <a:cs typeface="Calibri" panose="020F0502020204030204" pitchFamily="34" charset="0"/>
              </a:rPr>
              <a:t> of ethanol and with an initial concentration of 5.00 mol of HCN. What amount of CH</a:t>
            </a:r>
            <a:r>
              <a:rPr lang="en-IN" sz="1600" baseline="-25000" dirty="0">
                <a:latin typeface="Calibri" panose="020F0502020204030204" pitchFamily="34" charset="0"/>
                <a:cs typeface="Calibri" panose="020F0502020204030204" pitchFamily="34" charset="0"/>
              </a:rPr>
              <a:t>3</a:t>
            </a:r>
            <a:r>
              <a:rPr lang="en-IN" sz="1600" dirty="0">
                <a:latin typeface="Calibri" panose="020F0502020204030204" pitchFamily="34" charset="0"/>
                <a:cs typeface="Calibri" panose="020F0502020204030204" pitchFamily="34" charset="0"/>
              </a:rPr>
              <a:t>COCH</a:t>
            </a:r>
            <a:r>
              <a:rPr lang="en-IN" sz="1600" baseline="-25000" dirty="0">
                <a:latin typeface="Calibri" panose="020F0502020204030204" pitchFamily="34" charset="0"/>
                <a:cs typeface="Calibri" panose="020F0502020204030204" pitchFamily="34" charset="0"/>
              </a:rPr>
              <a:t>3</a:t>
            </a:r>
            <a:r>
              <a:rPr lang="en-IN" sz="1600" dirty="0">
                <a:latin typeface="Calibri" panose="020F0502020204030204" pitchFamily="34" charset="0"/>
                <a:cs typeface="Calibri" panose="020F0502020204030204" pitchFamily="34" charset="0"/>
              </a:rPr>
              <a:t> is required to produce 2 mol of product?</a:t>
            </a:r>
          </a:p>
          <a:p>
            <a:pPr marL="127000" indent="0" algn="just">
              <a:lnSpc>
                <a:spcPct val="113000"/>
              </a:lnSpc>
              <a:buNone/>
            </a:pPr>
            <a:r>
              <a:rPr lang="en-IN" sz="1600" b="1" dirty="0">
                <a:latin typeface="Calibri" panose="020F0502020204030204" pitchFamily="34" charset="0"/>
                <a:cs typeface="Calibri" panose="020F0502020204030204" pitchFamily="34" charset="0"/>
              </a:rPr>
              <a:t>Solution: </a:t>
            </a:r>
            <a:r>
              <a:rPr lang="en-IN" sz="1600" dirty="0">
                <a:latin typeface="Calibri" panose="020F0502020204030204" pitchFamily="34" charset="0"/>
                <a:cs typeface="Calibri" panose="020F0502020204030204" pitchFamily="34" charset="0"/>
              </a:rPr>
              <a:t>Let x be the number of moles of CH</a:t>
            </a:r>
            <a:r>
              <a:rPr lang="en-IN" sz="1600" baseline="-25000" dirty="0">
                <a:latin typeface="Calibri" panose="020F0502020204030204" pitchFamily="34" charset="0"/>
                <a:cs typeface="Calibri" panose="020F0502020204030204" pitchFamily="34" charset="0"/>
              </a:rPr>
              <a:t>3</a:t>
            </a:r>
            <a:r>
              <a:rPr lang="en-IN" sz="1600" dirty="0">
                <a:latin typeface="Calibri" panose="020F0502020204030204" pitchFamily="34" charset="0"/>
                <a:cs typeface="Calibri" panose="020F0502020204030204" pitchFamily="34" charset="0"/>
              </a:rPr>
              <a:t>COCH</a:t>
            </a:r>
            <a:r>
              <a:rPr lang="en-IN" sz="1600" baseline="-25000" dirty="0">
                <a:latin typeface="Calibri" panose="020F0502020204030204" pitchFamily="34" charset="0"/>
                <a:cs typeface="Calibri" panose="020F0502020204030204" pitchFamily="34" charset="0"/>
              </a:rPr>
              <a:t>3</a:t>
            </a:r>
            <a:r>
              <a:rPr lang="en-IN" sz="1600" dirty="0">
                <a:latin typeface="Calibri" panose="020F0502020204030204" pitchFamily="34" charset="0"/>
                <a:cs typeface="Calibri" panose="020F0502020204030204" pitchFamily="34" charset="0"/>
              </a:rPr>
              <a:t> required.</a:t>
            </a:r>
          </a:p>
        </p:txBody>
      </p:sp>
      <p:graphicFrame>
        <p:nvGraphicFramePr>
          <p:cNvPr id="2" name="Table 1">
            <a:extLst>
              <a:ext uri="{FF2B5EF4-FFF2-40B4-BE49-F238E27FC236}">
                <a16:creationId xmlns:a16="http://schemas.microsoft.com/office/drawing/2014/main" id="{519042B7-A35D-424F-BE14-F66E09D009C4}"/>
              </a:ext>
            </a:extLst>
          </p:cNvPr>
          <p:cNvGraphicFramePr>
            <a:graphicFrameLocks noGrp="1"/>
          </p:cNvGraphicFramePr>
          <p:nvPr/>
        </p:nvGraphicFramePr>
        <p:xfrm>
          <a:off x="1837391" y="3668509"/>
          <a:ext cx="5469218" cy="1192727"/>
        </p:xfrm>
        <a:graphic>
          <a:graphicData uri="http://schemas.openxmlformats.org/drawingml/2006/table">
            <a:tbl>
              <a:tblPr firstRow="1" firstCol="1" bandRow="1"/>
              <a:tblGrid>
                <a:gridCol w="1285555">
                  <a:extLst>
                    <a:ext uri="{9D8B030D-6E8A-4147-A177-3AD203B41FA5}">
                      <a16:colId xmlns:a16="http://schemas.microsoft.com/office/drawing/2014/main" val="2649825722"/>
                    </a:ext>
                  </a:extLst>
                </a:gridCol>
                <a:gridCol w="1335448">
                  <a:extLst>
                    <a:ext uri="{9D8B030D-6E8A-4147-A177-3AD203B41FA5}">
                      <a16:colId xmlns:a16="http://schemas.microsoft.com/office/drawing/2014/main" val="2616685539"/>
                    </a:ext>
                  </a:extLst>
                </a:gridCol>
                <a:gridCol w="888434">
                  <a:extLst>
                    <a:ext uri="{9D8B030D-6E8A-4147-A177-3AD203B41FA5}">
                      <a16:colId xmlns:a16="http://schemas.microsoft.com/office/drawing/2014/main" val="1113451424"/>
                    </a:ext>
                  </a:extLst>
                </a:gridCol>
                <a:gridCol w="1959781">
                  <a:extLst>
                    <a:ext uri="{9D8B030D-6E8A-4147-A177-3AD203B41FA5}">
                      <a16:colId xmlns:a16="http://schemas.microsoft.com/office/drawing/2014/main" val="1775625745"/>
                    </a:ext>
                  </a:extLst>
                </a:gridCol>
              </a:tblGrid>
              <a:tr h="295780">
                <a:tc>
                  <a:txBody>
                    <a:bodyPr/>
                    <a:lstStyle/>
                    <a:p>
                      <a:pPr marL="457200" algn="ctr">
                        <a:lnSpc>
                          <a:spcPct val="106000"/>
                        </a:lnSpc>
                        <a:spcAft>
                          <a:spcPts val="0"/>
                        </a:spcAft>
                      </a:pPr>
                      <a:r>
                        <a:rPr lang="en-IN" sz="1600" dirty="0">
                          <a:solidFill>
                            <a:schemeClr val="bg1"/>
                          </a:solidFill>
                          <a:effectLst/>
                          <a:latin typeface="Calibri" panose="020F0502020204030204" pitchFamily="34" charset="0"/>
                          <a:ea typeface="Times New Roman" panose="02020603050405020304" pitchFamily="18" charset="0"/>
                          <a:cs typeface="Calibri" panose="020F0502020204030204" pitchFamily="34" charset="0"/>
                        </a:rPr>
                        <a:t> </a:t>
                      </a:r>
                      <a:endParaRPr lang="en-IN" sz="1600" dirty="0">
                        <a:solidFill>
                          <a:schemeClr val="bg1"/>
                        </a:solidFill>
                        <a:effectLst/>
                        <a:latin typeface="Calibri" panose="020F0502020204030204" pitchFamily="34" charset="0"/>
                        <a:ea typeface="Calibri" panose="020F0502020204030204" pitchFamily="34" charset="0"/>
                        <a:cs typeface="Calibri" panose="020F0502020204030204" pitchFamily="34" charset="0"/>
                      </a:endParaRPr>
                    </a:p>
                  </a:txBody>
                  <a:tcPr marL="55820" marR="5582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B050"/>
                    </a:solidFill>
                  </a:tcPr>
                </a:tc>
                <a:tc>
                  <a:txBody>
                    <a:bodyPr/>
                    <a:lstStyle/>
                    <a:p>
                      <a:pPr marL="0" indent="0" algn="ctr">
                        <a:lnSpc>
                          <a:spcPct val="106000"/>
                        </a:lnSpc>
                        <a:spcAft>
                          <a:spcPts val="0"/>
                        </a:spcAft>
                      </a:pPr>
                      <a:r>
                        <a:rPr lang="en-IN" sz="1600" b="0" i="0" u="none" strike="noStrike" cap="none" dirty="0">
                          <a:solidFill>
                            <a:schemeClr val="bg1"/>
                          </a:solidFill>
                          <a:latin typeface="Calibri" panose="020F0502020204030204" pitchFamily="34" charset="0"/>
                          <a:ea typeface="+mn-ea"/>
                          <a:cs typeface="Calibri" panose="020F0502020204030204" pitchFamily="34" charset="0"/>
                          <a:sym typeface="Arial"/>
                        </a:rPr>
                        <a:t>CH</a:t>
                      </a:r>
                      <a:r>
                        <a:rPr lang="en-IN" sz="1600" b="0" i="0" u="none" strike="noStrike" cap="none" baseline="-25000" dirty="0">
                          <a:solidFill>
                            <a:schemeClr val="bg1"/>
                          </a:solidFill>
                          <a:latin typeface="Calibri" panose="020F0502020204030204" pitchFamily="34" charset="0"/>
                          <a:ea typeface="+mn-ea"/>
                          <a:cs typeface="Calibri" panose="020F0502020204030204" pitchFamily="34" charset="0"/>
                          <a:sym typeface="Arial"/>
                        </a:rPr>
                        <a:t>3</a:t>
                      </a:r>
                      <a:r>
                        <a:rPr lang="en-IN" sz="1600" b="0" i="0" u="none" strike="noStrike" cap="none" dirty="0">
                          <a:solidFill>
                            <a:schemeClr val="bg1"/>
                          </a:solidFill>
                          <a:latin typeface="Calibri" panose="020F0502020204030204" pitchFamily="34" charset="0"/>
                          <a:ea typeface="+mn-ea"/>
                          <a:cs typeface="Calibri" panose="020F0502020204030204" pitchFamily="34" charset="0"/>
                          <a:sym typeface="Arial"/>
                        </a:rPr>
                        <a:t>COCH</a:t>
                      </a:r>
                      <a:r>
                        <a:rPr lang="en-IN" sz="1600" b="0" i="0" u="none" strike="noStrike" cap="none" baseline="-25000" dirty="0">
                          <a:solidFill>
                            <a:schemeClr val="bg1"/>
                          </a:solidFill>
                          <a:latin typeface="Calibri" panose="020F0502020204030204" pitchFamily="34" charset="0"/>
                          <a:ea typeface="+mn-ea"/>
                          <a:cs typeface="Calibri" panose="020F0502020204030204" pitchFamily="34" charset="0"/>
                          <a:sym typeface="Arial"/>
                        </a:rPr>
                        <a:t>3</a:t>
                      </a:r>
                      <a:endParaRPr lang="en-IN" sz="1600" dirty="0">
                        <a:solidFill>
                          <a:schemeClr val="bg1"/>
                        </a:solidFill>
                        <a:effectLst/>
                        <a:latin typeface="Calibri" panose="020F0502020204030204" pitchFamily="34" charset="0"/>
                        <a:ea typeface="Calibri" panose="020F0502020204030204" pitchFamily="34" charset="0"/>
                        <a:cs typeface="Calibri" panose="020F0502020204030204" pitchFamily="34" charset="0"/>
                      </a:endParaRPr>
                    </a:p>
                  </a:txBody>
                  <a:tcPr marL="55820" marR="5582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B050"/>
                    </a:solidFill>
                  </a:tcPr>
                </a:tc>
                <a:tc>
                  <a:txBody>
                    <a:bodyPr/>
                    <a:lstStyle/>
                    <a:p>
                      <a:pPr marL="0" indent="0" algn="ctr">
                        <a:lnSpc>
                          <a:spcPct val="106000"/>
                        </a:lnSpc>
                        <a:spcAft>
                          <a:spcPts val="0"/>
                        </a:spcAft>
                      </a:pPr>
                      <a:r>
                        <a:rPr lang="en-IN" sz="1600" b="0" i="0" u="none" strike="noStrike" cap="none" dirty="0">
                          <a:solidFill>
                            <a:schemeClr val="bg1"/>
                          </a:solidFill>
                          <a:latin typeface="Calibri" panose="020F0502020204030204" pitchFamily="34" charset="0"/>
                          <a:ea typeface="+mn-ea"/>
                          <a:cs typeface="Calibri" panose="020F0502020204030204" pitchFamily="34" charset="0"/>
                          <a:sym typeface="Arial"/>
                        </a:rPr>
                        <a:t>HCN </a:t>
                      </a:r>
                      <a:endParaRPr lang="en-IN" sz="1600" dirty="0">
                        <a:solidFill>
                          <a:schemeClr val="bg1"/>
                        </a:solidFill>
                        <a:effectLst/>
                        <a:latin typeface="Calibri" panose="020F0502020204030204" pitchFamily="34" charset="0"/>
                        <a:ea typeface="Calibri" panose="020F0502020204030204" pitchFamily="34" charset="0"/>
                        <a:cs typeface="Calibri" panose="020F0502020204030204" pitchFamily="34" charset="0"/>
                      </a:endParaRPr>
                    </a:p>
                  </a:txBody>
                  <a:tcPr marL="55820" marR="5582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B050"/>
                    </a:solidFill>
                  </a:tcPr>
                </a:tc>
                <a:tc>
                  <a:txBody>
                    <a:bodyPr/>
                    <a:lstStyle/>
                    <a:p>
                      <a:pPr marL="127000" indent="0">
                        <a:lnSpc>
                          <a:spcPct val="112000"/>
                        </a:lnSpc>
                        <a:buNone/>
                      </a:pPr>
                      <a:r>
                        <a:rPr lang="en-IN" sz="1600" b="0" i="0" u="none" strike="noStrike" cap="none" dirty="0">
                          <a:solidFill>
                            <a:schemeClr val="bg1"/>
                          </a:solidFill>
                          <a:latin typeface="Calibri" panose="020F0502020204030204" pitchFamily="34" charset="0"/>
                          <a:ea typeface="+mn-ea"/>
                          <a:cs typeface="Calibri" panose="020F0502020204030204" pitchFamily="34" charset="0"/>
                          <a:sym typeface="Arial"/>
                        </a:rPr>
                        <a:t>CH</a:t>
                      </a:r>
                      <a:r>
                        <a:rPr lang="en-IN" sz="1600" b="0" i="0" u="none" strike="noStrike" cap="none" baseline="-25000" dirty="0">
                          <a:solidFill>
                            <a:schemeClr val="bg1"/>
                          </a:solidFill>
                          <a:latin typeface="Calibri" panose="020F0502020204030204" pitchFamily="34" charset="0"/>
                          <a:ea typeface="+mn-ea"/>
                          <a:cs typeface="Calibri" panose="020F0502020204030204" pitchFamily="34" charset="0"/>
                          <a:sym typeface="Arial"/>
                        </a:rPr>
                        <a:t>3</a:t>
                      </a:r>
                      <a:r>
                        <a:rPr lang="en-IN" sz="1600" b="0" i="0" u="none" strike="noStrike" cap="none" dirty="0">
                          <a:solidFill>
                            <a:schemeClr val="bg1"/>
                          </a:solidFill>
                          <a:latin typeface="Calibri" panose="020F0502020204030204" pitchFamily="34" charset="0"/>
                          <a:ea typeface="+mn-ea"/>
                          <a:cs typeface="Calibri" panose="020F0502020204030204" pitchFamily="34" charset="0"/>
                          <a:sym typeface="Arial"/>
                        </a:rPr>
                        <a:t>C(OH)(CN)(CH</a:t>
                      </a:r>
                      <a:r>
                        <a:rPr lang="en-IN" sz="1600" b="0" i="0" u="none" strike="noStrike" cap="none" baseline="-25000" dirty="0">
                          <a:solidFill>
                            <a:schemeClr val="bg1"/>
                          </a:solidFill>
                          <a:latin typeface="Calibri" panose="020F0502020204030204" pitchFamily="34" charset="0"/>
                          <a:ea typeface="+mn-ea"/>
                          <a:cs typeface="Calibri" panose="020F0502020204030204" pitchFamily="34" charset="0"/>
                          <a:sym typeface="Arial"/>
                        </a:rPr>
                        <a:t>3</a:t>
                      </a:r>
                      <a:r>
                        <a:rPr lang="en-IN" sz="1600" b="0" i="0" u="none" strike="noStrike" cap="none" dirty="0">
                          <a:solidFill>
                            <a:schemeClr val="bg1"/>
                          </a:solidFill>
                          <a:latin typeface="Calibri" panose="020F0502020204030204" pitchFamily="34" charset="0"/>
                          <a:ea typeface="+mn-ea"/>
                          <a:cs typeface="Calibri" panose="020F0502020204030204" pitchFamily="34" charset="0"/>
                          <a:sym typeface="Arial"/>
                        </a:rPr>
                        <a:t>)</a:t>
                      </a:r>
                    </a:p>
                  </a:txBody>
                  <a:tcPr marL="55820" marR="5582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B050"/>
                    </a:solidFill>
                  </a:tcPr>
                </a:tc>
                <a:extLst>
                  <a:ext uri="{0D108BD9-81ED-4DB2-BD59-A6C34878D82A}">
                    <a16:rowId xmlns:a16="http://schemas.microsoft.com/office/drawing/2014/main" val="2534801049"/>
                  </a:ext>
                </a:extLst>
              </a:tr>
              <a:tr h="391042">
                <a:tc>
                  <a:txBody>
                    <a:bodyPr/>
                    <a:lstStyle/>
                    <a:p>
                      <a:pPr marL="0" marR="0" indent="0" algn="ctr" rtl="0">
                        <a:lnSpc>
                          <a:spcPct val="106000"/>
                        </a:lnSpc>
                        <a:spcBef>
                          <a:spcPts val="0"/>
                        </a:spcBef>
                        <a:spcAft>
                          <a:spcPts val="0"/>
                        </a:spcAft>
                        <a:buClr>
                          <a:srgbClr val="000000"/>
                        </a:buClr>
                        <a:buFont typeface="Arial"/>
                      </a:pPr>
                      <a:r>
                        <a:rPr lang="en-IN" sz="1600" b="0" i="0" u="none" strike="noStrike" cap="none"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sym typeface="Arial"/>
                        </a:rPr>
                        <a:t>initial moles</a:t>
                      </a:r>
                    </a:p>
                  </a:txBody>
                  <a:tcPr marL="55820" marR="5582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indent="0" algn="ctr" rtl="0">
                        <a:lnSpc>
                          <a:spcPct val="106000"/>
                        </a:lnSpc>
                        <a:spcBef>
                          <a:spcPts val="0"/>
                        </a:spcBef>
                        <a:spcAft>
                          <a:spcPts val="0"/>
                        </a:spcAft>
                        <a:buClr>
                          <a:srgbClr val="000000"/>
                        </a:buClr>
                        <a:buFont typeface="Arial"/>
                      </a:pPr>
                      <a:r>
                        <a:rPr lang="en-IN" sz="1600" b="0" i="0" u="none" strike="noStrike" cap="none"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sym typeface="Arial"/>
                        </a:rPr>
                        <a:t>x</a:t>
                      </a:r>
                    </a:p>
                  </a:txBody>
                  <a:tcPr marL="55820" marR="5582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indent="0" algn="ctr" rtl="0">
                        <a:lnSpc>
                          <a:spcPct val="106000"/>
                        </a:lnSpc>
                        <a:spcBef>
                          <a:spcPts val="0"/>
                        </a:spcBef>
                        <a:spcAft>
                          <a:spcPts val="0"/>
                        </a:spcAft>
                        <a:buClr>
                          <a:srgbClr val="000000"/>
                        </a:buClr>
                        <a:buFont typeface="Arial"/>
                      </a:pPr>
                      <a:r>
                        <a:rPr lang="en-IN" sz="1600" b="0" i="0" u="none" strike="noStrike" cap="none"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sym typeface="Arial"/>
                        </a:rPr>
                        <a:t>5</a:t>
                      </a:r>
                    </a:p>
                  </a:txBody>
                  <a:tcPr marL="55820" marR="5582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indent="0" algn="ctr" rtl="0">
                        <a:lnSpc>
                          <a:spcPct val="106000"/>
                        </a:lnSpc>
                        <a:spcBef>
                          <a:spcPts val="0"/>
                        </a:spcBef>
                        <a:spcAft>
                          <a:spcPts val="0"/>
                        </a:spcAft>
                        <a:buClr>
                          <a:srgbClr val="000000"/>
                        </a:buClr>
                        <a:buFont typeface="Arial"/>
                      </a:pPr>
                      <a:r>
                        <a:rPr lang="en-IN" sz="1600" b="0" i="0" u="none" strike="noStrike" cap="none"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sym typeface="Arial"/>
                        </a:rPr>
                        <a:t>0</a:t>
                      </a:r>
                    </a:p>
                  </a:txBody>
                  <a:tcPr marL="55820" marR="5582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21346999"/>
                  </a:ext>
                </a:extLst>
              </a:tr>
              <a:tr h="391042">
                <a:tc>
                  <a:txBody>
                    <a:bodyPr/>
                    <a:lstStyle/>
                    <a:p>
                      <a:pPr marL="0" marR="0" indent="0" algn="ctr" rtl="0">
                        <a:lnSpc>
                          <a:spcPct val="106000"/>
                        </a:lnSpc>
                        <a:spcBef>
                          <a:spcPts val="0"/>
                        </a:spcBef>
                        <a:spcAft>
                          <a:spcPts val="0"/>
                        </a:spcAft>
                        <a:buClr>
                          <a:srgbClr val="000000"/>
                        </a:buClr>
                        <a:buFont typeface="Arial"/>
                      </a:pPr>
                      <a:r>
                        <a:rPr lang="en-IN" sz="1600" b="0" i="0" u="none" strike="noStrike" cap="none"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sym typeface="Arial"/>
                        </a:rPr>
                        <a:t>equilibrium moles </a:t>
                      </a:r>
                    </a:p>
                  </a:txBody>
                  <a:tcPr marL="55820" marR="5582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indent="0" algn="ctr" rtl="0">
                        <a:lnSpc>
                          <a:spcPct val="106000"/>
                        </a:lnSpc>
                        <a:spcBef>
                          <a:spcPts val="0"/>
                        </a:spcBef>
                        <a:spcAft>
                          <a:spcPts val="0"/>
                        </a:spcAft>
                        <a:buClr>
                          <a:srgbClr val="000000"/>
                        </a:buClr>
                        <a:buFont typeface="Arial"/>
                      </a:pPr>
                      <a:r>
                        <a:rPr lang="en-IN" sz="1600" b="0" i="0" u="none" strike="noStrike" cap="none"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sym typeface="Arial"/>
                        </a:rPr>
                        <a:t>x-2</a:t>
                      </a:r>
                    </a:p>
                  </a:txBody>
                  <a:tcPr marL="55820" marR="5582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indent="0" algn="ctr" rtl="0">
                        <a:lnSpc>
                          <a:spcPct val="106000"/>
                        </a:lnSpc>
                        <a:spcBef>
                          <a:spcPts val="0"/>
                        </a:spcBef>
                        <a:spcAft>
                          <a:spcPts val="0"/>
                        </a:spcAft>
                        <a:buClr>
                          <a:srgbClr val="000000"/>
                        </a:buClr>
                        <a:buFont typeface="Arial"/>
                      </a:pPr>
                      <a:r>
                        <a:rPr lang="en-IN" sz="1600" b="0" i="0" u="none" strike="noStrike" cap="none"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sym typeface="Arial"/>
                        </a:rPr>
                        <a:t>5-2=3</a:t>
                      </a:r>
                    </a:p>
                  </a:txBody>
                  <a:tcPr marL="55820" marR="5582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indent="0" algn="ctr" rtl="0">
                        <a:lnSpc>
                          <a:spcPct val="106000"/>
                        </a:lnSpc>
                        <a:spcBef>
                          <a:spcPts val="0"/>
                        </a:spcBef>
                        <a:spcAft>
                          <a:spcPts val="0"/>
                        </a:spcAft>
                        <a:buClr>
                          <a:srgbClr val="000000"/>
                        </a:buClr>
                        <a:buFont typeface="Arial"/>
                      </a:pPr>
                      <a:r>
                        <a:rPr lang="en-IN" sz="1600" b="0" i="0" u="none" strike="noStrike" cap="none"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sym typeface="Arial"/>
                        </a:rPr>
                        <a:t>2</a:t>
                      </a:r>
                    </a:p>
                  </a:txBody>
                  <a:tcPr marL="55820" marR="5582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655611094"/>
                  </a:ext>
                </a:extLst>
              </a:tr>
            </a:tbl>
          </a:graphicData>
        </a:graphic>
      </p:graphicFrame>
    </p:spTree>
    <p:extLst>
      <p:ext uri="{BB962C8B-B14F-4D97-AF65-F5344CB8AC3E}">
        <p14:creationId xmlns:p14="http://schemas.microsoft.com/office/powerpoint/2010/main" val="97054862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116"/>
        <p:cNvGrpSpPr/>
        <p:nvPr/>
      </p:nvGrpSpPr>
      <p:grpSpPr>
        <a:xfrm>
          <a:off x="0" y="0"/>
          <a:ext cx="0" cy="0"/>
          <a:chOff x="0" y="0"/>
          <a:chExt cx="0" cy="0"/>
        </a:xfrm>
      </p:grpSpPr>
      <p:sp>
        <p:nvSpPr>
          <p:cNvPr id="117" name="Google Shape;117;p26"/>
          <p:cNvSpPr txBox="1">
            <a:spLocks noGrp="1"/>
          </p:cNvSpPr>
          <p:nvPr>
            <p:ph type="title"/>
          </p:nvPr>
        </p:nvSpPr>
        <p:spPr>
          <a:xfrm>
            <a:off x="933025" y="592925"/>
            <a:ext cx="6305100" cy="767700"/>
          </a:xfrm>
          <a:prstGeom prst="rect">
            <a:avLst/>
          </a:prstGeom>
        </p:spPr>
        <p:txBody>
          <a:bodyPr spcFirstLastPara="1" wrap="square" lIns="91425" tIns="91425" rIns="91425" bIns="91425" anchor="b" anchorCtr="0">
            <a:noAutofit/>
          </a:bodyPr>
          <a:lstStyle/>
          <a:p>
            <a:pPr lvl="0"/>
            <a:r>
              <a:rPr lang="en-IN" dirty="0"/>
              <a:t>Working out the equilibrium constant </a:t>
            </a:r>
          </a:p>
        </p:txBody>
      </p:sp>
      <p:graphicFrame>
        <p:nvGraphicFramePr>
          <p:cNvPr id="2" name="Table 1">
            <a:extLst>
              <a:ext uri="{FF2B5EF4-FFF2-40B4-BE49-F238E27FC236}">
                <a16:creationId xmlns:a16="http://schemas.microsoft.com/office/drawing/2014/main" id="{519042B7-A35D-424F-BE14-F66E09D009C4}"/>
              </a:ext>
            </a:extLst>
          </p:cNvPr>
          <p:cNvGraphicFramePr>
            <a:graphicFrameLocks noGrp="1"/>
          </p:cNvGraphicFramePr>
          <p:nvPr/>
        </p:nvGraphicFramePr>
        <p:xfrm>
          <a:off x="471974" y="3782876"/>
          <a:ext cx="5469218" cy="1192727"/>
        </p:xfrm>
        <a:graphic>
          <a:graphicData uri="http://schemas.openxmlformats.org/drawingml/2006/table">
            <a:tbl>
              <a:tblPr firstRow="1" firstCol="1" bandRow="1"/>
              <a:tblGrid>
                <a:gridCol w="1285555">
                  <a:extLst>
                    <a:ext uri="{9D8B030D-6E8A-4147-A177-3AD203B41FA5}">
                      <a16:colId xmlns:a16="http://schemas.microsoft.com/office/drawing/2014/main" val="2649825722"/>
                    </a:ext>
                  </a:extLst>
                </a:gridCol>
                <a:gridCol w="1335448">
                  <a:extLst>
                    <a:ext uri="{9D8B030D-6E8A-4147-A177-3AD203B41FA5}">
                      <a16:colId xmlns:a16="http://schemas.microsoft.com/office/drawing/2014/main" val="2616685539"/>
                    </a:ext>
                  </a:extLst>
                </a:gridCol>
                <a:gridCol w="888434">
                  <a:extLst>
                    <a:ext uri="{9D8B030D-6E8A-4147-A177-3AD203B41FA5}">
                      <a16:colId xmlns:a16="http://schemas.microsoft.com/office/drawing/2014/main" val="1113451424"/>
                    </a:ext>
                  </a:extLst>
                </a:gridCol>
                <a:gridCol w="1959781">
                  <a:extLst>
                    <a:ext uri="{9D8B030D-6E8A-4147-A177-3AD203B41FA5}">
                      <a16:colId xmlns:a16="http://schemas.microsoft.com/office/drawing/2014/main" val="1775625745"/>
                    </a:ext>
                  </a:extLst>
                </a:gridCol>
              </a:tblGrid>
              <a:tr h="295780">
                <a:tc>
                  <a:txBody>
                    <a:bodyPr/>
                    <a:lstStyle/>
                    <a:p>
                      <a:pPr marL="457200" algn="ctr">
                        <a:lnSpc>
                          <a:spcPct val="106000"/>
                        </a:lnSpc>
                        <a:spcAft>
                          <a:spcPts val="0"/>
                        </a:spcAft>
                      </a:pPr>
                      <a:r>
                        <a:rPr lang="en-IN" sz="1600" dirty="0">
                          <a:solidFill>
                            <a:schemeClr val="bg1"/>
                          </a:solidFill>
                          <a:effectLst/>
                          <a:latin typeface="Calibri" panose="020F0502020204030204" pitchFamily="34" charset="0"/>
                          <a:ea typeface="Times New Roman" panose="02020603050405020304" pitchFamily="18" charset="0"/>
                          <a:cs typeface="Calibri" panose="020F0502020204030204" pitchFamily="34" charset="0"/>
                        </a:rPr>
                        <a:t> </a:t>
                      </a:r>
                      <a:endParaRPr lang="en-IN" sz="1600" dirty="0">
                        <a:solidFill>
                          <a:schemeClr val="bg1"/>
                        </a:solidFill>
                        <a:effectLst/>
                        <a:latin typeface="Calibri" panose="020F0502020204030204" pitchFamily="34" charset="0"/>
                        <a:ea typeface="Calibri" panose="020F0502020204030204" pitchFamily="34" charset="0"/>
                        <a:cs typeface="Calibri" panose="020F0502020204030204" pitchFamily="34" charset="0"/>
                      </a:endParaRPr>
                    </a:p>
                  </a:txBody>
                  <a:tcPr marL="55820" marR="5582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B050"/>
                    </a:solidFill>
                  </a:tcPr>
                </a:tc>
                <a:tc>
                  <a:txBody>
                    <a:bodyPr/>
                    <a:lstStyle/>
                    <a:p>
                      <a:pPr marL="0" indent="0" algn="ctr">
                        <a:lnSpc>
                          <a:spcPct val="106000"/>
                        </a:lnSpc>
                        <a:spcAft>
                          <a:spcPts val="0"/>
                        </a:spcAft>
                      </a:pPr>
                      <a:r>
                        <a:rPr lang="en-IN" sz="1600" b="0" i="0" u="none" strike="noStrike" cap="none" dirty="0">
                          <a:solidFill>
                            <a:schemeClr val="bg1"/>
                          </a:solidFill>
                          <a:latin typeface="Calibri" panose="020F0502020204030204" pitchFamily="34" charset="0"/>
                          <a:ea typeface="+mn-ea"/>
                          <a:cs typeface="Calibri" panose="020F0502020204030204" pitchFamily="34" charset="0"/>
                          <a:sym typeface="Arial"/>
                        </a:rPr>
                        <a:t>CH</a:t>
                      </a:r>
                      <a:r>
                        <a:rPr lang="en-IN" sz="1600" b="0" i="0" u="none" strike="noStrike" cap="none" baseline="-25000" dirty="0">
                          <a:solidFill>
                            <a:schemeClr val="bg1"/>
                          </a:solidFill>
                          <a:latin typeface="Calibri" panose="020F0502020204030204" pitchFamily="34" charset="0"/>
                          <a:ea typeface="+mn-ea"/>
                          <a:cs typeface="Calibri" panose="020F0502020204030204" pitchFamily="34" charset="0"/>
                          <a:sym typeface="Arial"/>
                        </a:rPr>
                        <a:t>3</a:t>
                      </a:r>
                      <a:r>
                        <a:rPr lang="en-IN" sz="1600" b="0" i="0" u="none" strike="noStrike" cap="none" dirty="0">
                          <a:solidFill>
                            <a:schemeClr val="bg1"/>
                          </a:solidFill>
                          <a:latin typeface="Calibri" panose="020F0502020204030204" pitchFamily="34" charset="0"/>
                          <a:ea typeface="+mn-ea"/>
                          <a:cs typeface="Calibri" panose="020F0502020204030204" pitchFamily="34" charset="0"/>
                          <a:sym typeface="Arial"/>
                        </a:rPr>
                        <a:t>COCH</a:t>
                      </a:r>
                      <a:r>
                        <a:rPr lang="en-IN" sz="1600" b="0" i="0" u="none" strike="noStrike" cap="none" baseline="-25000" dirty="0">
                          <a:solidFill>
                            <a:schemeClr val="bg1"/>
                          </a:solidFill>
                          <a:latin typeface="Calibri" panose="020F0502020204030204" pitchFamily="34" charset="0"/>
                          <a:ea typeface="+mn-ea"/>
                          <a:cs typeface="Calibri" panose="020F0502020204030204" pitchFamily="34" charset="0"/>
                          <a:sym typeface="Arial"/>
                        </a:rPr>
                        <a:t>3</a:t>
                      </a:r>
                      <a:endParaRPr lang="en-IN" sz="1600" dirty="0">
                        <a:solidFill>
                          <a:schemeClr val="bg1"/>
                        </a:solidFill>
                        <a:effectLst/>
                        <a:latin typeface="Calibri" panose="020F0502020204030204" pitchFamily="34" charset="0"/>
                        <a:ea typeface="Calibri" panose="020F0502020204030204" pitchFamily="34" charset="0"/>
                        <a:cs typeface="Calibri" panose="020F0502020204030204" pitchFamily="34" charset="0"/>
                      </a:endParaRPr>
                    </a:p>
                  </a:txBody>
                  <a:tcPr marL="55820" marR="5582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B050"/>
                    </a:solidFill>
                  </a:tcPr>
                </a:tc>
                <a:tc>
                  <a:txBody>
                    <a:bodyPr/>
                    <a:lstStyle/>
                    <a:p>
                      <a:pPr marL="0" indent="0" algn="ctr">
                        <a:lnSpc>
                          <a:spcPct val="106000"/>
                        </a:lnSpc>
                        <a:spcAft>
                          <a:spcPts val="0"/>
                        </a:spcAft>
                      </a:pPr>
                      <a:r>
                        <a:rPr lang="en-IN" sz="1600" b="0" i="0" u="none" strike="noStrike" cap="none" dirty="0">
                          <a:solidFill>
                            <a:schemeClr val="bg1"/>
                          </a:solidFill>
                          <a:latin typeface="Calibri" panose="020F0502020204030204" pitchFamily="34" charset="0"/>
                          <a:ea typeface="+mn-ea"/>
                          <a:cs typeface="Calibri" panose="020F0502020204030204" pitchFamily="34" charset="0"/>
                          <a:sym typeface="Arial"/>
                        </a:rPr>
                        <a:t>HCN </a:t>
                      </a:r>
                      <a:endParaRPr lang="en-IN" sz="1600" dirty="0">
                        <a:solidFill>
                          <a:schemeClr val="bg1"/>
                        </a:solidFill>
                        <a:effectLst/>
                        <a:latin typeface="Calibri" panose="020F0502020204030204" pitchFamily="34" charset="0"/>
                        <a:ea typeface="Calibri" panose="020F0502020204030204" pitchFamily="34" charset="0"/>
                        <a:cs typeface="Calibri" panose="020F0502020204030204" pitchFamily="34" charset="0"/>
                      </a:endParaRPr>
                    </a:p>
                  </a:txBody>
                  <a:tcPr marL="55820" marR="5582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B050"/>
                    </a:solidFill>
                  </a:tcPr>
                </a:tc>
                <a:tc>
                  <a:txBody>
                    <a:bodyPr/>
                    <a:lstStyle/>
                    <a:p>
                      <a:pPr marL="127000" indent="0">
                        <a:lnSpc>
                          <a:spcPct val="112000"/>
                        </a:lnSpc>
                        <a:buNone/>
                      </a:pPr>
                      <a:r>
                        <a:rPr lang="en-IN" sz="1600" b="0" i="0" u="none" strike="noStrike" cap="none" dirty="0">
                          <a:solidFill>
                            <a:schemeClr val="bg1"/>
                          </a:solidFill>
                          <a:latin typeface="Calibri" panose="020F0502020204030204" pitchFamily="34" charset="0"/>
                          <a:ea typeface="+mn-ea"/>
                          <a:cs typeface="Calibri" panose="020F0502020204030204" pitchFamily="34" charset="0"/>
                          <a:sym typeface="Arial"/>
                        </a:rPr>
                        <a:t>CH</a:t>
                      </a:r>
                      <a:r>
                        <a:rPr lang="en-IN" sz="1600" b="0" i="0" u="none" strike="noStrike" cap="none" baseline="-25000" dirty="0">
                          <a:solidFill>
                            <a:schemeClr val="bg1"/>
                          </a:solidFill>
                          <a:latin typeface="Calibri" panose="020F0502020204030204" pitchFamily="34" charset="0"/>
                          <a:ea typeface="+mn-ea"/>
                          <a:cs typeface="Calibri" panose="020F0502020204030204" pitchFamily="34" charset="0"/>
                          <a:sym typeface="Arial"/>
                        </a:rPr>
                        <a:t>3</a:t>
                      </a:r>
                      <a:r>
                        <a:rPr lang="en-IN" sz="1600" b="0" i="0" u="none" strike="noStrike" cap="none" dirty="0">
                          <a:solidFill>
                            <a:schemeClr val="bg1"/>
                          </a:solidFill>
                          <a:latin typeface="Calibri" panose="020F0502020204030204" pitchFamily="34" charset="0"/>
                          <a:ea typeface="+mn-ea"/>
                          <a:cs typeface="Calibri" panose="020F0502020204030204" pitchFamily="34" charset="0"/>
                          <a:sym typeface="Arial"/>
                        </a:rPr>
                        <a:t>C(OH)(CN)(CH</a:t>
                      </a:r>
                      <a:r>
                        <a:rPr lang="en-IN" sz="1600" b="0" i="0" u="none" strike="noStrike" cap="none" baseline="-25000" dirty="0">
                          <a:solidFill>
                            <a:schemeClr val="bg1"/>
                          </a:solidFill>
                          <a:latin typeface="Calibri" panose="020F0502020204030204" pitchFamily="34" charset="0"/>
                          <a:ea typeface="+mn-ea"/>
                          <a:cs typeface="Calibri" panose="020F0502020204030204" pitchFamily="34" charset="0"/>
                          <a:sym typeface="Arial"/>
                        </a:rPr>
                        <a:t>3</a:t>
                      </a:r>
                      <a:r>
                        <a:rPr lang="en-IN" sz="1600" b="0" i="0" u="none" strike="noStrike" cap="none" dirty="0">
                          <a:solidFill>
                            <a:schemeClr val="bg1"/>
                          </a:solidFill>
                          <a:latin typeface="Calibri" panose="020F0502020204030204" pitchFamily="34" charset="0"/>
                          <a:ea typeface="+mn-ea"/>
                          <a:cs typeface="Calibri" panose="020F0502020204030204" pitchFamily="34" charset="0"/>
                          <a:sym typeface="Arial"/>
                        </a:rPr>
                        <a:t>)</a:t>
                      </a:r>
                    </a:p>
                  </a:txBody>
                  <a:tcPr marL="55820" marR="5582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B050"/>
                    </a:solidFill>
                  </a:tcPr>
                </a:tc>
                <a:extLst>
                  <a:ext uri="{0D108BD9-81ED-4DB2-BD59-A6C34878D82A}">
                    <a16:rowId xmlns:a16="http://schemas.microsoft.com/office/drawing/2014/main" val="2534801049"/>
                  </a:ext>
                </a:extLst>
              </a:tr>
              <a:tr h="391042">
                <a:tc>
                  <a:txBody>
                    <a:bodyPr/>
                    <a:lstStyle/>
                    <a:p>
                      <a:pPr marL="0" marR="0" indent="0" algn="ctr" rtl="0">
                        <a:lnSpc>
                          <a:spcPct val="106000"/>
                        </a:lnSpc>
                        <a:spcBef>
                          <a:spcPts val="0"/>
                        </a:spcBef>
                        <a:spcAft>
                          <a:spcPts val="0"/>
                        </a:spcAft>
                        <a:buClr>
                          <a:srgbClr val="000000"/>
                        </a:buClr>
                        <a:buFont typeface="Arial"/>
                      </a:pPr>
                      <a:r>
                        <a:rPr lang="en-IN" sz="1600" b="0" i="0" u="none" strike="noStrike" cap="none"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sym typeface="Arial"/>
                        </a:rPr>
                        <a:t>initial moles</a:t>
                      </a:r>
                    </a:p>
                  </a:txBody>
                  <a:tcPr marL="55820" marR="5582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indent="0" algn="ctr" rtl="0">
                        <a:lnSpc>
                          <a:spcPct val="106000"/>
                        </a:lnSpc>
                        <a:spcBef>
                          <a:spcPts val="0"/>
                        </a:spcBef>
                        <a:spcAft>
                          <a:spcPts val="0"/>
                        </a:spcAft>
                        <a:buClr>
                          <a:srgbClr val="000000"/>
                        </a:buClr>
                        <a:buFont typeface="Arial"/>
                      </a:pPr>
                      <a:r>
                        <a:rPr lang="en-IN" sz="1600" b="0" i="0" u="none" strike="noStrike" cap="none"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sym typeface="Arial"/>
                        </a:rPr>
                        <a:t>x</a:t>
                      </a:r>
                    </a:p>
                  </a:txBody>
                  <a:tcPr marL="55820" marR="5582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indent="0" algn="ctr" rtl="0">
                        <a:lnSpc>
                          <a:spcPct val="106000"/>
                        </a:lnSpc>
                        <a:spcBef>
                          <a:spcPts val="0"/>
                        </a:spcBef>
                        <a:spcAft>
                          <a:spcPts val="0"/>
                        </a:spcAft>
                        <a:buClr>
                          <a:srgbClr val="000000"/>
                        </a:buClr>
                        <a:buFont typeface="Arial"/>
                      </a:pPr>
                      <a:r>
                        <a:rPr lang="en-IN" sz="1600" b="0" i="0" u="none" strike="noStrike" cap="none"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sym typeface="Arial"/>
                        </a:rPr>
                        <a:t>5</a:t>
                      </a:r>
                    </a:p>
                  </a:txBody>
                  <a:tcPr marL="55820" marR="5582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indent="0" algn="ctr" rtl="0">
                        <a:lnSpc>
                          <a:spcPct val="106000"/>
                        </a:lnSpc>
                        <a:spcBef>
                          <a:spcPts val="0"/>
                        </a:spcBef>
                        <a:spcAft>
                          <a:spcPts val="0"/>
                        </a:spcAft>
                        <a:buClr>
                          <a:srgbClr val="000000"/>
                        </a:buClr>
                        <a:buFont typeface="Arial"/>
                      </a:pPr>
                      <a:r>
                        <a:rPr lang="en-IN" sz="1600" b="0" i="0" u="none" strike="noStrike" cap="none"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sym typeface="Arial"/>
                        </a:rPr>
                        <a:t>0</a:t>
                      </a:r>
                    </a:p>
                  </a:txBody>
                  <a:tcPr marL="55820" marR="5582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21346999"/>
                  </a:ext>
                </a:extLst>
              </a:tr>
              <a:tr h="391042">
                <a:tc>
                  <a:txBody>
                    <a:bodyPr/>
                    <a:lstStyle/>
                    <a:p>
                      <a:pPr marL="0" marR="0" indent="0" algn="ctr" rtl="0">
                        <a:lnSpc>
                          <a:spcPct val="106000"/>
                        </a:lnSpc>
                        <a:spcBef>
                          <a:spcPts val="0"/>
                        </a:spcBef>
                        <a:spcAft>
                          <a:spcPts val="0"/>
                        </a:spcAft>
                        <a:buClr>
                          <a:srgbClr val="000000"/>
                        </a:buClr>
                        <a:buFont typeface="Arial"/>
                      </a:pPr>
                      <a:r>
                        <a:rPr lang="en-IN" sz="1600" b="0" i="0" u="none" strike="noStrike" cap="none"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sym typeface="Arial"/>
                        </a:rPr>
                        <a:t>equilibrium moles </a:t>
                      </a:r>
                    </a:p>
                  </a:txBody>
                  <a:tcPr marL="55820" marR="5582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indent="0" algn="ctr" rtl="0">
                        <a:lnSpc>
                          <a:spcPct val="106000"/>
                        </a:lnSpc>
                        <a:spcBef>
                          <a:spcPts val="0"/>
                        </a:spcBef>
                        <a:spcAft>
                          <a:spcPts val="0"/>
                        </a:spcAft>
                        <a:buClr>
                          <a:srgbClr val="000000"/>
                        </a:buClr>
                        <a:buFont typeface="Arial"/>
                      </a:pPr>
                      <a:r>
                        <a:rPr lang="en-IN" sz="1600" b="0" i="0" u="none" strike="noStrike" cap="none"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sym typeface="Arial"/>
                        </a:rPr>
                        <a:t>x-2</a:t>
                      </a:r>
                    </a:p>
                  </a:txBody>
                  <a:tcPr marL="55820" marR="5582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indent="0" algn="ctr" rtl="0">
                        <a:lnSpc>
                          <a:spcPct val="106000"/>
                        </a:lnSpc>
                        <a:spcBef>
                          <a:spcPts val="0"/>
                        </a:spcBef>
                        <a:spcAft>
                          <a:spcPts val="0"/>
                        </a:spcAft>
                        <a:buClr>
                          <a:srgbClr val="000000"/>
                        </a:buClr>
                        <a:buFont typeface="Arial"/>
                      </a:pPr>
                      <a:r>
                        <a:rPr lang="en-IN" sz="1600" b="0" i="0" u="none" strike="noStrike" cap="none"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sym typeface="Arial"/>
                        </a:rPr>
                        <a:t>5-2=3</a:t>
                      </a:r>
                    </a:p>
                  </a:txBody>
                  <a:tcPr marL="55820" marR="5582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indent="0" algn="ctr" rtl="0">
                        <a:lnSpc>
                          <a:spcPct val="106000"/>
                        </a:lnSpc>
                        <a:spcBef>
                          <a:spcPts val="0"/>
                        </a:spcBef>
                        <a:spcAft>
                          <a:spcPts val="0"/>
                        </a:spcAft>
                        <a:buClr>
                          <a:srgbClr val="000000"/>
                        </a:buClr>
                        <a:buFont typeface="Arial"/>
                      </a:pPr>
                      <a:r>
                        <a:rPr lang="en-IN" sz="1600" b="0" i="0" u="none" strike="noStrike" cap="none"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sym typeface="Arial"/>
                        </a:rPr>
                        <a:t>2</a:t>
                      </a:r>
                    </a:p>
                  </a:txBody>
                  <a:tcPr marL="55820" marR="5582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655611094"/>
                  </a:ext>
                </a:extLst>
              </a:tr>
            </a:tbl>
          </a:graphicData>
        </a:graphic>
      </p:graphicFrame>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1128D103-2AC0-403A-9610-884BD38DC361}"/>
                  </a:ext>
                </a:extLst>
              </p:cNvPr>
              <p:cNvSpPr txBox="1"/>
              <p:nvPr/>
            </p:nvSpPr>
            <p:spPr>
              <a:xfrm>
                <a:off x="350054" y="1835875"/>
                <a:ext cx="4689389" cy="1949829"/>
              </a:xfrm>
              <a:prstGeom prst="rect">
                <a:avLst/>
              </a:prstGeom>
              <a:noFill/>
            </p:spPr>
            <p:txBody>
              <a:bodyPr wrap="square" rtlCol="0">
                <a:spAutoFit/>
              </a:bodyPr>
              <a:lstStyle/>
              <a:p>
                <a:pPr>
                  <a:lnSpc>
                    <a:spcPct val="114000"/>
                  </a:lnSpc>
                  <a:spcBef>
                    <a:spcPts val="600"/>
                  </a:spcBef>
                </a:pPr>
                <a:r>
                  <a:rPr lang="en-MY" sz="1600" b="0" i="1" dirty="0">
                    <a:solidFill>
                      <a:srgbClr val="000000"/>
                    </a:solidFill>
                    <a:latin typeface="Cambria Math" panose="02040503050406030204" pitchFamily="18" charset="0"/>
                  </a:rPr>
                  <a:t>Volume of ethanol = 4dm</a:t>
                </a:r>
                <a:r>
                  <a:rPr lang="en-MY" sz="1600" b="0" i="1" baseline="30000" dirty="0">
                    <a:solidFill>
                      <a:srgbClr val="000000"/>
                    </a:solidFill>
                    <a:latin typeface="Cambria Math" panose="02040503050406030204" pitchFamily="18" charset="0"/>
                  </a:rPr>
                  <a:t>3</a:t>
                </a:r>
                <a:r>
                  <a:rPr lang="en-MY" sz="1600" b="0" i="1" dirty="0">
                    <a:solidFill>
                      <a:srgbClr val="000000"/>
                    </a:solidFill>
                    <a:latin typeface="Cambria Math" panose="02040503050406030204" pitchFamily="18" charset="0"/>
                  </a:rPr>
                  <a:t>. Therefore,</a:t>
                </a:r>
              </a:p>
              <a:p>
                <a:pPr>
                  <a:lnSpc>
                    <a:spcPct val="114000"/>
                  </a:lnSpc>
                  <a:spcBef>
                    <a:spcPts val="600"/>
                  </a:spcBef>
                </a:pPr>
                <a14:m>
                  <m:oMathPara xmlns:m="http://schemas.openxmlformats.org/officeDocument/2006/math">
                    <m:oMathParaPr>
                      <m:jc m:val="centerGroup"/>
                    </m:oMathParaPr>
                    <m:oMath xmlns:m="http://schemas.openxmlformats.org/officeDocument/2006/math">
                      <m:r>
                        <a:rPr lang="en-MY" sz="1600" b="0" i="1" smtClean="0">
                          <a:solidFill>
                            <a:srgbClr val="000000"/>
                          </a:solidFill>
                          <a:latin typeface="Cambria Math" panose="02040503050406030204" pitchFamily="18" charset="0"/>
                        </a:rPr>
                        <m:t>𝑐𝑜𝑛𝑐𝑒𝑛𝑡𝑟𝑎𝑡𝑖𝑜𝑛</m:t>
                      </m:r>
                      <m:r>
                        <a:rPr lang="en-MY" sz="1600" b="0" i="1" smtClean="0">
                          <a:solidFill>
                            <a:srgbClr val="000000"/>
                          </a:solidFill>
                          <a:latin typeface="Cambria Math" panose="02040503050406030204" pitchFamily="18" charset="0"/>
                        </a:rPr>
                        <m:t> </m:t>
                      </m:r>
                      <m:r>
                        <a:rPr lang="en-MY" sz="1600" b="0" i="1" smtClean="0">
                          <a:solidFill>
                            <a:srgbClr val="000000"/>
                          </a:solidFill>
                          <a:latin typeface="Cambria Math" panose="02040503050406030204" pitchFamily="18" charset="0"/>
                        </a:rPr>
                        <m:t>𝑜𝑓</m:t>
                      </m:r>
                      <m:r>
                        <a:rPr lang="en-MY" sz="1600" b="0" i="1" smtClean="0">
                          <a:solidFill>
                            <a:srgbClr val="000000"/>
                          </a:solidFill>
                          <a:latin typeface="Cambria Math" panose="02040503050406030204" pitchFamily="18" charset="0"/>
                        </a:rPr>
                        <m:t> </m:t>
                      </m:r>
                      <m:r>
                        <a:rPr lang="en-MY" sz="1600" b="0" i="1" smtClean="0">
                          <a:solidFill>
                            <a:srgbClr val="000000"/>
                          </a:solidFill>
                          <a:latin typeface="Cambria Math" panose="02040503050406030204" pitchFamily="18" charset="0"/>
                        </a:rPr>
                        <m:t>𝐶𝐻</m:t>
                      </m:r>
                      <m:r>
                        <a:rPr lang="en-MY" sz="1600" b="0" i="1" baseline="-25000" smtClean="0">
                          <a:solidFill>
                            <a:srgbClr val="000000"/>
                          </a:solidFill>
                          <a:latin typeface="Cambria Math" panose="02040503050406030204" pitchFamily="18" charset="0"/>
                        </a:rPr>
                        <m:t>3</m:t>
                      </m:r>
                      <m:r>
                        <a:rPr lang="en-MY" sz="1600" b="0" i="1" smtClean="0">
                          <a:solidFill>
                            <a:srgbClr val="000000"/>
                          </a:solidFill>
                          <a:latin typeface="Cambria Math" panose="02040503050406030204" pitchFamily="18" charset="0"/>
                        </a:rPr>
                        <m:t>𝐶𝑂𝐶𝐻</m:t>
                      </m:r>
                      <m:r>
                        <a:rPr lang="en-MY" sz="1600" b="0" i="1" baseline="-25000" smtClean="0">
                          <a:solidFill>
                            <a:srgbClr val="000000"/>
                          </a:solidFill>
                          <a:latin typeface="Cambria Math" panose="02040503050406030204" pitchFamily="18" charset="0"/>
                        </a:rPr>
                        <m:t>3</m:t>
                      </m:r>
                      <m:r>
                        <a:rPr lang="en-MY" sz="1600" b="0" i="0" smtClean="0">
                          <a:solidFill>
                            <a:srgbClr val="000000"/>
                          </a:solidFill>
                          <a:latin typeface="Cambria Math" panose="02040503050406030204" pitchFamily="18" charset="0"/>
                        </a:rPr>
                        <m:t>=</m:t>
                      </m:r>
                      <m:f>
                        <m:fPr>
                          <m:ctrlPr>
                            <a:rPr lang="en-MY" sz="1600" b="0" i="1" smtClean="0">
                              <a:solidFill>
                                <a:srgbClr val="000000"/>
                              </a:solidFill>
                              <a:latin typeface="Cambria Math" panose="02040503050406030204" pitchFamily="18" charset="0"/>
                            </a:rPr>
                          </m:ctrlPr>
                        </m:fPr>
                        <m:num>
                          <m:r>
                            <a:rPr lang="en-MY" sz="1600" b="0" i="1" smtClean="0">
                              <a:solidFill>
                                <a:srgbClr val="000000"/>
                              </a:solidFill>
                              <a:latin typeface="Cambria Math" panose="02040503050406030204" pitchFamily="18" charset="0"/>
                            </a:rPr>
                            <m:t>𝑥</m:t>
                          </m:r>
                          <m:r>
                            <a:rPr lang="en-MY" sz="1600" b="0" i="1" smtClean="0">
                              <a:solidFill>
                                <a:srgbClr val="000000"/>
                              </a:solidFill>
                              <a:latin typeface="Cambria Math" panose="02040503050406030204" pitchFamily="18" charset="0"/>
                            </a:rPr>
                            <m:t>−</m:t>
                          </m:r>
                          <m:r>
                            <a:rPr lang="en-MY" sz="1600" b="0" i="1" smtClean="0">
                              <a:solidFill>
                                <a:srgbClr val="000000"/>
                              </a:solidFill>
                              <a:latin typeface="Cambria Math" panose="02040503050406030204" pitchFamily="18" charset="0"/>
                            </a:rPr>
                            <m:t>2</m:t>
                          </m:r>
                        </m:num>
                        <m:den>
                          <m:r>
                            <a:rPr lang="en-MY" sz="1600" b="0" i="1" smtClean="0">
                              <a:solidFill>
                                <a:srgbClr val="000000"/>
                              </a:solidFill>
                              <a:latin typeface="Cambria Math" panose="02040503050406030204" pitchFamily="18" charset="0"/>
                            </a:rPr>
                            <m:t>4</m:t>
                          </m:r>
                        </m:den>
                      </m:f>
                      <m:r>
                        <a:rPr lang="en-MY" sz="1600" b="0" i="0" smtClean="0">
                          <a:solidFill>
                            <a:srgbClr val="000000"/>
                          </a:solidFill>
                          <a:latin typeface="Cambria Math" panose="02040503050406030204" pitchFamily="18" charset="0"/>
                        </a:rPr>
                        <m:t> </m:t>
                      </m:r>
                      <m:r>
                        <m:rPr>
                          <m:sty m:val="p"/>
                        </m:rPr>
                        <a:rPr lang="en-MY" sz="1600" b="0" i="0" smtClean="0">
                          <a:solidFill>
                            <a:srgbClr val="000000"/>
                          </a:solidFill>
                          <a:latin typeface="Cambria Math" panose="02040503050406030204" pitchFamily="18" charset="0"/>
                        </a:rPr>
                        <m:t>mol</m:t>
                      </m:r>
                      <m:r>
                        <a:rPr lang="en-MY" sz="1600" b="0" i="0" smtClean="0">
                          <a:solidFill>
                            <a:srgbClr val="000000"/>
                          </a:solidFill>
                          <a:latin typeface="Cambria Math" panose="02040503050406030204" pitchFamily="18" charset="0"/>
                        </a:rPr>
                        <m:t>/</m:t>
                      </m:r>
                      <m:r>
                        <m:rPr>
                          <m:sty m:val="p"/>
                        </m:rPr>
                        <a:rPr lang="en-MY" sz="1600" b="0" i="0" smtClean="0">
                          <a:solidFill>
                            <a:srgbClr val="000000"/>
                          </a:solidFill>
                          <a:latin typeface="Cambria Math" panose="02040503050406030204" pitchFamily="18" charset="0"/>
                        </a:rPr>
                        <m:t>dm</m:t>
                      </m:r>
                      <m:r>
                        <a:rPr lang="en-MY" sz="1600" b="0" i="0" baseline="30000" smtClean="0">
                          <a:solidFill>
                            <a:srgbClr val="000000"/>
                          </a:solidFill>
                          <a:latin typeface="Cambria Math" panose="02040503050406030204" pitchFamily="18" charset="0"/>
                        </a:rPr>
                        <m:t>3</m:t>
                      </m:r>
                    </m:oMath>
                  </m:oMathPara>
                </a14:m>
                <a:endParaRPr lang="en-GB" sz="1600" baseline="30000" dirty="0">
                  <a:solidFill>
                    <a:srgbClr val="000000"/>
                  </a:solidFill>
                  <a:latin typeface="Calibri" panose="020F0502020204030204" pitchFamily="34" charset="0"/>
                  <a:cs typeface="Calibri" panose="020F0502020204030204" pitchFamily="34" charset="0"/>
                </a:endParaRPr>
              </a:p>
              <a:p>
                <a:pPr>
                  <a:lnSpc>
                    <a:spcPct val="114000"/>
                  </a:lnSpc>
                  <a:spcBef>
                    <a:spcPts val="600"/>
                  </a:spcBef>
                </a:pPr>
                <a14:m>
                  <m:oMathPara xmlns:m="http://schemas.openxmlformats.org/officeDocument/2006/math">
                    <m:oMathParaPr>
                      <m:jc m:val="centerGroup"/>
                    </m:oMathParaPr>
                    <m:oMath xmlns:m="http://schemas.openxmlformats.org/officeDocument/2006/math">
                      <m:r>
                        <a:rPr lang="en-MY" sz="1600" b="0" i="1" smtClean="0">
                          <a:solidFill>
                            <a:srgbClr val="000000"/>
                          </a:solidFill>
                          <a:latin typeface="Cambria Math" panose="02040503050406030204" pitchFamily="18" charset="0"/>
                        </a:rPr>
                        <m:t>𝑐𝑜𝑛𝑐𝑒𝑛𝑡𝑟𝑎𝑡𝑖𝑜𝑛</m:t>
                      </m:r>
                      <m:r>
                        <a:rPr lang="en-MY" sz="1600" b="0" i="1" smtClean="0">
                          <a:solidFill>
                            <a:srgbClr val="000000"/>
                          </a:solidFill>
                          <a:latin typeface="Cambria Math" panose="02040503050406030204" pitchFamily="18" charset="0"/>
                        </a:rPr>
                        <m:t> </m:t>
                      </m:r>
                      <m:r>
                        <a:rPr lang="en-MY" sz="1600" b="0" i="1" smtClean="0">
                          <a:solidFill>
                            <a:srgbClr val="000000"/>
                          </a:solidFill>
                          <a:latin typeface="Cambria Math" panose="02040503050406030204" pitchFamily="18" charset="0"/>
                        </a:rPr>
                        <m:t>𝑜𝑓</m:t>
                      </m:r>
                      <m:r>
                        <a:rPr lang="en-MY" sz="1600" b="0" i="1" smtClean="0">
                          <a:solidFill>
                            <a:srgbClr val="000000"/>
                          </a:solidFill>
                          <a:latin typeface="Cambria Math" panose="02040503050406030204" pitchFamily="18" charset="0"/>
                        </a:rPr>
                        <m:t> </m:t>
                      </m:r>
                      <m:r>
                        <a:rPr lang="en-MY" sz="1600" b="0" i="1" smtClean="0">
                          <a:solidFill>
                            <a:srgbClr val="000000"/>
                          </a:solidFill>
                          <a:latin typeface="Cambria Math" panose="02040503050406030204" pitchFamily="18" charset="0"/>
                        </a:rPr>
                        <m:t>𝐻𝐶𝑁</m:t>
                      </m:r>
                      <m:r>
                        <a:rPr lang="en-MY" sz="1600" b="0" i="0" smtClean="0">
                          <a:solidFill>
                            <a:srgbClr val="000000"/>
                          </a:solidFill>
                          <a:latin typeface="Cambria Math" panose="02040503050406030204" pitchFamily="18" charset="0"/>
                        </a:rPr>
                        <m:t>=</m:t>
                      </m:r>
                      <m:f>
                        <m:fPr>
                          <m:ctrlPr>
                            <a:rPr lang="en-MY" sz="1600" b="0" i="1" smtClean="0">
                              <a:solidFill>
                                <a:srgbClr val="000000"/>
                              </a:solidFill>
                              <a:latin typeface="Cambria Math" panose="02040503050406030204" pitchFamily="18" charset="0"/>
                            </a:rPr>
                          </m:ctrlPr>
                        </m:fPr>
                        <m:num>
                          <m:r>
                            <a:rPr lang="en-MY" sz="1600" b="0" i="1" smtClean="0">
                              <a:solidFill>
                                <a:srgbClr val="000000"/>
                              </a:solidFill>
                              <a:latin typeface="Cambria Math" panose="02040503050406030204" pitchFamily="18" charset="0"/>
                            </a:rPr>
                            <m:t>3</m:t>
                          </m:r>
                        </m:num>
                        <m:den>
                          <m:r>
                            <a:rPr lang="en-MY" sz="1600" b="0" i="1" smtClean="0">
                              <a:solidFill>
                                <a:srgbClr val="000000"/>
                              </a:solidFill>
                              <a:latin typeface="Cambria Math" panose="02040503050406030204" pitchFamily="18" charset="0"/>
                            </a:rPr>
                            <m:t>4</m:t>
                          </m:r>
                        </m:den>
                      </m:f>
                      <m:r>
                        <a:rPr lang="en-MY" sz="1600" b="0" i="0" smtClean="0">
                          <a:solidFill>
                            <a:srgbClr val="000000"/>
                          </a:solidFill>
                          <a:latin typeface="Cambria Math" panose="02040503050406030204" pitchFamily="18" charset="0"/>
                        </a:rPr>
                        <m:t> </m:t>
                      </m:r>
                      <m:r>
                        <m:rPr>
                          <m:sty m:val="p"/>
                        </m:rPr>
                        <a:rPr lang="en-MY" sz="1600" b="0" i="0" smtClean="0">
                          <a:solidFill>
                            <a:srgbClr val="000000"/>
                          </a:solidFill>
                          <a:latin typeface="Cambria Math" panose="02040503050406030204" pitchFamily="18" charset="0"/>
                        </a:rPr>
                        <m:t>mol</m:t>
                      </m:r>
                      <m:r>
                        <a:rPr lang="en-MY" sz="1600" b="0" i="0" smtClean="0">
                          <a:solidFill>
                            <a:srgbClr val="000000"/>
                          </a:solidFill>
                          <a:latin typeface="Cambria Math" panose="02040503050406030204" pitchFamily="18" charset="0"/>
                        </a:rPr>
                        <m:t>/</m:t>
                      </m:r>
                      <m:r>
                        <m:rPr>
                          <m:sty m:val="p"/>
                        </m:rPr>
                        <a:rPr lang="en-MY" sz="1600" b="0" i="0" smtClean="0">
                          <a:solidFill>
                            <a:srgbClr val="000000"/>
                          </a:solidFill>
                          <a:latin typeface="Cambria Math" panose="02040503050406030204" pitchFamily="18" charset="0"/>
                        </a:rPr>
                        <m:t>dm</m:t>
                      </m:r>
                      <m:r>
                        <a:rPr lang="en-MY" sz="1600" b="0" i="0" baseline="30000" smtClean="0">
                          <a:solidFill>
                            <a:srgbClr val="000000"/>
                          </a:solidFill>
                          <a:latin typeface="Cambria Math" panose="02040503050406030204" pitchFamily="18" charset="0"/>
                        </a:rPr>
                        <m:t>3</m:t>
                      </m:r>
                    </m:oMath>
                  </m:oMathPara>
                </a14:m>
                <a:endParaRPr lang="en-GB" sz="1600" baseline="30000" dirty="0">
                  <a:solidFill>
                    <a:srgbClr val="000000"/>
                  </a:solidFill>
                  <a:latin typeface="Calibri" panose="020F0502020204030204" pitchFamily="34" charset="0"/>
                  <a:cs typeface="Calibri" panose="020F0502020204030204" pitchFamily="34" charset="0"/>
                </a:endParaRPr>
              </a:p>
              <a:p>
                <a:pPr>
                  <a:lnSpc>
                    <a:spcPct val="114000"/>
                  </a:lnSpc>
                  <a:spcBef>
                    <a:spcPts val="600"/>
                  </a:spcBef>
                </a:pPr>
                <a14:m>
                  <m:oMathPara xmlns:m="http://schemas.openxmlformats.org/officeDocument/2006/math">
                    <m:oMathParaPr>
                      <m:jc m:val="centerGroup"/>
                    </m:oMathParaPr>
                    <m:oMath xmlns:m="http://schemas.openxmlformats.org/officeDocument/2006/math">
                      <m:r>
                        <a:rPr lang="en-MY" sz="1600" b="0" i="1" smtClean="0">
                          <a:solidFill>
                            <a:srgbClr val="000000"/>
                          </a:solidFill>
                          <a:latin typeface="Cambria Math" panose="02040503050406030204" pitchFamily="18" charset="0"/>
                        </a:rPr>
                        <m:t>𝑐𝑜𝑛𝑐𝑒𝑛𝑡𝑟𝑎𝑡𝑖𝑜𝑛</m:t>
                      </m:r>
                      <m:r>
                        <a:rPr lang="en-MY" sz="1600" b="0" i="1" smtClean="0">
                          <a:solidFill>
                            <a:srgbClr val="000000"/>
                          </a:solidFill>
                          <a:latin typeface="Cambria Math" panose="02040503050406030204" pitchFamily="18" charset="0"/>
                        </a:rPr>
                        <m:t> </m:t>
                      </m:r>
                      <m:r>
                        <a:rPr lang="en-MY" sz="1600" b="0" i="1" smtClean="0">
                          <a:solidFill>
                            <a:srgbClr val="000000"/>
                          </a:solidFill>
                          <a:latin typeface="Cambria Math" panose="02040503050406030204" pitchFamily="18" charset="0"/>
                        </a:rPr>
                        <m:t>𝑜𝑓</m:t>
                      </m:r>
                      <m:r>
                        <m:rPr>
                          <m:nor/>
                        </m:rPr>
                        <a:rPr lang="en-IN" sz="1600" dirty="0">
                          <a:solidFill>
                            <a:srgbClr val="000000"/>
                          </a:solidFill>
                          <a:latin typeface="Calibri" panose="020F0502020204030204" pitchFamily="34" charset="0"/>
                          <a:cs typeface="Calibri" panose="020F0502020204030204" pitchFamily="34" charset="0"/>
                        </a:rPr>
                        <m:t>CH</m:t>
                      </m:r>
                      <m:r>
                        <m:rPr>
                          <m:nor/>
                        </m:rPr>
                        <a:rPr lang="en-IN" sz="1600" baseline="-25000" dirty="0">
                          <a:solidFill>
                            <a:srgbClr val="000000"/>
                          </a:solidFill>
                          <a:latin typeface="Calibri" panose="020F0502020204030204" pitchFamily="34" charset="0"/>
                          <a:cs typeface="Calibri" panose="020F0502020204030204" pitchFamily="34" charset="0"/>
                        </a:rPr>
                        <m:t>3</m:t>
                      </m:r>
                      <m:r>
                        <m:rPr>
                          <m:nor/>
                        </m:rPr>
                        <a:rPr lang="en-IN" sz="1600" dirty="0">
                          <a:solidFill>
                            <a:srgbClr val="000000"/>
                          </a:solidFill>
                          <a:latin typeface="Calibri" panose="020F0502020204030204" pitchFamily="34" charset="0"/>
                          <a:cs typeface="Calibri" panose="020F0502020204030204" pitchFamily="34" charset="0"/>
                        </a:rPr>
                        <m:t>C</m:t>
                      </m:r>
                      <m:r>
                        <m:rPr>
                          <m:nor/>
                        </m:rPr>
                        <a:rPr lang="en-IN" sz="1600" dirty="0">
                          <a:solidFill>
                            <a:srgbClr val="000000"/>
                          </a:solidFill>
                          <a:latin typeface="Calibri" panose="020F0502020204030204" pitchFamily="34" charset="0"/>
                          <a:cs typeface="Calibri" panose="020F0502020204030204" pitchFamily="34" charset="0"/>
                        </a:rPr>
                        <m:t>(</m:t>
                      </m:r>
                      <m:r>
                        <m:rPr>
                          <m:nor/>
                        </m:rPr>
                        <a:rPr lang="en-IN" sz="1600" dirty="0">
                          <a:solidFill>
                            <a:srgbClr val="000000"/>
                          </a:solidFill>
                          <a:latin typeface="Calibri" panose="020F0502020204030204" pitchFamily="34" charset="0"/>
                          <a:cs typeface="Calibri" panose="020F0502020204030204" pitchFamily="34" charset="0"/>
                        </a:rPr>
                        <m:t>OH</m:t>
                      </m:r>
                      <m:r>
                        <m:rPr>
                          <m:nor/>
                        </m:rPr>
                        <a:rPr lang="en-IN" sz="1600" dirty="0">
                          <a:solidFill>
                            <a:srgbClr val="000000"/>
                          </a:solidFill>
                          <a:latin typeface="Calibri" panose="020F0502020204030204" pitchFamily="34" charset="0"/>
                          <a:cs typeface="Calibri" panose="020F0502020204030204" pitchFamily="34" charset="0"/>
                        </a:rPr>
                        <m:t>)(</m:t>
                      </m:r>
                      <m:r>
                        <m:rPr>
                          <m:nor/>
                        </m:rPr>
                        <a:rPr lang="en-IN" sz="1600" dirty="0">
                          <a:solidFill>
                            <a:srgbClr val="000000"/>
                          </a:solidFill>
                          <a:latin typeface="Calibri" panose="020F0502020204030204" pitchFamily="34" charset="0"/>
                          <a:cs typeface="Calibri" panose="020F0502020204030204" pitchFamily="34" charset="0"/>
                        </a:rPr>
                        <m:t>CN</m:t>
                      </m:r>
                      <m:r>
                        <m:rPr>
                          <m:nor/>
                        </m:rPr>
                        <a:rPr lang="en-IN" sz="1600" dirty="0">
                          <a:solidFill>
                            <a:srgbClr val="000000"/>
                          </a:solidFill>
                          <a:latin typeface="Calibri" panose="020F0502020204030204" pitchFamily="34" charset="0"/>
                          <a:cs typeface="Calibri" panose="020F0502020204030204" pitchFamily="34" charset="0"/>
                        </a:rPr>
                        <m:t>)(</m:t>
                      </m:r>
                      <m:r>
                        <m:rPr>
                          <m:nor/>
                        </m:rPr>
                        <a:rPr lang="en-IN" sz="1600" dirty="0">
                          <a:solidFill>
                            <a:srgbClr val="000000"/>
                          </a:solidFill>
                          <a:latin typeface="Calibri" panose="020F0502020204030204" pitchFamily="34" charset="0"/>
                          <a:cs typeface="Calibri" panose="020F0502020204030204" pitchFamily="34" charset="0"/>
                        </a:rPr>
                        <m:t>CH</m:t>
                      </m:r>
                      <m:r>
                        <m:rPr>
                          <m:nor/>
                        </m:rPr>
                        <a:rPr lang="en-IN" sz="1600" baseline="-25000" dirty="0">
                          <a:solidFill>
                            <a:srgbClr val="000000"/>
                          </a:solidFill>
                          <a:latin typeface="Calibri" panose="020F0502020204030204" pitchFamily="34" charset="0"/>
                          <a:cs typeface="Calibri" panose="020F0502020204030204" pitchFamily="34" charset="0"/>
                        </a:rPr>
                        <m:t>3</m:t>
                      </m:r>
                      <m:r>
                        <m:rPr>
                          <m:nor/>
                        </m:rPr>
                        <a:rPr lang="en-IN" sz="1600" dirty="0">
                          <a:solidFill>
                            <a:srgbClr val="000000"/>
                          </a:solidFill>
                          <a:latin typeface="Calibri" panose="020F0502020204030204" pitchFamily="34" charset="0"/>
                          <a:cs typeface="Calibri" panose="020F0502020204030204" pitchFamily="34" charset="0"/>
                        </a:rPr>
                        <m:t>)</m:t>
                      </m:r>
                      <m:r>
                        <a:rPr lang="en-MY" sz="1600" b="0" i="0" smtClean="0">
                          <a:solidFill>
                            <a:srgbClr val="000000"/>
                          </a:solidFill>
                          <a:latin typeface="Cambria Math" panose="02040503050406030204" pitchFamily="18" charset="0"/>
                        </a:rPr>
                        <m:t>=</m:t>
                      </m:r>
                      <m:f>
                        <m:fPr>
                          <m:ctrlPr>
                            <a:rPr lang="en-MY" sz="1600" b="0" i="1" smtClean="0">
                              <a:solidFill>
                                <a:srgbClr val="000000"/>
                              </a:solidFill>
                              <a:latin typeface="Cambria Math" panose="02040503050406030204" pitchFamily="18" charset="0"/>
                            </a:rPr>
                          </m:ctrlPr>
                        </m:fPr>
                        <m:num>
                          <m:r>
                            <a:rPr lang="en-MY" sz="1600" b="0" i="1" smtClean="0">
                              <a:solidFill>
                                <a:srgbClr val="000000"/>
                              </a:solidFill>
                              <a:latin typeface="Cambria Math" panose="02040503050406030204" pitchFamily="18" charset="0"/>
                            </a:rPr>
                            <m:t>2</m:t>
                          </m:r>
                        </m:num>
                        <m:den>
                          <m:r>
                            <a:rPr lang="en-MY" sz="1600" b="0" i="1" smtClean="0">
                              <a:solidFill>
                                <a:srgbClr val="000000"/>
                              </a:solidFill>
                              <a:latin typeface="Cambria Math" panose="02040503050406030204" pitchFamily="18" charset="0"/>
                            </a:rPr>
                            <m:t>4</m:t>
                          </m:r>
                        </m:den>
                      </m:f>
                      <m:r>
                        <a:rPr lang="en-MY" sz="1600" b="0" i="0" smtClean="0">
                          <a:solidFill>
                            <a:srgbClr val="000000"/>
                          </a:solidFill>
                          <a:latin typeface="Cambria Math" panose="02040503050406030204" pitchFamily="18" charset="0"/>
                        </a:rPr>
                        <m:t> </m:t>
                      </m:r>
                      <m:r>
                        <m:rPr>
                          <m:sty m:val="p"/>
                        </m:rPr>
                        <a:rPr lang="en-MY" sz="1600" b="0" i="0" smtClean="0">
                          <a:solidFill>
                            <a:srgbClr val="000000"/>
                          </a:solidFill>
                          <a:latin typeface="Cambria Math" panose="02040503050406030204" pitchFamily="18" charset="0"/>
                        </a:rPr>
                        <m:t>mol</m:t>
                      </m:r>
                      <m:r>
                        <a:rPr lang="en-MY" sz="1600" b="0" i="0" smtClean="0">
                          <a:solidFill>
                            <a:srgbClr val="000000"/>
                          </a:solidFill>
                          <a:latin typeface="Cambria Math" panose="02040503050406030204" pitchFamily="18" charset="0"/>
                        </a:rPr>
                        <m:t>/</m:t>
                      </m:r>
                      <m:r>
                        <m:rPr>
                          <m:sty m:val="p"/>
                        </m:rPr>
                        <a:rPr lang="en-MY" sz="1600" b="0" i="0" smtClean="0">
                          <a:solidFill>
                            <a:srgbClr val="000000"/>
                          </a:solidFill>
                          <a:latin typeface="Cambria Math" panose="02040503050406030204" pitchFamily="18" charset="0"/>
                        </a:rPr>
                        <m:t>dm</m:t>
                      </m:r>
                      <m:r>
                        <a:rPr lang="en-MY" sz="1600" b="0" i="0" baseline="30000" smtClean="0">
                          <a:solidFill>
                            <a:srgbClr val="000000"/>
                          </a:solidFill>
                          <a:latin typeface="Cambria Math" panose="02040503050406030204" pitchFamily="18" charset="0"/>
                        </a:rPr>
                        <m:t>3</m:t>
                      </m:r>
                    </m:oMath>
                  </m:oMathPara>
                </a14:m>
                <a:endParaRPr lang="en-GB" sz="1600" baseline="30000" dirty="0">
                  <a:solidFill>
                    <a:srgbClr val="000000"/>
                  </a:solidFill>
                  <a:latin typeface="Calibri" panose="020F0502020204030204" pitchFamily="34" charset="0"/>
                  <a:cs typeface="Calibri" panose="020F0502020204030204" pitchFamily="34" charset="0"/>
                </a:endParaRPr>
              </a:p>
            </p:txBody>
          </p:sp>
        </mc:Choice>
        <mc:Fallback xmlns="">
          <p:sp>
            <p:nvSpPr>
              <p:cNvPr id="3" name="TextBox 2">
                <a:extLst>
                  <a:ext uri="{FF2B5EF4-FFF2-40B4-BE49-F238E27FC236}">
                    <a16:creationId xmlns:a16="http://schemas.microsoft.com/office/drawing/2014/main" id="{1128D103-2AC0-403A-9610-884BD38DC361}"/>
                  </a:ext>
                </a:extLst>
              </p:cNvPr>
              <p:cNvSpPr txBox="1">
                <a:spLocks noRot="1" noChangeAspect="1" noMove="1" noResize="1" noEditPoints="1" noAdjustHandles="1" noChangeArrowheads="1" noChangeShapeType="1" noTextEdit="1"/>
              </p:cNvSpPr>
              <p:nvPr/>
            </p:nvSpPr>
            <p:spPr>
              <a:xfrm>
                <a:off x="350054" y="1835875"/>
                <a:ext cx="4689389" cy="1949829"/>
              </a:xfrm>
              <a:prstGeom prst="rect">
                <a:avLst/>
              </a:prstGeom>
              <a:blipFill>
                <a:blip r:embed="rId3"/>
                <a:stretch>
                  <a:fillRect l="-649" t="-625"/>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2732C0FD-93CE-46F9-80FA-0987E92FF7E0}"/>
                  </a:ext>
                </a:extLst>
              </p:cNvPr>
              <p:cNvSpPr txBox="1"/>
              <p:nvPr/>
            </p:nvSpPr>
            <p:spPr>
              <a:xfrm>
                <a:off x="5941192" y="1629718"/>
                <a:ext cx="3202808" cy="3513782"/>
              </a:xfrm>
              <a:prstGeom prst="rect">
                <a:avLst/>
              </a:prstGeom>
              <a:noFill/>
            </p:spPr>
            <p:txBody>
              <a:bodyPr wrap="square" rtlCol="0">
                <a:spAutoFit/>
              </a:bodyPr>
              <a:lstStyle/>
              <a:p>
                <a:pPr>
                  <a:lnSpc>
                    <a:spcPct val="117000"/>
                  </a:lnSpc>
                  <a:spcBef>
                    <a:spcPts val="600"/>
                  </a:spcBef>
                </a:pPr>
                <a14:m>
                  <m:oMathPara xmlns:m="http://schemas.openxmlformats.org/officeDocument/2006/math">
                    <m:oMathParaPr>
                      <m:jc m:val="centerGroup"/>
                    </m:oMathParaPr>
                    <m:oMath xmlns:m="http://schemas.openxmlformats.org/officeDocument/2006/math">
                      <m:sSub>
                        <m:sSubPr>
                          <m:ctrlPr>
                            <a:rPr lang="ar-AE" sz="1400" i="1" smtClean="0">
                              <a:solidFill>
                                <a:srgbClr val="000000"/>
                              </a:solidFill>
                              <a:latin typeface="Cambria Math" panose="02040503050406030204" pitchFamily="18" charset="0"/>
                            </a:rPr>
                          </m:ctrlPr>
                        </m:sSubPr>
                        <m:e>
                          <m:r>
                            <a:rPr lang="ar-AE" sz="1400" i="1">
                              <a:solidFill>
                                <a:srgbClr val="000000"/>
                              </a:solidFill>
                              <a:latin typeface="Cambria Math" panose="02040503050406030204" pitchFamily="18" charset="0"/>
                            </a:rPr>
                            <m:t>𝐾</m:t>
                          </m:r>
                        </m:e>
                        <m:sub>
                          <m:r>
                            <a:rPr lang="ar-AE" sz="1400" i="1">
                              <a:solidFill>
                                <a:srgbClr val="000000"/>
                              </a:solidFill>
                              <a:latin typeface="Cambria Math" panose="02040503050406030204" pitchFamily="18" charset="0"/>
                            </a:rPr>
                            <m:t>𝑐</m:t>
                          </m:r>
                        </m:sub>
                      </m:sSub>
                      <m:r>
                        <a:rPr lang="ar-AE" sz="1400" i="1">
                          <a:solidFill>
                            <a:srgbClr val="000000"/>
                          </a:solidFill>
                          <a:latin typeface="Cambria Math" panose="02040503050406030204" pitchFamily="18" charset="0"/>
                        </a:rPr>
                        <m:t>=</m:t>
                      </m:r>
                      <m:f>
                        <m:fPr>
                          <m:ctrlPr>
                            <a:rPr lang="ar-AE" sz="1400" i="1">
                              <a:solidFill>
                                <a:srgbClr val="000000"/>
                              </a:solidFill>
                              <a:latin typeface="Cambria Math" panose="02040503050406030204" pitchFamily="18" charset="0"/>
                            </a:rPr>
                          </m:ctrlPr>
                        </m:fPr>
                        <m:num>
                          <m:r>
                            <a:rPr lang="ar-AE" sz="1400" i="1">
                              <a:solidFill>
                                <a:srgbClr val="000000"/>
                              </a:solidFill>
                              <a:latin typeface="Cambria Math" panose="02040503050406030204" pitchFamily="18" charset="0"/>
                            </a:rPr>
                            <m:t>[</m:t>
                          </m:r>
                          <m:r>
                            <m:rPr>
                              <m:sty m:val="p"/>
                            </m:rPr>
                            <a:rPr lang="en-IN" sz="1400">
                              <a:solidFill>
                                <a:srgbClr val="000000"/>
                              </a:solidFill>
                              <a:latin typeface="Cambria Math" panose="02040503050406030204" pitchFamily="18" charset="0"/>
                            </a:rPr>
                            <m:t>C</m:t>
                          </m:r>
                          <m:sSub>
                            <m:sSubPr>
                              <m:ctrlPr>
                                <a:rPr lang="ar-AE" sz="1400" i="1">
                                  <a:solidFill>
                                    <a:srgbClr val="000000"/>
                                  </a:solidFill>
                                  <a:latin typeface="Cambria Math" panose="02040503050406030204" pitchFamily="18" charset="0"/>
                                </a:rPr>
                              </m:ctrlPr>
                            </m:sSubPr>
                            <m:e>
                              <m:r>
                                <a:rPr lang="ar-AE" sz="1400" i="1">
                                  <a:solidFill>
                                    <a:srgbClr val="000000"/>
                                  </a:solidFill>
                                  <a:latin typeface="Cambria Math" panose="02040503050406030204" pitchFamily="18" charset="0"/>
                                </a:rPr>
                                <m:t>𝐻</m:t>
                              </m:r>
                            </m:e>
                            <m:sub>
                              <m:r>
                                <a:rPr lang="ar-AE" sz="1400" i="1">
                                  <a:solidFill>
                                    <a:srgbClr val="000000"/>
                                  </a:solidFill>
                                  <a:latin typeface="Cambria Math" panose="02040503050406030204" pitchFamily="18" charset="0"/>
                                </a:rPr>
                                <m:t>3</m:t>
                              </m:r>
                            </m:sub>
                          </m:sSub>
                          <m:r>
                            <m:rPr>
                              <m:sty m:val="p"/>
                            </m:rPr>
                            <a:rPr lang="en-IN" sz="1400">
                              <a:solidFill>
                                <a:srgbClr val="000000"/>
                              </a:solidFill>
                              <a:latin typeface="Cambria Math" panose="02040503050406030204" pitchFamily="18" charset="0"/>
                            </a:rPr>
                            <m:t>C</m:t>
                          </m:r>
                          <m:d>
                            <m:dPr>
                              <m:ctrlPr>
                                <a:rPr lang="ar-AE" sz="1400" i="1">
                                  <a:solidFill>
                                    <a:srgbClr val="000000"/>
                                  </a:solidFill>
                                  <a:latin typeface="Cambria Math" panose="02040503050406030204" pitchFamily="18" charset="0"/>
                                </a:rPr>
                              </m:ctrlPr>
                            </m:dPr>
                            <m:e>
                              <m:r>
                                <m:rPr>
                                  <m:sty m:val="p"/>
                                </m:rPr>
                                <a:rPr lang="en-IN" sz="1400">
                                  <a:solidFill>
                                    <a:srgbClr val="000000"/>
                                  </a:solidFill>
                                  <a:latin typeface="Cambria Math" panose="02040503050406030204" pitchFamily="18" charset="0"/>
                                </a:rPr>
                                <m:t>OH</m:t>
                              </m:r>
                            </m:e>
                          </m:d>
                          <m:d>
                            <m:dPr>
                              <m:ctrlPr>
                                <a:rPr lang="ar-AE" sz="1400" i="1">
                                  <a:solidFill>
                                    <a:srgbClr val="000000"/>
                                  </a:solidFill>
                                  <a:latin typeface="Cambria Math" panose="02040503050406030204" pitchFamily="18" charset="0"/>
                                </a:rPr>
                              </m:ctrlPr>
                            </m:dPr>
                            <m:e>
                              <m:r>
                                <m:rPr>
                                  <m:sty m:val="p"/>
                                </m:rPr>
                                <a:rPr lang="en-IN" sz="1400">
                                  <a:solidFill>
                                    <a:srgbClr val="000000"/>
                                  </a:solidFill>
                                  <a:latin typeface="Cambria Math" panose="02040503050406030204" pitchFamily="18" charset="0"/>
                                </a:rPr>
                                <m:t>CN</m:t>
                              </m:r>
                            </m:e>
                          </m:d>
                          <m:d>
                            <m:dPr>
                              <m:ctrlPr>
                                <a:rPr lang="ar-AE" sz="1400" i="1">
                                  <a:solidFill>
                                    <a:srgbClr val="000000"/>
                                  </a:solidFill>
                                  <a:latin typeface="Cambria Math" panose="02040503050406030204" pitchFamily="18" charset="0"/>
                                </a:rPr>
                              </m:ctrlPr>
                            </m:dPr>
                            <m:e>
                              <m:r>
                                <m:rPr>
                                  <m:sty m:val="p"/>
                                </m:rPr>
                                <a:rPr lang="en-IN" sz="1400">
                                  <a:solidFill>
                                    <a:srgbClr val="000000"/>
                                  </a:solidFill>
                                  <a:latin typeface="Cambria Math" panose="02040503050406030204" pitchFamily="18" charset="0"/>
                                </a:rPr>
                                <m:t>C</m:t>
                              </m:r>
                              <m:sSub>
                                <m:sSubPr>
                                  <m:ctrlPr>
                                    <a:rPr lang="ar-AE" sz="1400" i="1">
                                      <a:solidFill>
                                        <a:srgbClr val="000000"/>
                                      </a:solidFill>
                                      <a:latin typeface="Cambria Math" panose="02040503050406030204" pitchFamily="18" charset="0"/>
                                    </a:rPr>
                                  </m:ctrlPr>
                                </m:sSubPr>
                                <m:e>
                                  <m:r>
                                    <a:rPr lang="ar-AE" sz="1400" i="1">
                                      <a:solidFill>
                                        <a:srgbClr val="000000"/>
                                      </a:solidFill>
                                      <a:latin typeface="Cambria Math" panose="02040503050406030204" pitchFamily="18" charset="0"/>
                                    </a:rPr>
                                    <m:t>𝐻</m:t>
                                  </m:r>
                                </m:e>
                                <m:sub>
                                  <m:r>
                                    <a:rPr lang="ar-AE" sz="1400" i="1">
                                      <a:solidFill>
                                        <a:srgbClr val="000000"/>
                                      </a:solidFill>
                                      <a:latin typeface="Cambria Math" panose="02040503050406030204" pitchFamily="18" charset="0"/>
                                    </a:rPr>
                                    <m:t>3</m:t>
                                  </m:r>
                                </m:sub>
                              </m:sSub>
                            </m:e>
                          </m:d>
                          <m:r>
                            <a:rPr lang="ar-AE" sz="1400" i="1">
                              <a:solidFill>
                                <a:srgbClr val="000000"/>
                              </a:solidFill>
                              <a:latin typeface="Cambria Math" panose="02040503050406030204" pitchFamily="18" charset="0"/>
                            </a:rPr>
                            <m:t>]</m:t>
                          </m:r>
                        </m:num>
                        <m:den>
                          <m:d>
                            <m:dPr>
                              <m:begChr m:val="["/>
                              <m:endChr m:val="]"/>
                              <m:ctrlPr>
                                <a:rPr lang="ar-AE" sz="1400" i="1">
                                  <a:solidFill>
                                    <a:srgbClr val="000000"/>
                                  </a:solidFill>
                                  <a:latin typeface="Cambria Math" panose="02040503050406030204" pitchFamily="18" charset="0"/>
                                </a:rPr>
                              </m:ctrlPr>
                            </m:dPr>
                            <m:e>
                              <m:r>
                                <a:rPr lang="ar-AE" sz="1400" i="1">
                                  <a:solidFill>
                                    <a:srgbClr val="000000"/>
                                  </a:solidFill>
                                  <a:latin typeface="Cambria Math" panose="02040503050406030204" pitchFamily="18" charset="0"/>
                                </a:rPr>
                                <m:t>𝐶</m:t>
                              </m:r>
                              <m:sSub>
                                <m:sSubPr>
                                  <m:ctrlPr>
                                    <a:rPr lang="ar-AE" sz="1400" i="1">
                                      <a:solidFill>
                                        <a:srgbClr val="000000"/>
                                      </a:solidFill>
                                      <a:latin typeface="Cambria Math" panose="02040503050406030204" pitchFamily="18" charset="0"/>
                                    </a:rPr>
                                  </m:ctrlPr>
                                </m:sSubPr>
                                <m:e>
                                  <m:r>
                                    <a:rPr lang="ar-AE" sz="1400" i="1">
                                      <a:solidFill>
                                        <a:srgbClr val="000000"/>
                                      </a:solidFill>
                                      <a:latin typeface="Cambria Math" panose="02040503050406030204" pitchFamily="18" charset="0"/>
                                    </a:rPr>
                                    <m:t>𝐻</m:t>
                                  </m:r>
                                </m:e>
                                <m:sub>
                                  <m:r>
                                    <a:rPr lang="ar-AE" sz="1400" i="1">
                                      <a:solidFill>
                                        <a:srgbClr val="000000"/>
                                      </a:solidFill>
                                      <a:latin typeface="Cambria Math" panose="02040503050406030204" pitchFamily="18" charset="0"/>
                                    </a:rPr>
                                    <m:t>3</m:t>
                                  </m:r>
                                </m:sub>
                              </m:sSub>
                              <m:r>
                                <a:rPr lang="ar-AE" sz="1400" i="1">
                                  <a:solidFill>
                                    <a:srgbClr val="000000"/>
                                  </a:solidFill>
                                  <a:latin typeface="Cambria Math" panose="02040503050406030204" pitchFamily="18" charset="0"/>
                                </a:rPr>
                                <m:t>𝐶𝑂𝐶</m:t>
                              </m:r>
                              <m:sSub>
                                <m:sSubPr>
                                  <m:ctrlPr>
                                    <a:rPr lang="ar-AE" sz="1400" i="1">
                                      <a:solidFill>
                                        <a:srgbClr val="000000"/>
                                      </a:solidFill>
                                      <a:latin typeface="Cambria Math" panose="02040503050406030204" pitchFamily="18" charset="0"/>
                                    </a:rPr>
                                  </m:ctrlPr>
                                </m:sSubPr>
                                <m:e>
                                  <m:r>
                                    <a:rPr lang="ar-AE" sz="1400" i="1">
                                      <a:solidFill>
                                        <a:srgbClr val="000000"/>
                                      </a:solidFill>
                                      <a:latin typeface="Cambria Math" panose="02040503050406030204" pitchFamily="18" charset="0"/>
                                    </a:rPr>
                                    <m:t>𝐻</m:t>
                                  </m:r>
                                </m:e>
                                <m:sub>
                                  <m:r>
                                    <a:rPr lang="ar-AE" sz="1400" i="1">
                                      <a:solidFill>
                                        <a:srgbClr val="000000"/>
                                      </a:solidFill>
                                      <a:latin typeface="Cambria Math" panose="02040503050406030204" pitchFamily="18" charset="0"/>
                                    </a:rPr>
                                    <m:t>3</m:t>
                                  </m:r>
                                </m:sub>
                              </m:sSub>
                            </m:e>
                          </m:d>
                          <m:d>
                            <m:dPr>
                              <m:begChr m:val="["/>
                              <m:endChr m:val="]"/>
                              <m:ctrlPr>
                                <a:rPr lang="ar-AE" sz="1400" i="1">
                                  <a:solidFill>
                                    <a:srgbClr val="000000"/>
                                  </a:solidFill>
                                  <a:latin typeface="Cambria Math" panose="02040503050406030204" pitchFamily="18" charset="0"/>
                                </a:rPr>
                              </m:ctrlPr>
                            </m:dPr>
                            <m:e>
                              <m:r>
                                <a:rPr lang="ar-AE" sz="1400" i="1">
                                  <a:solidFill>
                                    <a:srgbClr val="000000"/>
                                  </a:solidFill>
                                  <a:latin typeface="Cambria Math" panose="02040503050406030204" pitchFamily="18" charset="0"/>
                                </a:rPr>
                                <m:t>𝐻𝐶𝑁</m:t>
                              </m:r>
                            </m:e>
                          </m:d>
                        </m:den>
                      </m:f>
                    </m:oMath>
                  </m:oMathPara>
                </a14:m>
                <a:endParaRPr lang="en-MY" sz="1400" dirty="0">
                  <a:solidFill>
                    <a:srgbClr val="000000"/>
                  </a:solidFill>
                  <a:latin typeface="+mj-lt"/>
                </a:endParaRPr>
              </a:p>
              <a:p>
                <a:pPr>
                  <a:lnSpc>
                    <a:spcPct val="117000"/>
                  </a:lnSpc>
                  <a:spcBef>
                    <a:spcPts val="600"/>
                  </a:spcBef>
                </a:pPr>
                <a14:m>
                  <m:oMathPara xmlns:m="http://schemas.openxmlformats.org/officeDocument/2006/math">
                    <m:oMathParaPr>
                      <m:jc m:val="centerGroup"/>
                    </m:oMathParaPr>
                    <m:oMath xmlns:m="http://schemas.openxmlformats.org/officeDocument/2006/math">
                      <m:r>
                        <a:rPr lang="en-MY" sz="1400" b="0" i="1" smtClean="0">
                          <a:solidFill>
                            <a:srgbClr val="000000"/>
                          </a:solidFill>
                          <a:latin typeface="Cambria Math" panose="02040503050406030204" pitchFamily="18" charset="0"/>
                        </a:rPr>
                        <m:t>40</m:t>
                      </m:r>
                      <m:r>
                        <a:rPr lang="en-MY" sz="1400" b="0" i="1" smtClean="0">
                          <a:solidFill>
                            <a:srgbClr val="000000"/>
                          </a:solidFill>
                          <a:latin typeface="Cambria Math" panose="02040503050406030204" pitchFamily="18" charset="0"/>
                        </a:rPr>
                        <m:t> =</m:t>
                      </m:r>
                      <m:f>
                        <m:fPr>
                          <m:ctrlPr>
                            <a:rPr lang="ar-AE" sz="1400" i="1">
                              <a:solidFill>
                                <a:srgbClr val="000000"/>
                              </a:solidFill>
                              <a:latin typeface="Cambria Math" panose="02040503050406030204" pitchFamily="18" charset="0"/>
                            </a:rPr>
                          </m:ctrlPr>
                        </m:fPr>
                        <m:num>
                          <m:f>
                            <m:fPr>
                              <m:ctrlPr>
                                <a:rPr lang="en-MY" i="1">
                                  <a:solidFill>
                                    <a:srgbClr val="000000"/>
                                  </a:solidFill>
                                  <a:latin typeface="Cambria Math" panose="02040503050406030204" pitchFamily="18" charset="0"/>
                                </a:rPr>
                              </m:ctrlPr>
                            </m:fPr>
                            <m:num>
                              <m:r>
                                <a:rPr lang="en-MY" b="0" i="1" smtClean="0">
                                  <a:solidFill>
                                    <a:srgbClr val="000000"/>
                                  </a:solidFill>
                                  <a:latin typeface="Cambria Math" panose="02040503050406030204" pitchFamily="18" charset="0"/>
                                </a:rPr>
                                <m:t>2</m:t>
                              </m:r>
                            </m:num>
                            <m:den>
                              <m:r>
                                <a:rPr lang="en-MY" b="0" i="1" smtClean="0">
                                  <a:solidFill>
                                    <a:srgbClr val="000000"/>
                                  </a:solidFill>
                                  <a:latin typeface="Cambria Math" panose="02040503050406030204" pitchFamily="18" charset="0"/>
                                </a:rPr>
                                <m:t>4</m:t>
                              </m:r>
                            </m:den>
                          </m:f>
                        </m:num>
                        <m:den>
                          <m:d>
                            <m:dPr>
                              <m:begChr m:val="["/>
                              <m:endChr m:val="]"/>
                              <m:ctrlPr>
                                <a:rPr lang="ar-AE" sz="1400" i="1" smtClean="0">
                                  <a:solidFill>
                                    <a:srgbClr val="000000"/>
                                  </a:solidFill>
                                  <a:latin typeface="Cambria Math" panose="02040503050406030204" pitchFamily="18" charset="0"/>
                                </a:rPr>
                              </m:ctrlPr>
                            </m:dPr>
                            <m:e>
                              <m:f>
                                <m:fPr>
                                  <m:ctrlPr>
                                    <a:rPr lang="en-MY" i="1">
                                      <a:solidFill>
                                        <a:srgbClr val="000000"/>
                                      </a:solidFill>
                                      <a:latin typeface="Cambria Math" panose="02040503050406030204" pitchFamily="18" charset="0"/>
                                    </a:rPr>
                                  </m:ctrlPr>
                                </m:fPr>
                                <m:num>
                                  <m:r>
                                    <a:rPr lang="en-MY" i="1">
                                      <a:solidFill>
                                        <a:srgbClr val="000000"/>
                                      </a:solidFill>
                                      <a:latin typeface="Cambria Math" panose="02040503050406030204" pitchFamily="18" charset="0"/>
                                    </a:rPr>
                                    <m:t>𝑥</m:t>
                                  </m:r>
                                  <m:r>
                                    <a:rPr lang="en-MY" i="1">
                                      <a:solidFill>
                                        <a:srgbClr val="000000"/>
                                      </a:solidFill>
                                      <a:latin typeface="Cambria Math" panose="02040503050406030204" pitchFamily="18" charset="0"/>
                                    </a:rPr>
                                    <m:t>−</m:t>
                                  </m:r>
                                  <m:r>
                                    <a:rPr lang="en-MY" i="1">
                                      <a:solidFill>
                                        <a:srgbClr val="000000"/>
                                      </a:solidFill>
                                      <a:latin typeface="Cambria Math" panose="02040503050406030204" pitchFamily="18" charset="0"/>
                                    </a:rPr>
                                    <m:t>2</m:t>
                                  </m:r>
                                </m:num>
                                <m:den>
                                  <m:r>
                                    <a:rPr lang="en-MY" i="1">
                                      <a:solidFill>
                                        <a:srgbClr val="000000"/>
                                      </a:solidFill>
                                      <a:latin typeface="Cambria Math" panose="02040503050406030204" pitchFamily="18" charset="0"/>
                                    </a:rPr>
                                    <m:t>4</m:t>
                                  </m:r>
                                </m:den>
                              </m:f>
                            </m:e>
                          </m:d>
                          <m:f>
                            <m:fPr>
                              <m:ctrlPr>
                                <a:rPr lang="en-MY" i="1">
                                  <a:solidFill>
                                    <a:srgbClr val="000000"/>
                                  </a:solidFill>
                                  <a:latin typeface="Cambria Math" panose="02040503050406030204" pitchFamily="18" charset="0"/>
                                </a:rPr>
                              </m:ctrlPr>
                            </m:fPr>
                            <m:num>
                              <m:r>
                                <a:rPr lang="en-MY" b="0" i="1" smtClean="0">
                                  <a:solidFill>
                                    <a:srgbClr val="000000"/>
                                  </a:solidFill>
                                  <a:latin typeface="Cambria Math" panose="02040503050406030204" pitchFamily="18" charset="0"/>
                                </a:rPr>
                                <m:t>3</m:t>
                              </m:r>
                            </m:num>
                            <m:den>
                              <m:r>
                                <a:rPr lang="en-MY" b="0" i="1" smtClean="0">
                                  <a:solidFill>
                                    <a:srgbClr val="000000"/>
                                  </a:solidFill>
                                  <a:latin typeface="Cambria Math" panose="02040503050406030204" pitchFamily="18" charset="0"/>
                                </a:rPr>
                                <m:t>4</m:t>
                              </m:r>
                            </m:den>
                          </m:f>
                        </m:den>
                      </m:f>
                    </m:oMath>
                  </m:oMathPara>
                </a14:m>
                <a:endParaRPr lang="en-MY" sz="1400" dirty="0">
                  <a:solidFill>
                    <a:srgbClr val="000000"/>
                  </a:solidFill>
                  <a:latin typeface="+mj-lt"/>
                </a:endParaRPr>
              </a:p>
              <a:p>
                <a:pPr>
                  <a:lnSpc>
                    <a:spcPct val="117000"/>
                  </a:lnSpc>
                  <a:spcBef>
                    <a:spcPts val="600"/>
                  </a:spcBef>
                </a:pPr>
                <a14:m>
                  <m:oMathPara xmlns:m="http://schemas.openxmlformats.org/officeDocument/2006/math">
                    <m:oMathParaPr>
                      <m:jc m:val="centerGroup"/>
                    </m:oMathParaPr>
                    <m:oMath xmlns:m="http://schemas.openxmlformats.org/officeDocument/2006/math">
                      <m:r>
                        <a:rPr lang="en-MY" sz="1400" b="0" i="1" smtClean="0">
                          <a:solidFill>
                            <a:srgbClr val="000000"/>
                          </a:solidFill>
                          <a:latin typeface="Cambria Math" panose="02040503050406030204" pitchFamily="18" charset="0"/>
                        </a:rPr>
                        <m:t>40</m:t>
                      </m:r>
                      <m:r>
                        <a:rPr lang="en-MY" sz="1400" b="0" i="1" smtClean="0">
                          <a:solidFill>
                            <a:srgbClr val="000000"/>
                          </a:solidFill>
                          <a:latin typeface="Cambria Math" panose="02040503050406030204" pitchFamily="18" charset="0"/>
                        </a:rPr>
                        <m:t> =</m:t>
                      </m:r>
                      <m:f>
                        <m:fPr>
                          <m:ctrlPr>
                            <a:rPr lang="ar-AE" sz="1400" i="1">
                              <a:solidFill>
                                <a:srgbClr val="000000"/>
                              </a:solidFill>
                              <a:latin typeface="Cambria Math" panose="02040503050406030204" pitchFamily="18" charset="0"/>
                            </a:rPr>
                          </m:ctrlPr>
                        </m:fPr>
                        <m:num>
                          <m:r>
                            <a:rPr lang="en-MY" sz="1400" b="0" i="1" smtClean="0">
                              <a:solidFill>
                                <a:srgbClr val="000000"/>
                              </a:solidFill>
                              <a:latin typeface="Cambria Math" panose="02040503050406030204" pitchFamily="18" charset="0"/>
                            </a:rPr>
                            <m:t>4</m:t>
                          </m:r>
                          <m:r>
                            <a:rPr lang="en-MY" sz="1400" b="0" i="1" smtClean="0">
                              <a:solidFill>
                                <a:srgbClr val="000000"/>
                              </a:solidFill>
                              <a:latin typeface="Cambria Math" panose="02040503050406030204" pitchFamily="18" charset="0"/>
                            </a:rPr>
                            <m:t>×</m:t>
                          </m:r>
                          <m:r>
                            <a:rPr lang="en-MY" sz="1400" b="0" i="1" smtClean="0">
                              <a:solidFill>
                                <a:srgbClr val="000000"/>
                              </a:solidFill>
                              <a:latin typeface="Cambria Math" panose="02040503050406030204" pitchFamily="18" charset="0"/>
                            </a:rPr>
                            <m:t>2</m:t>
                          </m:r>
                        </m:num>
                        <m:den>
                          <m:r>
                            <a:rPr lang="en-MY" sz="1400" b="0" i="1" smtClean="0">
                              <a:solidFill>
                                <a:srgbClr val="000000"/>
                              </a:solidFill>
                              <a:latin typeface="Cambria Math" panose="02040503050406030204" pitchFamily="18" charset="0"/>
                            </a:rPr>
                            <m:t>3</m:t>
                          </m:r>
                          <m:r>
                            <a:rPr lang="en-MY" sz="1400" b="0" i="1" smtClean="0">
                              <a:solidFill>
                                <a:srgbClr val="000000"/>
                              </a:solidFill>
                              <a:latin typeface="Cambria Math" panose="02040503050406030204" pitchFamily="18" charset="0"/>
                            </a:rPr>
                            <m:t>(</m:t>
                          </m:r>
                          <m:r>
                            <a:rPr lang="en-MY" sz="1400" b="0" i="1" smtClean="0">
                              <a:solidFill>
                                <a:srgbClr val="000000"/>
                              </a:solidFill>
                              <a:latin typeface="Cambria Math" panose="02040503050406030204" pitchFamily="18" charset="0"/>
                            </a:rPr>
                            <m:t>𝑥</m:t>
                          </m:r>
                          <m:r>
                            <a:rPr lang="en-MY" sz="1400" b="0" i="1" smtClean="0">
                              <a:solidFill>
                                <a:srgbClr val="000000"/>
                              </a:solidFill>
                              <a:latin typeface="Cambria Math" panose="02040503050406030204" pitchFamily="18" charset="0"/>
                            </a:rPr>
                            <m:t>−</m:t>
                          </m:r>
                          <m:r>
                            <a:rPr lang="en-MY" sz="1400" b="0" i="1" smtClean="0">
                              <a:solidFill>
                                <a:srgbClr val="000000"/>
                              </a:solidFill>
                              <a:latin typeface="Cambria Math" panose="02040503050406030204" pitchFamily="18" charset="0"/>
                            </a:rPr>
                            <m:t>2</m:t>
                          </m:r>
                          <m:r>
                            <a:rPr lang="en-MY" sz="1400" b="0" i="1" smtClean="0">
                              <a:solidFill>
                                <a:srgbClr val="000000"/>
                              </a:solidFill>
                              <a:latin typeface="Cambria Math" panose="02040503050406030204" pitchFamily="18" charset="0"/>
                            </a:rPr>
                            <m:t>)</m:t>
                          </m:r>
                        </m:den>
                      </m:f>
                    </m:oMath>
                  </m:oMathPara>
                </a14:m>
                <a:endParaRPr lang="en-MY" sz="1400" dirty="0">
                  <a:solidFill>
                    <a:srgbClr val="000000"/>
                  </a:solidFill>
                  <a:latin typeface="+mj-lt"/>
                </a:endParaRPr>
              </a:p>
              <a:p>
                <a:pPr>
                  <a:lnSpc>
                    <a:spcPct val="117000"/>
                  </a:lnSpc>
                  <a:spcBef>
                    <a:spcPts val="600"/>
                  </a:spcBef>
                </a:pPr>
                <a14:m>
                  <m:oMathPara xmlns:m="http://schemas.openxmlformats.org/officeDocument/2006/math">
                    <m:oMathParaPr>
                      <m:jc m:val="centerGroup"/>
                    </m:oMathParaPr>
                    <m:oMath xmlns:m="http://schemas.openxmlformats.org/officeDocument/2006/math">
                      <m:r>
                        <a:rPr lang="en-MY" i="1" smtClean="0">
                          <a:solidFill>
                            <a:srgbClr val="000000"/>
                          </a:solidFill>
                          <a:latin typeface="Cambria Math" panose="02040503050406030204" pitchFamily="18" charset="0"/>
                        </a:rPr>
                        <m:t>5</m:t>
                      </m:r>
                      <m:r>
                        <a:rPr lang="en-MY" sz="1400" b="0" i="1" smtClean="0">
                          <a:solidFill>
                            <a:srgbClr val="000000"/>
                          </a:solidFill>
                          <a:latin typeface="Cambria Math" panose="02040503050406030204" pitchFamily="18" charset="0"/>
                        </a:rPr>
                        <m:t> =</m:t>
                      </m:r>
                      <m:f>
                        <m:fPr>
                          <m:ctrlPr>
                            <a:rPr lang="ar-AE" sz="1400" i="1">
                              <a:solidFill>
                                <a:srgbClr val="000000"/>
                              </a:solidFill>
                              <a:latin typeface="Cambria Math" panose="02040503050406030204" pitchFamily="18" charset="0"/>
                            </a:rPr>
                          </m:ctrlPr>
                        </m:fPr>
                        <m:num>
                          <m:r>
                            <a:rPr lang="en-MY" sz="1400" b="0" i="1" smtClean="0">
                              <a:solidFill>
                                <a:srgbClr val="000000"/>
                              </a:solidFill>
                              <a:latin typeface="Cambria Math" panose="02040503050406030204" pitchFamily="18" charset="0"/>
                            </a:rPr>
                            <m:t>1</m:t>
                          </m:r>
                        </m:num>
                        <m:den>
                          <m:r>
                            <a:rPr lang="en-MY" sz="1400" b="0" i="1" smtClean="0">
                              <a:solidFill>
                                <a:srgbClr val="000000"/>
                              </a:solidFill>
                              <a:latin typeface="Cambria Math" panose="02040503050406030204" pitchFamily="18" charset="0"/>
                            </a:rPr>
                            <m:t>3</m:t>
                          </m:r>
                          <m:r>
                            <a:rPr lang="en-MY" sz="1400" b="0" i="1" smtClean="0">
                              <a:solidFill>
                                <a:srgbClr val="000000"/>
                              </a:solidFill>
                              <a:latin typeface="Cambria Math" panose="02040503050406030204" pitchFamily="18" charset="0"/>
                            </a:rPr>
                            <m:t>(</m:t>
                          </m:r>
                          <m:r>
                            <a:rPr lang="en-MY" sz="1400" b="0" i="1" smtClean="0">
                              <a:solidFill>
                                <a:srgbClr val="000000"/>
                              </a:solidFill>
                              <a:latin typeface="Cambria Math" panose="02040503050406030204" pitchFamily="18" charset="0"/>
                            </a:rPr>
                            <m:t>𝑥</m:t>
                          </m:r>
                          <m:r>
                            <a:rPr lang="en-MY" sz="1400" b="0" i="1" smtClean="0">
                              <a:solidFill>
                                <a:srgbClr val="000000"/>
                              </a:solidFill>
                              <a:latin typeface="Cambria Math" panose="02040503050406030204" pitchFamily="18" charset="0"/>
                            </a:rPr>
                            <m:t>−</m:t>
                          </m:r>
                          <m:r>
                            <a:rPr lang="en-MY" sz="1400" b="0" i="1" smtClean="0">
                              <a:solidFill>
                                <a:srgbClr val="000000"/>
                              </a:solidFill>
                              <a:latin typeface="Cambria Math" panose="02040503050406030204" pitchFamily="18" charset="0"/>
                            </a:rPr>
                            <m:t>2</m:t>
                          </m:r>
                          <m:r>
                            <a:rPr lang="en-MY" sz="1400" b="0" i="1" smtClean="0">
                              <a:solidFill>
                                <a:srgbClr val="000000"/>
                              </a:solidFill>
                              <a:latin typeface="Cambria Math" panose="02040503050406030204" pitchFamily="18" charset="0"/>
                            </a:rPr>
                            <m:t>)</m:t>
                          </m:r>
                        </m:den>
                      </m:f>
                    </m:oMath>
                  </m:oMathPara>
                </a14:m>
                <a:endParaRPr lang="en-MY" sz="1400" dirty="0">
                  <a:solidFill>
                    <a:srgbClr val="000000"/>
                  </a:solidFill>
                  <a:latin typeface="+mj-lt"/>
                </a:endParaRPr>
              </a:p>
              <a:p>
                <a:pPr>
                  <a:lnSpc>
                    <a:spcPct val="117000"/>
                  </a:lnSpc>
                  <a:spcBef>
                    <a:spcPts val="600"/>
                  </a:spcBef>
                </a:pPr>
                <a14:m>
                  <m:oMathPara xmlns:m="http://schemas.openxmlformats.org/officeDocument/2006/math">
                    <m:oMathParaPr>
                      <m:jc m:val="centerGroup"/>
                    </m:oMathParaPr>
                    <m:oMath xmlns:m="http://schemas.openxmlformats.org/officeDocument/2006/math">
                      <m:r>
                        <a:rPr lang="en-MY" i="1" smtClean="0">
                          <a:solidFill>
                            <a:srgbClr val="000000"/>
                          </a:solidFill>
                          <a:latin typeface="Cambria Math" panose="02040503050406030204" pitchFamily="18" charset="0"/>
                        </a:rPr>
                        <m:t>1</m:t>
                      </m:r>
                      <m:r>
                        <a:rPr lang="en-MY" b="0" i="1" smtClean="0">
                          <a:solidFill>
                            <a:srgbClr val="000000"/>
                          </a:solidFill>
                          <a:latin typeface="Cambria Math" panose="02040503050406030204" pitchFamily="18" charset="0"/>
                        </a:rPr>
                        <m:t>5</m:t>
                      </m:r>
                      <m:d>
                        <m:dPr>
                          <m:ctrlPr>
                            <a:rPr lang="en-MY" b="0" i="1" smtClean="0">
                              <a:solidFill>
                                <a:srgbClr val="000000"/>
                              </a:solidFill>
                              <a:latin typeface="Cambria Math" panose="02040503050406030204" pitchFamily="18" charset="0"/>
                            </a:rPr>
                          </m:ctrlPr>
                        </m:dPr>
                        <m:e>
                          <m:r>
                            <a:rPr lang="en-MY" b="0" i="1" smtClean="0">
                              <a:solidFill>
                                <a:srgbClr val="000000"/>
                              </a:solidFill>
                              <a:latin typeface="Cambria Math" panose="02040503050406030204" pitchFamily="18" charset="0"/>
                            </a:rPr>
                            <m:t>𝑥</m:t>
                          </m:r>
                          <m:r>
                            <a:rPr lang="en-MY" b="0" i="1" smtClean="0">
                              <a:solidFill>
                                <a:srgbClr val="000000"/>
                              </a:solidFill>
                              <a:latin typeface="Cambria Math" panose="02040503050406030204" pitchFamily="18" charset="0"/>
                            </a:rPr>
                            <m:t>−</m:t>
                          </m:r>
                          <m:r>
                            <a:rPr lang="en-MY" b="0" i="1" smtClean="0">
                              <a:solidFill>
                                <a:srgbClr val="000000"/>
                              </a:solidFill>
                              <a:latin typeface="Cambria Math" panose="02040503050406030204" pitchFamily="18" charset="0"/>
                            </a:rPr>
                            <m:t>2</m:t>
                          </m:r>
                        </m:e>
                      </m:d>
                      <m:r>
                        <a:rPr lang="en-MY" sz="1400" b="0" i="1" smtClean="0">
                          <a:solidFill>
                            <a:srgbClr val="000000"/>
                          </a:solidFill>
                          <a:latin typeface="Cambria Math" panose="02040503050406030204" pitchFamily="18" charset="0"/>
                        </a:rPr>
                        <m:t>=</m:t>
                      </m:r>
                      <m:r>
                        <a:rPr lang="en-MY" sz="1400" b="0" i="1" smtClean="0">
                          <a:solidFill>
                            <a:srgbClr val="000000"/>
                          </a:solidFill>
                          <a:latin typeface="Cambria Math" panose="02040503050406030204" pitchFamily="18" charset="0"/>
                        </a:rPr>
                        <m:t>1</m:t>
                      </m:r>
                    </m:oMath>
                  </m:oMathPara>
                </a14:m>
                <a:endParaRPr lang="en-MY" dirty="0">
                  <a:solidFill>
                    <a:srgbClr val="000000"/>
                  </a:solidFill>
                  <a:latin typeface="+mj-lt"/>
                </a:endParaRPr>
              </a:p>
              <a:p>
                <a:pPr>
                  <a:lnSpc>
                    <a:spcPct val="117000"/>
                  </a:lnSpc>
                  <a:spcBef>
                    <a:spcPts val="600"/>
                  </a:spcBef>
                </a:pPr>
                <a14:m>
                  <m:oMathPara xmlns:m="http://schemas.openxmlformats.org/officeDocument/2006/math">
                    <m:oMathParaPr>
                      <m:jc m:val="centerGroup"/>
                    </m:oMathParaPr>
                    <m:oMath xmlns:m="http://schemas.openxmlformats.org/officeDocument/2006/math">
                      <m:r>
                        <a:rPr lang="en-MY" i="1">
                          <a:solidFill>
                            <a:srgbClr val="000000"/>
                          </a:solidFill>
                          <a:latin typeface="Cambria Math" panose="02040503050406030204" pitchFamily="18" charset="0"/>
                        </a:rPr>
                        <m:t>1</m:t>
                      </m:r>
                      <m:r>
                        <a:rPr lang="en-MY" b="0" i="1" smtClean="0">
                          <a:solidFill>
                            <a:srgbClr val="000000"/>
                          </a:solidFill>
                          <a:latin typeface="Cambria Math" panose="02040503050406030204" pitchFamily="18" charset="0"/>
                        </a:rPr>
                        <m:t>5</m:t>
                      </m:r>
                      <m:r>
                        <a:rPr lang="en-MY" sz="1400" b="0" i="1" smtClean="0">
                          <a:solidFill>
                            <a:srgbClr val="000000"/>
                          </a:solidFill>
                          <a:latin typeface="Cambria Math" panose="02040503050406030204" pitchFamily="18" charset="0"/>
                        </a:rPr>
                        <m:t>𝑥</m:t>
                      </m:r>
                      <m:r>
                        <a:rPr lang="en-MY" sz="1400" b="0" i="1" smtClean="0">
                          <a:solidFill>
                            <a:srgbClr val="000000"/>
                          </a:solidFill>
                          <a:latin typeface="Cambria Math" panose="02040503050406030204" pitchFamily="18" charset="0"/>
                        </a:rPr>
                        <m:t>−</m:t>
                      </m:r>
                      <m:r>
                        <a:rPr lang="en-MY" sz="1400" b="0" i="1" smtClean="0">
                          <a:solidFill>
                            <a:srgbClr val="000000"/>
                          </a:solidFill>
                          <a:latin typeface="Cambria Math" panose="02040503050406030204" pitchFamily="18" charset="0"/>
                        </a:rPr>
                        <m:t>30</m:t>
                      </m:r>
                      <m:r>
                        <a:rPr lang="en-MY" sz="1400" b="0" i="1" smtClean="0">
                          <a:solidFill>
                            <a:srgbClr val="000000"/>
                          </a:solidFill>
                          <a:latin typeface="Cambria Math" panose="02040503050406030204" pitchFamily="18" charset="0"/>
                        </a:rPr>
                        <m:t>=</m:t>
                      </m:r>
                      <m:r>
                        <a:rPr lang="en-MY" sz="1400" b="0" i="1" smtClean="0">
                          <a:solidFill>
                            <a:srgbClr val="000000"/>
                          </a:solidFill>
                          <a:latin typeface="Cambria Math" panose="02040503050406030204" pitchFamily="18" charset="0"/>
                        </a:rPr>
                        <m:t>1</m:t>
                      </m:r>
                    </m:oMath>
                  </m:oMathPara>
                </a14:m>
                <a:endParaRPr lang="en-MY" sz="1400" dirty="0">
                  <a:solidFill>
                    <a:srgbClr val="000000"/>
                  </a:solidFill>
                  <a:latin typeface="+mj-lt"/>
                </a:endParaRPr>
              </a:p>
              <a:p>
                <a:pPr>
                  <a:lnSpc>
                    <a:spcPct val="117000"/>
                  </a:lnSpc>
                  <a:spcBef>
                    <a:spcPts val="600"/>
                  </a:spcBef>
                </a:pPr>
                <a14:m>
                  <m:oMathPara xmlns:m="http://schemas.openxmlformats.org/officeDocument/2006/math">
                    <m:oMathParaPr>
                      <m:jc m:val="centerGroup"/>
                    </m:oMathParaPr>
                    <m:oMath xmlns:m="http://schemas.openxmlformats.org/officeDocument/2006/math">
                      <m:r>
                        <a:rPr lang="en-MY" i="1">
                          <a:solidFill>
                            <a:srgbClr val="000000"/>
                          </a:solidFill>
                          <a:latin typeface="Cambria Math" panose="02040503050406030204" pitchFamily="18" charset="0"/>
                        </a:rPr>
                        <m:t>1</m:t>
                      </m:r>
                      <m:r>
                        <a:rPr lang="en-MY" b="0" i="1" smtClean="0">
                          <a:solidFill>
                            <a:srgbClr val="000000"/>
                          </a:solidFill>
                          <a:latin typeface="Cambria Math" panose="02040503050406030204" pitchFamily="18" charset="0"/>
                        </a:rPr>
                        <m:t>5</m:t>
                      </m:r>
                      <m:r>
                        <a:rPr lang="en-MY" sz="1400" b="0" i="1" smtClean="0">
                          <a:solidFill>
                            <a:srgbClr val="000000"/>
                          </a:solidFill>
                          <a:latin typeface="Cambria Math" panose="02040503050406030204" pitchFamily="18" charset="0"/>
                        </a:rPr>
                        <m:t>𝑥</m:t>
                      </m:r>
                      <m:r>
                        <a:rPr lang="en-MY" sz="1400" b="0" i="1" smtClean="0">
                          <a:solidFill>
                            <a:srgbClr val="000000"/>
                          </a:solidFill>
                          <a:latin typeface="Cambria Math" panose="02040503050406030204" pitchFamily="18" charset="0"/>
                        </a:rPr>
                        <m:t>=</m:t>
                      </m:r>
                      <m:r>
                        <a:rPr lang="en-MY" sz="1400" b="0" i="1" smtClean="0">
                          <a:solidFill>
                            <a:srgbClr val="000000"/>
                          </a:solidFill>
                          <a:latin typeface="Cambria Math" panose="02040503050406030204" pitchFamily="18" charset="0"/>
                        </a:rPr>
                        <m:t>31</m:t>
                      </m:r>
                    </m:oMath>
                  </m:oMathPara>
                </a14:m>
                <a:endParaRPr lang="en-MY" dirty="0">
                  <a:solidFill>
                    <a:srgbClr val="000000"/>
                  </a:solidFill>
                  <a:latin typeface="+mj-lt"/>
                </a:endParaRPr>
              </a:p>
              <a:p>
                <a:pPr>
                  <a:lnSpc>
                    <a:spcPct val="117000"/>
                  </a:lnSpc>
                  <a:spcBef>
                    <a:spcPts val="600"/>
                  </a:spcBef>
                </a:pPr>
                <a14:m>
                  <m:oMathPara xmlns:m="http://schemas.openxmlformats.org/officeDocument/2006/math">
                    <m:oMathParaPr>
                      <m:jc m:val="centerGroup"/>
                    </m:oMathParaPr>
                    <m:oMath xmlns:m="http://schemas.openxmlformats.org/officeDocument/2006/math">
                      <m:r>
                        <a:rPr lang="en-MY" sz="1400" b="0" i="1" smtClean="0">
                          <a:solidFill>
                            <a:srgbClr val="000000"/>
                          </a:solidFill>
                          <a:latin typeface="Cambria Math" panose="02040503050406030204" pitchFamily="18" charset="0"/>
                        </a:rPr>
                        <m:t>𝑥</m:t>
                      </m:r>
                      <m:r>
                        <a:rPr lang="en-MY" sz="1400" b="0" i="1" smtClean="0">
                          <a:solidFill>
                            <a:srgbClr val="000000"/>
                          </a:solidFill>
                          <a:latin typeface="Cambria Math" panose="02040503050406030204" pitchFamily="18" charset="0"/>
                        </a:rPr>
                        <m:t>=</m:t>
                      </m:r>
                      <m:r>
                        <a:rPr lang="en-MY" sz="1400" b="0" i="1" smtClean="0">
                          <a:solidFill>
                            <a:srgbClr val="000000"/>
                          </a:solidFill>
                          <a:latin typeface="Cambria Math" panose="02040503050406030204" pitchFamily="18" charset="0"/>
                        </a:rPr>
                        <m:t>2</m:t>
                      </m:r>
                      <m:r>
                        <a:rPr lang="en-MY" sz="1400" b="0" i="1" smtClean="0">
                          <a:solidFill>
                            <a:srgbClr val="000000"/>
                          </a:solidFill>
                          <a:latin typeface="Cambria Math" panose="02040503050406030204" pitchFamily="18" charset="0"/>
                        </a:rPr>
                        <m:t>.</m:t>
                      </m:r>
                      <m:r>
                        <a:rPr lang="en-MY" sz="1400" b="0" i="1" smtClean="0">
                          <a:solidFill>
                            <a:srgbClr val="000000"/>
                          </a:solidFill>
                          <a:latin typeface="Cambria Math" panose="02040503050406030204" pitchFamily="18" charset="0"/>
                        </a:rPr>
                        <m:t>07</m:t>
                      </m:r>
                      <m:r>
                        <a:rPr lang="en-MY" sz="1400" b="0" i="1" smtClean="0">
                          <a:solidFill>
                            <a:srgbClr val="000000"/>
                          </a:solidFill>
                          <a:latin typeface="Cambria Math" panose="02040503050406030204" pitchFamily="18" charset="0"/>
                        </a:rPr>
                        <m:t> (</m:t>
                      </m:r>
                      <m:r>
                        <a:rPr lang="en-MY" sz="1400" b="0" i="1" smtClean="0">
                          <a:solidFill>
                            <a:srgbClr val="000000"/>
                          </a:solidFill>
                          <a:latin typeface="Cambria Math" panose="02040503050406030204" pitchFamily="18" charset="0"/>
                        </a:rPr>
                        <m:t>𝑚𝑜𝑙𝑒𝑠</m:t>
                      </m:r>
                      <m:r>
                        <a:rPr lang="en-MY" sz="1400" b="0" i="1" smtClean="0">
                          <a:solidFill>
                            <a:srgbClr val="000000"/>
                          </a:solidFill>
                          <a:latin typeface="Cambria Math" panose="02040503050406030204" pitchFamily="18" charset="0"/>
                        </a:rPr>
                        <m:t> </m:t>
                      </m:r>
                      <m:r>
                        <a:rPr lang="en-MY" sz="1400" b="0" i="1" smtClean="0">
                          <a:solidFill>
                            <a:srgbClr val="000000"/>
                          </a:solidFill>
                          <a:latin typeface="Cambria Math" panose="02040503050406030204" pitchFamily="18" charset="0"/>
                        </a:rPr>
                        <m:t>𝑜𝑓</m:t>
                      </m:r>
                      <m:r>
                        <a:rPr lang="en-MY" sz="1400" b="0" i="1" smtClean="0">
                          <a:solidFill>
                            <a:srgbClr val="000000"/>
                          </a:solidFill>
                          <a:latin typeface="Cambria Math" panose="02040503050406030204" pitchFamily="18" charset="0"/>
                        </a:rPr>
                        <m:t> </m:t>
                      </m:r>
                      <m:r>
                        <a:rPr lang="en-MY" sz="1400" b="0" i="1" smtClean="0">
                          <a:solidFill>
                            <a:srgbClr val="000000"/>
                          </a:solidFill>
                          <a:latin typeface="Cambria Math" panose="02040503050406030204" pitchFamily="18" charset="0"/>
                        </a:rPr>
                        <m:t>𝐶𝐻</m:t>
                      </m:r>
                      <m:r>
                        <a:rPr lang="en-MY" sz="1400" b="0" i="1" baseline="-25000" smtClean="0">
                          <a:solidFill>
                            <a:srgbClr val="000000"/>
                          </a:solidFill>
                          <a:latin typeface="Cambria Math" panose="02040503050406030204" pitchFamily="18" charset="0"/>
                        </a:rPr>
                        <m:t>3</m:t>
                      </m:r>
                      <m:r>
                        <a:rPr lang="en-MY" sz="1400" b="0" i="1" smtClean="0">
                          <a:solidFill>
                            <a:srgbClr val="000000"/>
                          </a:solidFill>
                          <a:latin typeface="Cambria Math" panose="02040503050406030204" pitchFamily="18" charset="0"/>
                        </a:rPr>
                        <m:t>𝐶𝑂𝐶𝐻</m:t>
                      </m:r>
                      <m:r>
                        <a:rPr lang="en-MY" sz="1400" b="0" i="1" baseline="-25000" smtClean="0">
                          <a:solidFill>
                            <a:srgbClr val="000000"/>
                          </a:solidFill>
                          <a:latin typeface="Cambria Math" panose="02040503050406030204" pitchFamily="18" charset="0"/>
                        </a:rPr>
                        <m:t>3</m:t>
                      </m:r>
                      <m:r>
                        <a:rPr lang="en-MY" sz="1400" b="0" i="1" smtClean="0">
                          <a:solidFill>
                            <a:srgbClr val="000000"/>
                          </a:solidFill>
                          <a:latin typeface="Cambria Math" panose="02040503050406030204" pitchFamily="18" charset="0"/>
                        </a:rPr>
                        <m:t> </m:t>
                      </m:r>
                      <m:r>
                        <a:rPr lang="en-MY" sz="1400" b="0" i="1" smtClean="0">
                          <a:solidFill>
                            <a:srgbClr val="000000"/>
                          </a:solidFill>
                          <a:latin typeface="Cambria Math" panose="02040503050406030204" pitchFamily="18" charset="0"/>
                        </a:rPr>
                        <m:t>𝑟𝑒𝑞</m:t>
                      </m:r>
                      <m:r>
                        <a:rPr lang="en-MY" sz="1400" b="0" i="1" smtClean="0">
                          <a:solidFill>
                            <a:srgbClr val="000000"/>
                          </a:solidFill>
                          <a:latin typeface="Cambria Math" panose="02040503050406030204" pitchFamily="18" charset="0"/>
                        </a:rPr>
                        <m:t>.)</m:t>
                      </m:r>
                    </m:oMath>
                  </m:oMathPara>
                </a14:m>
                <a:endParaRPr lang="en-MY" sz="1400" b="0" dirty="0">
                  <a:solidFill>
                    <a:srgbClr val="000000"/>
                  </a:solidFill>
                  <a:latin typeface="+mj-lt"/>
                </a:endParaRPr>
              </a:p>
            </p:txBody>
          </p:sp>
        </mc:Choice>
        <mc:Fallback xmlns="">
          <p:sp>
            <p:nvSpPr>
              <p:cNvPr id="4" name="TextBox 3">
                <a:extLst>
                  <a:ext uri="{FF2B5EF4-FFF2-40B4-BE49-F238E27FC236}">
                    <a16:creationId xmlns:a16="http://schemas.microsoft.com/office/drawing/2014/main" id="{2732C0FD-93CE-46F9-80FA-0987E92FF7E0}"/>
                  </a:ext>
                </a:extLst>
              </p:cNvPr>
              <p:cNvSpPr txBox="1">
                <a:spLocks noRot="1" noChangeAspect="1" noMove="1" noResize="1" noEditPoints="1" noAdjustHandles="1" noChangeArrowheads="1" noChangeShapeType="1" noTextEdit="1"/>
              </p:cNvSpPr>
              <p:nvPr/>
            </p:nvSpPr>
            <p:spPr>
              <a:xfrm>
                <a:off x="5941192" y="1629718"/>
                <a:ext cx="3202808" cy="3513782"/>
              </a:xfrm>
              <a:prstGeom prst="rect">
                <a:avLst/>
              </a:prstGeom>
              <a:blipFill>
                <a:blip r:embed="rId4"/>
                <a:stretch>
                  <a:fillRect/>
                </a:stretch>
              </a:blipFill>
            </p:spPr>
            <p:txBody>
              <a:bodyPr/>
              <a:lstStyle/>
              <a:p>
                <a:r>
                  <a:rPr lang="en-GB">
                    <a:noFill/>
                  </a:rPr>
                  <a:t> </a:t>
                </a:r>
              </a:p>
            </p:txBody>
          </p:sp>
        </mc:Fallback>
      </mc:AlternateContent>
    </p:spTree>
    <p:extLst>
      <p:ext uri="{BB962C8B-B14F-4D97-AF65-F5344CB8AC3E}">
        <p14:creationId xmlns:p14="http://schemas.microsoft.com/office/powerpoint/2010/main" val="2573565246"/>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116"/>
        <p:cNvGrpSpPr/>
        <p:nvPr/>
      </p:nvGrpSpPr>
      <p:grpSpPr>
        <a:xfrm>
          <a:off x="0" y="0"/>
          <a:ext cx="0" cy="0"/>
          <a:chOff x="0" y="0"/>
          <a:chExt cx="0" cy="0"/>
        </a:xfrm>
      </p:grpSpPr>
      <p:sp>
        <p:nvSpPr>
          <p:cNvPr id="117" name="Google Shape;117;p26"/>
          <p:cNvSpPr txBox="1">
            <a:spLocks noGrp="1"/>
          </p:cNvSpPr>
          <p:nvPr>
            <p:ph type="title"/>
          </p:nvPr>
        </p:nvSpPr>
        <p:spPr>
          <a:xfrm>
            <a:off x="933025" y="592925"/>
            <a:ext cx="6305100" cy="767700"/>
          </a:xfrm>
          <a:prstGeom prst="rect">
            <a:avLst/>
          </a:prstGeom>
        </p:spPr>
        <p:txBody>
          <a:bodyPr spcFirstLastPara="1" wrap="square" lIns="91425" tIns="91425" rIns="91425" bIns="91425" anchor="b" anchorCtr="0">
            <a:noAutofit/>
          </a:bodyPr>
          <a:lstStyle/>
          <a:p>
            <a:pPr lvl="0"/>
            <a:r>
              <a:rPr lang="en-IN" dirty="0"/>
              <a:t>Mole fraction and partial pressure</a:t>
            </a:r>
          </a:p>
        </p:txBody>
      </p:sp>
      <p:sp>
        <p:nvSpPr>
          <p:cNvPr id="118" name="Google Shape;118;p26"/>
          <p:cNvSpPr txBox="1"/>
          <p:nvPr/>
        </p:nvSpPr>
        <p:spPr>
          <a:xfrm>
            <a:off x="702600" y="2028225"/>
            <a:ext cx="7330800" cy="2492100"/>
          </a:xfrm>
          <a:prstGeom prst="rect">
            <a:avLst/>
          </a:prstGeom>
          <a:noFill/>
          <a:ln>
            <a:noFill/>
          </a:ln>
        </p:spPr>
        <p:txBody>
          <a:bodyPr spcFirstLastPara="1" wrap="square" lIns="91425" tIns="91425" rIns="91425" bIns="91425" anchor="t" anchorCtr="0">
            <a:noAutofit/>
          </a:bodyPr>
          <a:lstStyle/>
          <a:p>
            <a:pPr marL="457200" lvl="0" indent="-342900">
              <a:lnSpc>
                <a:spcPct val="114000"/>
              </a:lnSpc>
              <a:buSzPts val="1800"/>
              <a:buFont typeface="Arial"/>
              <a:buChar char="●"/>
              <a:defRPr/>
            </a:pPr>
            <a:r>
              <a:rPr lang="en-IN" dirty="0">
                <a:solidFill>
                  <a:srgbClr val="080808"/>
                </a:solidFill>
              </a:rPr>
              <a:t>In reactions involving gases, it is easier to measure the pressure than concentrations.</a:t>
            </a:r>
          </a:p>
          <a:p>
            <a:pPr marL="457200" lvl="0" indent="-342900">
              <a:lnSpc>
                <a:spcPct val="114000"/>
              </a:lnSpc>
              <a:buSzPts val="1800"/>
              <a:buFont typeface="Arial"/>
              <a:buChar char="●"/>
              <a:defRPr/>
            </a:pPr>
            <a:r>
              <a:rPr lang="en-IN" dirty="0">
                <a:solidFill>
                  <a:srgbClr val="080808"/>
                </a:solidFill>
              </a:rPr>
              <a:t>Pressure in a closed container is due to the constant bombardment of molecules against themselves and the walls of the container. </a:t>
            </a:r>
          </a:p>
          <a:p>
            <a:pPr marL="457200" lvl="0" indent="-342900">
              <a:lnSpc>
                <a:spcPct val="114000"/>
              </a:lnSpc>
              <a:buSzPts val="1800"/>
              <a:buFont typeface="Arial"/>
              <a:buChar char="●"/>
              <a:defRPr/>
            </a:pPr>
            <a:r>
              <a:rPr lang="en-IN" dirty="0">
                <a:solidFill>
                  <a:srgbClr val="080808"/>
                </a:solidFill>
              </a:rPr>
              <a:t>The pressure exerted by any one gas in a mixture is called partial pressure. </a:t>
            </a:r>
          </a:p>
          <a:p>
            <a:pPr marL="457200" lvl="0" indent="-342900">
              <a:lnSpc>
                <a:spcPct val="114000"/>
              </a:lnSpc>
              <a:buSzPts val="1800"/>
              <a:buFont typeface="Arial"/>
              <a:buChar char="●"/>
              <a:defRPr/>
            </a:pPr>
            <a:r>
              <a:rPr lang="en-IN" dirty="0">
                <a:solidFill>
                  <a:srgbClr val="080808"/>
                </a:solidFill>
              </a:rPr>
              <a:t>The pressure exerted by a gas is directly proportional to the number of moles present. </a:t>
            </a:r>
          </a:p>
          <a:p>
            <a:pPr marL="457200" lvl="0" indent="-342900">
              <a:lnSpc>
                <a:spcPct val="114000"/>
              </a:lnSpc>
              <a:buSzPts val="1800"/>
              <a:buFont typeface="Arial"/>
              <a:buChar char="●"/>
              <a:defRPr/>
            </a:pPr>
            <a:r>
              <a:rPr lang="en-IN" dirty="0">
                <a:solidFill>
                  <a:srgbClr val="080808"/>
                </a:solidFill>
              </a:rPr>
              <a:t>The total pressure exerted by a mixture of gases is the sum of the partial pressure of all gases that form the mixture. </a:t>
            </a:r>
          </a:p>
          <a:p>
            <a:pPr marL="0" marR="0" lvl="0" indent="0" algn="l" defTabSz="914400" rtl="0" eaLnBrk="1" fontAlgn="auto" latinLnBrk="0" hangingPunct="1">
              <a:lnSpc>
                <a:spcPct val="114000"/>
              </a:lnSpc>
              <a:spcBef>
                <a:spcPts val="0"/>
              </a:spcBef>
              <a:spcAft>
                <a:spcPts val="0"/>
              </a:spcAft>
              <a:buClr>
                <a:srgbClr val="000000"/>
              </a:buClr>
              <a:buSzTx/>
              <a:buFont typeface="Arial"/>
              <a:buNone/>
              <a:tabLst/>
              <a:defRPr/>
            </a:pPr>
            <a:endParaRPr kumimoji="0" lang="ar-AE" sz="1400" b="0" i="0" u="none" strike="noStrike" kern="0" cap="none" spc="0" normalizeH="0" baseline="0" noProof="0" dirty="0">
              <a:ln>
                <a:noFill/>
              </a:ln>
              <a:solidFill>
                <a:srgbClr val="4285F4"/>
              </a:solidFill>
              <a:effectLst/>
              <a:uLnTx/>
              <a:uFillTx/>
              <a:latin typeface="Arial"/>
              <a:cs typeface="Arial"/>
              <a:sym typeface="Arial"/>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dirty="0">
              <a:ln>
                <a:noFill/>
              </a:ln>
              <a:solidFill>
                <a:srgbClr val="000000"/>
              </a:solidFill>
              <a:effectLst/>
              <a:uLnTx/>
              <a:uFillTx/>
              <a:latin typeface="Arial"/>
              <a:cs typeface="Arial"/>
              <a:sym typeface="Arial"/>
            </a:endParaRPr>
          </a:p>
        </p:txBody>
      </p:sp>
    </p:spTree>
    <p:extLst>
      <p:ext uri="{BB962C8B-B14F-4D97-AF65-F5344CB8AC3E}">
        <p14:creationId xmlns:p14="http://schemas.microsoft.com/office/powerpoint/2010/main" val="1700301167"/>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122"/>
        <p:cNvGrpSpPr/>
        <p:nvPr/>
      </p:nvGrpSpPr>
      <p:grpSpPr>
        <a:xfrm>
          <a:off x="0" y="0"/>
          <a:ext cx="0" cy="0"/>
          <a:chOff x="0" y="0"/>
          <a:chExt cx="0" cy="0"/>
        </a:xfrm>
      </p:grpSpPr>
      <p:sp>
        <p:nvSpPr>
          <p:cNvPr id="123" name="Google Shape;123;p27"/>
          <p:cNvSpPr txBox="1">
            <a:spLocks noGrp="1"/>
          </p:cNvSpPr>
          <p:nvPr>
            <p:ph type="title"/>
          </p:nvPr>
        </p:nvSpPr>
        <p:spPr>
          <a:xfrm>
            <a:off x="662950" y="198850"/>
            <a:ext cx="3362400" cy="1001700"/>
          </a:xfrm>
          <a:prstGeom prst="rect">
            <a:avLst/>
          </a:prstGeom>
        </p:spPr>
        <p:txBody>
          <a:bodyPr spcFirstLastPara="1" wrap="square" lIns="91425" tIns="91425" rIns="91425" bIns="91425" anchor="ctr" anchorCtr="0">
            <a:noAutofit/>
          </a:bodyPr>
          <a:lstStyle/>
          <a:p>
            <a:pPr lvl="0"/>
            <a:r>
              <a:rPr lang="en-IN" sz="3200" dirty="0">
                <a:solidFill>
                  <a:srgbClr val="080808"/>
                </a:solidFill>
                <a:latin typeface="+mn-lt"/>
              </a:rPr>
              <a:t>Mole fraction and partial pressure</a:t>
            </a:r>
            <a:endParaRPr sz="3200" dirty="0">
              <a:solidFill>
                <a:srgbClr val="080808"/>
              </a:solidFill>
              <a:latin typeface="+mn-lt"/>
            </a:endParaRPr>
          </a:p>
        </p:txBody>
      </p:sp>
      <mc:AlternateContent xmlns:mc="http://schemas.openxmlformats.org/markup-compatibility/2006" xmlns:a14="http://schemas.microsoft.com/office/drawing/2010/main">
        <mc:Choice Requires="a14">
          <p:sp>
            <p:nvSpPr>
              <p:cNvPr id="124" name="Google Shape;124;p27"/>
              <p:cNvSpPr txBox="1">
                <a:spLocks noGrp="1"/>
              </p:cNvSpPr>
              <p:nvPr>
                <p:ph type="body" idx="2"/>
              </p:nvPr>
            </p:nvSpPr>
            <p:spPr>
              <a:xfrm>
                <a:off x="4939500" y="724200"/>
                <a:ext cx="3837000" cy="3695100"/>
              </a:xfrm>
              <a:prstGeom prst="rect">
                <a:avLst/>
              </a:prstGeom>
            </p:spPr>
            <p:txBody>
              <a:bodyPr spcFirstLastPara="1" wrap="square" lIns="91425" tIns="91425" rIns="91425" bIns="91425" anchor="t" anchorCtr="0">
                <a:noAutofit/>
              </a:bodyPr>
              <a:lstStyle/>
              <a:p>
                <a:pPr lvl="0"/>
                <a:r>
                  <a:rPr lang="en-IN" sz="1400" dirty="0">
                    <a:latin typeface="+mn-lt"/>
                  </a:rPr>
                  <a:t>For a mixture of two gases, the partial pressure of a gas is expressed mathematically as</a:t>
                </a:r>
              </a:p>
              <a:p>
                <a:pPr marL="452438" indent="0" algn="just">
                  <a:buNone/>
                </a:pPr>
                <a:r>
                  <a:rPr lang="en-IN" sz="1400" dirty="0">
                    <a:solidFill>
                      <a:schemeClr val="bg1"/>
                    </a:solidFill>
                    <a:latin typeface="+mn-lt"/>
                  </a:rPr>
                  <a:t>Partial pressure of gas A= x</a:t>
                </a:r>
                <a:r>
                  <a:rPr lang="en-IN" sz="1400" baseline="-25000" dirty="0">
                    <a:solidFill>
                      <a:schemeClr val="bg1"/>
                    </a:solidFill>
                    <a:latin typeface="+mn-lt"/>
                  </a:rPr>
                  <a:t>1</a:t>
                </a:r>
                <a:r>
                  <a:rPr lang="en-IN" sz="1400" dirty="0">
                    <a:solidFill>
                      <a:schemeClr val="bg1"/>
                    </a:solidFill>
                    <a:latin typeface="+mn-lt"/>
                  </a:rPr>
                  <a:t>P</a:t>
                </a:r>
              </a:p>
              <a:p>
                <a:pPr marL="452438" indent="0" algn="just">
                  <a:buNone/>
                </a:pPr>
                <a:r>
                  <a:rPr lang="en-IN" sz="1400" dirty="0">
                    <a:solidFill>
                      <a:schemeClr val="bg1"/>
                    </a:solidFill>
                    <a:latin typeface="+mn-lt"/>
                  </a:rPr>
                  <a:t>where x</a:t>
                </a:r>
                <a:r>
                  <a:rPr lang="en-IN" sz="1400" baseline="-25000" dirty="0">
                    <a:solidFill>
                      <a:schemeClr val="bg1"/>
                    </a:solidFill>
                    <a:latin typeface="+mn-lt"/>
                  </a:rPr>
                  <a:t>1</a:t>
                </a:r>
                <a:r>
                  <a:rPr lang="en-IN" sz="1400" dirty="0">
                    <a:solidFill>
                      <a:schemeClr val="bg1"/>
                    </a:solidFill>
                    <a:latin typeface="+mn-lt"/>
                  </a:rPr>
                  <a:t> is the mole fraction of gas A.</a:t>
                </a:r>
              </a:p>
              <a:p>
                <a:pPr marL="452438" indent="0">
                  <a:buNone/>
                </a:pPr>
                <a14:m>
                  <m:oMathPara xmlns:m="http://schemas.openxmlformats.org/officeDocument/2006/math">
                    <m:oMathParaPr>
                      <m:jc m:val="centerGroup"/>
                    </m:oMathParaPr>
                    <m:oMath xmlns:m="http://schemas.openxmlformats.org/officeDocument/2006/math">
                      <m:r>
                        <a:rPr lang="en-IN" sz="1400" i="1">
                          <a:solidFill>
                            <a:schemeClr val="bg1"/>
                          </a:solidFill>
                          <a:latin typeface="Cambria Math" panose="02040503050406030204" pitchFamily="18" charset="0"/>
                        </a:rPr>
                        <m:t>𝑚𝑜𝑙𝑒</m:t>
                      </m:r>
                      <m:r>
                        <a:rPr lang="en-IN" sz="1400" i="1">
                          <a:solidFill>
                            <a:schemeClr val="bg1"/>
                          </a:solidFill>
                          <a:latin typeface="Cambria Math" panose="02040503050406030204" pitchFamily="18" charset="0"/>
                        </a:rPr>
                        <m:t> </m:t>
                      </m:r>
                      <m:r>
                        <a:rPr lang="en-IN" sz="1400" i="1">
                          <a:solidFill>
                            <a:schemeClr val="bg1"/>
                          </a:solidFill>
                          <a:latin typeface="Cambria Math" panose="02040503050406030204" pitchFamily="18" charset="0"/>
                        </a:rPr>
                        <m:t>𝑓𝑟𝑎𝑐𝑡𝑖𝑜𝑛</m:t>
                      </m:r>
                      <m:r>
                        <a:rPr lang="en-IN" sz="1400" i="1">
                          <a:solidFill>
                            <a:schemeClr val="bg1"/>
                          </a:solidFill>
                          <a:latin typeface="Cambria Math" panose="02040503050406030204" pitchFamily="18" charset="0"/>
                        </a:rPr>
                        <m:t> </m:t>
                      </m:r>
                      <m:r>
                        <a:rPr lang="en-IN" sz="1400" i="1">
                          <a:solidFill>
                            <a:schemeClr val="bg1"/>
                          </a:solidFill>
                          <a:latin typeface="Cambria Math" panose="02040503050406030204" pitchFamily="18" charset="0"/>
                        </a:rPr>
                        <m:t>𝑜𝑓</m:t>
                      </m:r>
                      <m:r>
                        <a:rPr lang="en-IN" sz="1400" i="1">
                          <a:solidFill>
                            <a:schemeClr val="bg1"/>
                          </a:solidFill>
                          <a:latin typeface="Cambria Math" panose="02040503050406030204" pitchFamily="18" charset="0"/>
                        </a:rPr>
                        <m:t> </m:t>
                      </m:r>
                      <m:r>
                        <a:rPr lang="en-IN" sz="1400" i="1">
                          <a:solidFill>
                            <a:schemeClr val="bg1"/>
                          </a:solidFill>
                          <a:latin typeface="Cambria Math" panose="02040503050406030204" pitchFamily="18" charset="0"/>
                        </a:rPr>
                        <m:t>𝑔𝑎𝑠</m:t>
                      </m:r>
                      <m:r>
                        <a:rPr lang="en-IN" sz="1400" i="1">
                          <a:solidFill>
                            <a:schemeClr val="bg1"/>
                          </a:solidFill>
                          <a:latin typeface="Cambria Math" panose="02040503050406030204" pitchFamily="18" charset="0"/>
                        </a:rPr>
                        <m:t> </m:t>
                      </m:r>
                      <m:r>
                        <a:rPr lang="en-IN" sz="1400" i="1">
                          <a:solidFill>
                            <a:schemeClr val="bg1"/>
                          </a:solidFill>
                          <a:latin typeface="Cambria Math" panose="02040503050406030204" pitchFamily="18" charset="0"/>
                        </a:rPr>
                        <m:t>𝐴</m:t>
                      </m:r>
                      <m:r>
                        <a:rPr lang="en-IN" sz="1400" i="1">
                          <a:solidFill>
                            <a:schemeClr val="bg1"/>
                          </a:solidFill>
                          <a:latin typeface="Cambria Math" panose="02040503050406030204" pitchFamily="18" charset="0"/>
                        </a:rPr>
                        <m:t>=</m:t>
                      </m:r>
                      <m:f>
                        <m:fPr>
                          <m:ctrlPr>
                            <a:rPr lang="en-IN" sz="1400" i="1">
                              <a:solidFill>
                                <a:schemeClr val="bg1"/>
                              </a:solidFill>
                              <a:latin typeface="Cambria Math" panose="02040503050406030204" pitchFamily="18" charset="0"/>
                            </a:rPr>
                          </m:ctrlPr>
                        </m:fPr>
                        <m:num>
                          <m:r>
                            <a:rPr lang="en-IN" sz="1400" i="1">
                              <a:solidFill>
                                <a:schemeClr val="bg1"/>
                              </a:solidFill>
                              <a:latin typeface="Cambria Math" panose="02040503050406030204" pitchFamily="18" charset="0"/>
                            </a:rPr>
                            <m:t>𝑛𝑢𝑚𝑏𝑒𝑟</m:t>
                          </m:r>
                          <m:r>
                            <a:rPr lang="en-IN" sz="1400" i="1">
                              <a:solidFill>
                                <a:schemeClr val="bg1"/>
                              </a:solidFill>
                              <a:latin typeface="Cambria Math" panose="02040503050406030204" pitchFamily="18" charset="0"/>
                            </a:rPr>
                            <m:t> </m:t>
                          </m:r>
                          <m:r>
                            <a:rPr lang="en-IN" sz="1400" i="1">
                              <a:solidFill>
                                <a:schemeClr val="bg1"/>
                              </a:solidFill>
                              <a:latin typeface="Cambria Math" panose="02040503050406030204" pitchFamily="18" charset="0"/>
                            </a:rPr>
                            <m:t>𝑜𝑓</m:t>
                          </m:r>
                          <m:r>
                            <a:rPr lang="en-IN" sz="1400" i="1">
                              <a:solidFill>
                                <a:schemeClr val="bg1"/>
                              </a:solidFill>
                              <a:latin typeface="Cambria Math" panose="02040503050406030204" pitchFamily="18" charset="0"/>
                            </a:rPr>
                            <m:t> </m:t>
                          </m:r>
                          <m:r>
                            <a:rPr lang="en-IN" sz="1400" i="1">
                              <a:solidFill>
                                <a:schemeClr val="bg1"/>
                              </a:solidFill>
                              <a:latin typeface="Cambria Math" panose="02040503050406030204" pitchFamily="18" charset="0"/>
                            </a:rPr>
                            <m:t>𝑚𝑜𝑙𝑒𝑠</m:t>
                          </m:r>
                          <m:r>
                            <a:rPr lang="en-IN" sz="1400" i="1">
                              <a:solidFill>
                                <a:schemeClr val="bg1"/>
                              </a:solidFill>
                              <a:latin typeface="Cambria Math" panose="02040503050406030204" pitchFamily="18" charset="0"/>
                            </a:rPr>
                            <m:t> </m:t>
                          </m:r>
                          <m:r>
                            <a:rPr lang="en-IN" sz="1400" i="1">
                              <a:solidFill>
                                <a:schemeClr val="bg1"/>
                              </a:solidFill>
                              <a:latin typeface="Cambria Math" panose="02040503050406030204" pitchFamily="18" charset="0"/>
                            </a:rPr>
                            <m:t>𝑜𝑓</m:t>
                          </m:r>
                          <m:r>
                            <a:rPr lang="en-IN" sz="1400" i="1">
                              <a:solidFill>
                                <a:schemeClr val="bg1"/>
                              </a:solidFill>
                              <a:latin typeface="Cambria Math" panose="02040503050406030204" pitchFamily="18" charset="0"/>
                            </a:rPr>
                            <m:t> </m:t>
                          </m:r>
                          <m:r>
                            <a:rPr lang="en-IN" sz="1400" i="1">
                              <a:solidFill>
                                <a:schemeClr val="bg1"/>
                              </a:solidFill>
                              <a:latin typeface="Cambria Math" panose="02040503050406030204" pitchFamily="18" charset="0"/>
                            </a:rPr>
                            <m:t>𝑔𝑎𝑠</m:t>
                          </m:r>
                          <m:r>
                            <a:rPr lang="en-IN" sz="1400" i="1">
                              <a:solidFill>
                                <a:schemeClr val="bg1"/>
                              </a:solidFill>
                              <a:latin typeface="Cambria Math" panose="02040503050406030204" pitchFamily="18" charset="0"/>
                            </a:rPr>
                            <m:t> </m:t>
                          </m:r>
                          <m:r>
                            <a:rPr lang="en-IN" sz="1400" i="1">
                              <a:solidFill>
                                <a:schemeClr val="bg1"/>
                              </a:solidFill>
                              <a:latin typeface="Cambria Math" panose="02040503050406030204" pitchFamily="18" charset="0"/>
                            </a:rPr>
                            <m:t>𝐴</m:t>
                          </m:r>
                        </m:num>
                        <m:den>
                          <m:r>
                            <a:rPr lang="en-IN" sz="1400" i="1">
                              <a:solidFill>
                                <a:schemeClr val="bg1"/>
                              </a:solidFill>
                              <a:latin typeface="Cambria Math" panose="02040503050406030204" pitchFamily="18" charset="0"/>
                            </a:rPr>
                            <m:t>𝑡𝑜𝑡𝑎𝑙</m:t>
                          </m:r>
                          <m:r>
                            <a:rPr lang="en-IN" sz="1400" i="1">
                              <a:solidFill>
                                <a:schemeClr val="bg1"/>
                              </a:solidFill>
                              <a:latin typeface="Cambria Math" panose="02040503050406030204" pitchFamily="18" charset="0"/>
                            </a:rPr>
                            <m:t> </m:t>
                          </m:r>
                          <m:r>
                            <a:rPr lang="en-IN" sz="1400" i="1">
                              <a:solidFill>
                                <a:schemeClr val="bg1"/>
                              </a:solidFill>
                              <a:latin typeface="Cambria Math" panose="02040503050406030204" pitchFamily="18" charset="0"/>
                            </a:rPr>
                            <m:t>𝑛𝑢𝑚𝑏𝑒𝑟</m:t>
                          </m:r>
                          <m:r>
                            <a:rPr lang="en-IN" sz="1400" i="1">
                              <a:solidFill>
                                <a:schemeClr val="bg1"/>
                              </a:solidFill>
                              <a:latin typeface="Cambria Math" panose="02040503050406030204" pitchFamily="18" charset="0"/>
                            </a:rPr>
                            <m:t> </m:t>
                          </m:r>
                          <m:r>
                            <a:rPr lang="en-IN" sz="1400" i="1">
                              <a:solidFill>
                                <a:schemeClr val="bg1"/>
                              </a:solidFill>
                              <a:latin typeface="Cambria Math" panose="02040503050406030204" pitchFamily="18" charset="0"/>
                            </a:rPr>
                            <m:t>𝑜𝑓</m:t>
                          </m:r>
                          <m:r>
                            <a:rPr lang="en-IN" sz="1400" i="1">
                              <a:solidFill>
                                <a:schemeClr val="bg1"/>
                              </a:solidFill>
                              <a:latin typeface="Cambria Math" panose="02040503050406030204" pitchFamily="18" charset="0"/>
                            </a:rPr>
                            <m:t> </m:t>
                          </m:r>
                          <m:r>
                            <a:rPr lang="en-IN" sz="1400" i="1">
                              <a:solidFill>
                                <a:schemeClr val="bg1"/>
                              </a:solidFill>
                              <a:latin typeface="Cambria Math" panose="02040503050406030204" pitchFamily="18" charset="0"/>
                            </a:rPr>
                            <m:t>𝑚𝑜𝑙𝑒𝑠</m:t>
                          </m:r>
                          <m:r>
                            <a:rPr lang="en-IN" sz="1400" i="1">
                              <a:solidFill>
                                <a:schemeClr val="bg1"/>
                              </a:solidFill>
                              <a:latin typeface="Cambria Math" panose="02040503050406030204" pitchFamily="18" charset="0"/>
                            </a:rPr>
                            <m:t> </m:t>
                          </m:r>
                          <m:r>
                            <a:rPr lang="en-IN" sz="1400" i="1">
                              <a:solidFill>
                                <a:schemeClr val="bg1"/>
                              </a:solidFill>
                              <a:latin typeface="Cambria Math" panose="02040503050406030204" pitchFamily="18" charset="0"/>
                            </a:rPr>
                            <m:t>𝑜𝑓</m:t>
                          </m:r>
                          <m:r>
                            <a:rPr lang="en-IN" sz="1400" i="1">
                              <a:solidFill>
                                <a:schemeClr val="bg1"/>
                              </a:solidFill>
                              <a:latin typeface="Cambria Math" panose="02040503050406030204" pitchFamily="18" charset="0"/>
                            </a:rPr>
                            <m:t> </m:t>
                          </m:r>
                          <m:r>
                            <a:rPr lang="en-IN" sz="1400" i="1">
                              <a:solidFill>
                                <a:schemeClr val="bg1"/>
                              </a:solidFill>
                              <a:latin typeface="Cambria Math" panose="02040503050406030204" pitchFamily="18" charset="0"/>
                            </a:rPr>
                            <m:t>𝑎𝑙𝑙</m:t>
                          </m:r>
                          <m:r>
                            <a:rPr lang="en-IN" sz="1400" i="1">
                              <a:solidFill>
                                <a:schemeClr val="bg1"/>
                              </a:solidFill>
                              <a:latin typeface="Cambria Math" panose="02040503050406030204" pitchFamily="18" charset="0"/>
                            </a:rPr>
                            <m:t> </m:t>
                          </m:r>
                          <m:r>
                            <a:rPr lang="en-IN" sz="1400" i="1">
                              <a:solidFill>
                                <a:schemeClr val="bg1"/>
                              </a:solidFill>
                              <a:latin typeface="Cambria Math" panose="02040503050406030204" pitchFamily="18" charset="0"/>
                            </a:rPr>
                            <m:t>𝑔𝑎𝑠𝑒𝑠</m:t>
                          </m:r>
                        </m:den>
                      </m:f>
                    </m:oMath>
                  </m:oMathPara>
                </a14:m>
                <a:endParaRPr lang="en-IN" sz="1400" dirty="0">
                  <a:latin typeface="+mn-lt"/>
                </a:endParaRPr>
              </a:p>
              <a:p>
                <a:pPr marL="452438" indent="0">
                  <a:buNone/>
                </a:pPr>
                <a:endParaRPr lang="en-IN" sz="1400" dirty="0">
                  <a:latin typeface="+mn-lt"/>
                </a:endParaRPr>
              </a:p>
              <a:p>
                <a:pPr lvl="0"/>
                <a:r>
                  <a:rPr lang="en-IN" sz="1400" dirty="0">
                    <a:latin typeface="+mn-lt"/>
                  </a:rPr>
                  <a:t> Similarly, partial pressure of gas B= x</a:t>
                </a:r>
                <a:r>
                  <a:rPr lang="en-IN" sz="1400" baseline="-25000" dirty="0">
                    <a:latin typeface="+mn-lt"/>
                  </a:rPr>
                  <a:t>2</a:t>
                </a:r>
                <a:r>
                  <a:rPr lang="en-IN" sz="1400" dirty="0">
                    <a:latin typeface="+mn-lt"/>
                  </a:rPr>
                  <a:t>P</a:t>
                </a:r>
              </a:p>
              <a:p>
                <a:pPr marL="114300" lvl="0" indent="0">
                  <a:buNone/>
                </a:pPr>
                <a:r>
                  <a:rPr lang="en-IN" sz="1400" dirty="0">
                    <a:latin typeface="+mn-lt"/>
                  </a:rPr>
                  <a:t>where x</a:t>
                </a:r>
                <a:r>
                  <a:rPr lang="en-IN" sz="1400" baseline="-25000" dirty="0">
                    <a:latin typeface="+mn-lt"/>
                  </a:rPr>
                  <a:t>2</a:t>
                </a:r>
                <a:r>
                  <a:rPr lang="en-IN" sz="1400" dirty="0">
                    <a:latin typeface="+mn-lt"/>
                  </a:rPr>
                  <a:t> is the mole fraction of gas B.</a:t>
                </a:r>
              </a:p>
              <a:p>
                <a:pPr lvl="0"/>
                <a:endParaRPr lang="en-IN" dirty="0"/>
              </a:p>
              <a:p>
                <a:pPr marL="127000" indent="0" algn="just">
                  <a:buNone/>
                </a:pPr>
                <a:endParaRPr lang="en-IN" dirty="0">
                  <a:solidFill>
                    <a:schemeClr val="tx1">
                      <a:lumMod val="95000"/>
                      <a:lumOff val="5000"/>
                    </a:schemeClr>
                  </a:solidFill>
                </a:endParaRPr>
              </a:p>
              <a:p>
                <a:pPr marL="114300" lvl="0" indent="0">
                  <a:buNone/>
                </a:pPr>
                <a:endParaRPr lang="en-IN" dirty="0"/>
              </a:p>
              <a:p>
                <a:pPr marL="0" lvl="0" indent="0" algn="l" rtl="0">
                  <a:spcBef>
                    <a:spcPts val="1600"/>
                  </a:spcBef>
                  <a:spcAft>
                    <a:spcPts val="1600"/>
                  </a:spcAft>
                  <a:buNone/>
                </a:pPr>
                <a:endParaRPr dirty="0"/>
              </a:p>
            </p:txBody>
          </p:sp>
        </mc:Choice>
        <mc:Fallback xmlns="">
          <p:sp>
            <p:nvSpPr>
              <p:cNvPr id="124" name="Google Shape;124;p27"/>
              <p:cNvSpPr txBox="1">
                <a:spLocks noGrp="1" noRot="1" noChangeAspect="1" noMove="1" noResize="1" noEditPoints="1" noAdjustHandles="1" noChangeArrowheads="1" noChangeShapeType="1" noTextEdit="1"/>
              </p:cNvSpPr>
              <p:nvPr>
                <p:ph type="body" idx="2"/>
              </p:nvPr>
            </p:nvSpPr>
            <p:spPr>
              <a:xfrm>
                <a:off x="4939500" y="724200"/>
                <a:ext cx="3837000" cy="3695100"/>
              </a:xfrm>
              <a:prstGeom prst="rect">
                <a:avLst/>
              </a:prstGeom>
              <a:blipFill>
                <a:blip r:embed="rId3"/>
                <a:stretch>
                  <a:fillRect/>
                </a:stretch>
              </a:blipFill>
            </p:spPr>
            <p:txBody>
              <a:bodyPr/>
              <a:lstStyle/>
              <a:p>
                <a:r>
                  <a:rPr lang="en-US">
                    <a:noFill/>
                  </a:rPr>
                  <a:t> </a:t>
                </a:r>
              </a:p>
            </p:txBody>
          </p:sp>
        </mc:Fallback>
      </mc:AlternateContent>
      <p:sp>
        <p:nvSpPr>
          <p:cNvPr id="126" name="Google Shape;126;p27"/>
          <p:cNvSpPr txBox="1"/>
          <p:nvPr/>
        </p:nvSpPr>
        <p:spPr>
          <a:xfrm>
            <a:off x="2002971" y="4546950"/>
            <a:ext cx="2331854" cy="278400"/>
          </a:xfrm>
          <a:prstGeom prst="rect">
            <a:avLst/>
          </a:prstGeom>
          <a:noFill/>
          <a:ln>
            <a:noFill/>
          </a:ln>
        </p:spPr>
        <p:txBody>
          <a:bodyPr spcFirstLastPara="1" wrap="square" lIns="91425" tIns="91425" rIns="91425" bIns="91425" anchor="t" anchorCtr="0">
            <a:noAutofit/>
          </a:bodyPr>
          <a:lstStyle/>
          <a:p>
            <a:pPr lvl="0"/>
            <a:r>
              <a:rPr lang="en-IN" sz="1100" dirty="0">
                <a:solidFill>
                  <a:srgbClr val="666666"/>
                </a:solidFill>
              </a:rPr>
              <a:t>Partial pressure and total pressure</a:t>
            </a:r>
          </a:p>
        </p:txBody>
      </p:sp>
      <p:pic>
        <p:nvPicPr>
          <p:cNvPr id="2" name="Picture 1"/>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55430" y="1986782"/>
            <a:ext cx="3169920" cy="1773936"/>
          </a:xfrm>
          <a:prstGeom prst="rect">
            <a:avLst/>
          </a:prstGeom>
        </p:spPr>
      </p:pic>
      <p:sp>
        <p:nvSpPr>
          <p:cNvPr id="3" name="Rectangle 2"/>
          <p:cNvSpPr/>
          <p:nvPr/>
        </p:nvSpPr>
        <p:spPr>
          <a:xfrm>
            <a:off x="1837441" y="3818036"/>
            <a:ext cx="1013418" cy="335798"/>
          </a:xfrm>
          <a:prstGeom prst="rect">
            <a:avLst/>
          </a:prstGeom>
        </p:spPr>
        <p:txBody>
          <a:bodyPr wrap="none">
            <a:spAutoFit/>
          </a:bodyPr>
          <a:lstStyle/>
          <a:p>
            <a:pPr marL="0" indent="0" algn="ctr">
              <a:lnSpc>
                <a:spcPct val="113000"/>
              </a:lnSpc>
              <a:buNone/>
            </a:pPr>
            <a:r>
              <a:rPr lang="en-IN" dirty="0"/>
              <a:t>P=P</a:t>
            </a:r>
            <a:r>
              <a:rPr lang="en-IN" baseline="-25000" dirty="0"/>
              <a:t>A</a:t>
            </a:r>
            <a:r>
              <a:rPr lang="en-IN" dirty="0"/>
              <a:t> + P</a:t>
            </a:r>
            <a:r>
              <a:rPr lang="en-IN" baseline="-25000" dirty="0"/>
              <a:t>B</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116"/>
        <p:cNvGrpSpPr/>
        <p:nvPr/>
      </p:nvGrpSpPr>
      <p:grpSpPr>
        <a:xfrm>
          <a:off x="0" y="0"/>
          <a:ext cx="0" cy="0"/>
          <a:chOff x="0" y="0"/>
          <a:chExt cx="0" cy="0"/>
        </a:xfrm>
      </p:grpSpPr>
      <p:sp>
        <p:nvSpPr>
          <p:cNvPr id="117" name="Google Shape;117;p26"/>
          <p:cNvSpPr txBox="1">
            <a:spLocks noGrp="1"/>
          </p:cNvSpPr>
          <p:nvPr>
            <p:ph type="title"/>
          </p:nvPr>
        </p:nvSpPr>
        <p:spPr>
          <a:xfrm>
            <a:off x="933025" y="592925"/>
            <a:ext cx="6305100" cy="767700"/>
          </a:xfrm>
          <a:prstGeom prst="rect">
            <a:avLst/>
          </a:prstGeom>
        </p:spPr>
        <p:txBody>
          <a:bodyPr spcFirstLastPara="1" wrap="square" lIns="91425" tIns="91425" rIns="91425" bIns="91425" anchor="b" anchorCtr="0">
            <a:noAutofit/>
          </a:bodyPr>
          <a:lstStyle/>
          <a:p>
            <a:pPr lvl="0"/>
            <a:r>
              <a:rPr lang="en-IN" dirty="0"/>
              <a:t>Equilibrium expression in terms of partial pressure</a:t>
            </a:r>
          </a:p>
        </p:txBody>
      </p:sp>
      <mc:AlternateContent xmlns:mc="http://schemas.openxmlformats.org/markup-compatibility/2006" xmlns:a14="http://schemas.microsoft.com/office/drawing/2010/main">
        <mc:Choice Requires="a14">
          <p:sp>
            <p:nvSpPr>
              <p:cNvPr id="118" name="Google Shape;118;p26"/>
              <p:cNvSpPr txBox="1"/>
              <p:nvPr/>
            </p:nvSpPr>
            <p:spPr>
              <a:xfrm>
                <a:off x="702600" y="2028225"/>
                <a:ext cx="7330800" cy="2492100"/>
              </a:xfrm>
              <a:prstGeom prst="rect">
                <a:avLst/>
              </a:prstGeom>
              <a:noFill/>
              <a:ln>
                <a:noFill/>
              </a:ln>
            </p:spPr>
            <p:txBody>
              <a:bodyPr spcFirstLastPara="1" wrap="square" lIns="91425" tIns="91425" rIns="91425" bIns="91425" anchor="t" anchorCtr="0">
                <a:noAutofit/>
              </a:bodyPr>
              <a:lstStyle/>
              <a:p>
                <a:pPr marL="457200" lvl="0" indent="-342900">
                  <a:lnSpc>
                    <a:spcPct val="114000"/>
                  </a:lnSpc>
                  <a:buSzPts val="1800"/>
                  <a:buFont typeface="Arial"/>
                  <a:buChar char="●"/>
                  <a:defRPr/>
                </a:pPr>
                <a:r>
                  <a:rPr lang="en-IN" dirty="0">
                    <a:solidFill>
                      <a:srgbClr val="080808"/>
                    </a:solidFill>
                  </a:rPr>
                  <a:t>The equilibrium expression in terms of partial pressure for the reaction of nitrogen and hydrogen to form ammonia is written as</a:t>
                </a:r>
              </a:p>
              <a:p>
                <a:pPr marL="0" indent="0" algn="ctr">
                  <a:lnSpc>
                    <a:spcPct val="113000"/>
                  </a:lnSpc>
                  <a:buNone/>
                </a:pPr>
                <a:r>
                  <a:rPr lang="en-IN" dirty="0">
                    <a:solidFill>
                      <a:srgbClr val="000000"/>
                    </a:solidFill>
                  </a:rPr>
                  <a:t>N</a:t>
                </a:r>
                <a:r>
                  <a:rPr lang="en-IN" baseline="-25000" dirty="0">
                    <a:solidFill>
                      <a:srgbClr val="000000"/>
                    </a:solidFill>
                  </a:rPr>
                  <a:t>2</a:t>
                </a:r>
                <a:r>
                  <a:rPr lang="en-IN" dirty="0">
                    <a:solidFill>
                      <a:srgbClr val="000000"/>
                    </a:solidFill>
                  </a:rPr>
                  <a:t> (g) + 3H</a:t>
                </a:r>
                <a:r>
                  <a:rPr lang="en-IN" baseline="-25000" dirty="0">
                    <a:solidFill>
                      <a:srgbClr val="000000"/>
                    </a:solidFill>
                  </a:rPr>
                  <a:t>2</a:t>
                </a:r>
                <a:r>
                  <a:rPr lang="en-IN" dirty="0">
                    <a:solidFill>
                      <a:srgbClr val="000000"/>
                    </a:solidFill>
                  </a:rPr>
                  <a:t> (g) ⇋ 2NH</a:t>
                </a:r>
                <a:r>
                  <a:rPr lang="en-IN" baseline="-25000" dirty="0">
                    <a:solidFill>
                      <a:srgbClr val="000000"/>
                    </a:solidFill>
                  </a:rPr>
                  <a:t>3</a:t>
                </a:r>
                <a:r>
                  <a:rPr lang="en-IN" dirty="0">
                    <a:solidFill>
                      <a:srgbClr val="000000"/>
                    </a:solidFill>
                  </a:rPr>
                  <a:t> (g)</a:t>
                </a:r>
              </a:p>
              <a:p>
                <a:pPr marL="0" indent="0">
                  <a:lnSpc>
                    <a:spcPct val="113000"/>
                  </a:lnSpc>
                  <a:buNone/>
                </a:pPr>
                <a14:m>
                  <m:oMathPara xmlns:m="http://schemas.openxmlformats.org/officeDocument/2006/math">
                    <m:oMathParaPr>
                      <m:jc m:val="centerGroup"/>
                    </m:oMathParaPr>
                    <m:oMath xmlns:m="http://schemas.openxmlformats.org/officeDocument/2006/math">
                      <m:sSub>
                        <m:sSubPr>
                          <m:ctrlPr>
                            <a:rPr lang="ar-AE" i="1">
                              <a:solidFill>
                                <a:srgbClr val="000000"/>
                              </a:solidFill>
                              <a:latin typeface="Cambria Math" panose="02040503050406030204" pitchFamily="18" charset="0"/>
                            </a:rPr>
                          </m:ctrlPr>
                        </m:sSubPr>
                        <m:e>
                          <m:r>
                            <a:rPr lang="ar-AE" i="1">
                              <a:solidFill>
                                <a:srgbClr val="000000"/>
                              </a:solidFill>
                              <a:latin typeface="Cambria Math" panose="02040503050406030204" pitchFamily="18" charset="0"/>
                            </a:rPr>
                            <m:t>𝐾</m:t>
                          </m:r>
                        </m:e>
                        <m:sub>
                          <m:r>
                            <a:rPr lang="ar-AE" i="1">
                              <a:solidFill>
                                <a:srgbClr val="000000"/>
                              </a:solidFill>
                              <a:latin typeface="Cambria Math" panose="02040503050406030204" pitchFamily="18" charset="0"/>
                            </a:rPr>
                            <m:t>𝑝</m:t>
                          </m:r>
                        </m:sub>
                      </m:sSub>
                      <m:r>
                        <a:rPr lang="ar-AE" i="1">
                          <a:solidFill>
                            <a:srgbClr val="000000"/>
                          </a:solidFill>
                          <a:latin typeface="Cambria Math" panose="02040503050406030204" pitchFamily="18" charset="0"/>
                        </a:rPr>
                        <m:t>=</m:t>
                      </m:r>
                      <m:f>
                        <m:fPr>
                          <m:ctrlPr>
                            <a:rPr lang="ar-AE" i="1">
                              <a:solidFill>
                                <a:srgbClr val="000000"/>
                              </a:solidFill>
                              <a:latin typeface="Cambria Math" panose="02040503050406030204" pitchFamily="18" charset="0"/>
                            </a:rPr>
                          </m:ctrlPr>
                        </m:fPr>
                        <m:num>
                          <m:sSup>
                            <m:sSupPr>
                              <m:ctrlPr>
                                <a:rPr lang="ar-AE" i="1">
                                  <a:solidFill>
                                    <a:srgbClr val="000000"/>
                                  </a:solidFill>
                                  <a:latin typeface="Cambria Math" panose="02040503050406030204" pitchFamily="18" charset="0"/>
                                </a:rPr>
                              </m:ctrlPr>
                            </m:sSupPr>
                            <m:e>
                              <m:sSub>
                                <m:sSubPr>
                                  <m:ctrlPr>
                                    <a:rPr lang="ar-AE" i="1">
                                      <a:solidFill>
                                        <a:srgbClr val="000000"/>
                                      </a:solidFill>
                                      <a:latin typeface="Cambria Math" panose="02040503050406030204" pitchFamily="18" charset="0"/>
                                    </a:rPr>
                                  </m:ctrlPr>
                                </m:sSubPr>
                                <m:e>
                                  <m:r>
                                    <a:rPr lang="ar-AE" i="1">
                                      <a:solidFill>
                                        <a:srgbClr val="000000"/>
                                      </a:solidFill>
                                      <a:latin typeface="Cambria Math" panose="02040503050406030204" pitchFamily="18" charset="0"/>
                                    </a:rPr>
                                    <m:t>𝑝</m:t>
                                  </m:r>
                                </m:e>
                                <m:sub>
                                  <m:r>
                                    <a:rPr lang="ar-AE" i="1">
                                      <a:solidFill>
                                        <a:srgbClr val="000000"/>
                                      </a:solidFill>
                                      <a:latin typeface="Cambria Math" panose="02040503050406030204" pitchFamily="18" charset="0"/>
                                    </a:rPr>
                                    <m:t>𝑁</m:t>
                                  </m:r>
                                  <m:sSub>
                                    <m:sSubPr>
                                      <m:ctrlPr>
                                        <a:rPr lang="ar-AE" i="1">
                                          <a:solidFill>
                                            <a:srgbClr val="000000"/>
                                          </a:solidFill>
                                          <a:latin typeface="Cambria Math" panose="02040503050406030204" pitchFamily="18" charset="0"/>
                                        </a:rPr>
                                      </m:ctrlPr>
                                    </m:sSubPr>
                                    <m:e>
                                      <m:r>
                                        <a:rPr lang="ar-AE" i="1">
                                          <a:solidFill>
                                            <a:srgbClr val="000000"/>
                                          </a:solidFill>
                                          <a:latin typeface="Cambria Math" panose="02040503050406030204" pitchFamily="18" charset="0"/>
                                        </a:rPr>
                                        <m:t>𝐻</m:t>
                                      </m:r>
                                    </m:e>
                                    <m:sub>
                                      <m:r>
                                        <a:rPr lang="ar-AE" i="1">
                                          <a:solidFill>
                                            <a:srgbClr val="000000"/>
                                          </a:solidFill>
                                          <a:latin typeface="Cambria Math" panose="02040503050406030204" pitchFamily="18" charset="0"/>
                                        </a:rPr>
                                        <m:t>3</m:t>
                                      </m:r>
                                    </m:sub>
                                  </m:sSub>
                                </m:sub>
                              </m:sSub>
                            </m:e>
                            <m:sup>
                              <m:r>
                                <a:rPr lang="ar-AE" i="1">
                                  <a:solidFill>
                                    <a:srgbClr val="000000"/>
                                  </a:solidFill>
                                  <a:latin typeface="Cambria Math" panose="02040503050406030204" pitchFamily="18" charset="0"/>
                                </a:rPr>
                                <m:t>2</m:t>
                              </m:r>
                            </m:sup>
                          </m:sSup>
                        </m:num>
                        <m:den>
                          <m:sSup>
                            <m:sSupPr>
                              <m:ctrlPr>
                                <a:rPr lang="ar-AE" i="1">
                                  <a:solidFill>
                                    <a:srgbClr val="000000"/>
                                  </a:solidFill>
                                  <a:latin typeface="Cambria Math" panose="02040503050406030204" pitchFamily="18" charset="0"/>
                                </a:rPr>
                              </m:ctrlPr>
                            </m:sSupPr>
                            <m:e>
                              <m:sSub>
                                <m:sSubPr>
                                  <m:ctrlPr>
                                    <a:rPr lang="ar-AE" i="1">
                                      <a:solidFill>
                                        <a:srgbClr val="000000"/>
                                      </a:solidFill>
                                      <a:latin typeface="Cambria Math" panose="02040503050406030204" pitchFamily="18" charset="0"/>
                                    </a:rPr>
                                  </m:ctrlPr>
                                </m:sSubPr>
                                <m:e>
                                  <m:r>
                                    <a:rPr lang="ar-AE" i="1">
                                      <a:solidFill>
                                        <a:srgbClr val="000000"/>
                                      </a:solidFill>
                                      <a:latin typeface="Cambria Math" panose="02040503050406030204" pitchFamily="18" charset="0"/>
                                    </a:rPr>
                                    <m:t>𝑝</m:t>
                                  </m:r>
                                </m:e>
                                <m:sub>
                                  <m:sSub>
                                    <m:sSubPr>
                                      <m:ctrlPr>
                                        <a:rPr lang="ar-AE" i="1">
                                          <a:solidFill>
                                            <a:srgbClr val="000000"/>
                                          </a:solidFill>
                                          <a:latin typeface="Cambria Math" panose="02040503050406030204" pitchFamily="18" charset="0"/>
                                        </a:rPr>
                                      </m:ctrlPr>
                                    </m:sSubPr>
                                    <m:e>
                                      <m:r>
                                        <a:rPr lang="ar-AE" i="1">
                                          <a:solidFill>
                                            <a:srgbClr val="000000"/>
                                          </a:solidFill>
                                          <a:latin typeface="Cambria Math" panose="02040503050406030204" pitchFamily="18" charset="0"/>
                                        </a:rPr>
                                        <m:t>𝑁</m:t>
                                      </m:r>
                                    </m:e>
                                    <m:sub>
                                      <m:r>
                                        <a:rPr lang="ar-AE" i="1">
                                          <a:solidFill>
                                            <a:srgbClr val="000000"/>
                                          </a:solidFill>
                                          <a:latin typeface="Cambria Math" panose="02040503050406030204" pitchFamily="18" charset="0"/>
                                        </a:rPr>
                                        <m:t>2</m:t>
                                      </m:r>
                                    </m:sub>
                                  </m:sSub>
                                </m:sub>
                              </m:sSub>
                              <m:r>
                                <a:rPr lang="ar-AE" i="1">
                                  <a:solidFill>
                                    <a:srgbClr val="000000"/>
                                  </a:solidFill>
                                  <a:latin typeface="Cambria Math" panose="02040503050406030204" pitchFamily="18" charset="0"/>
                                </a:rPr>
                                <m:t>×</m:t>
                              </m:r>
                              <m:sSub>
                                <m:sSubPr>
                                  <m:ctrlPr>
                                    <a:rPr lang="ar-AE" i="1">
                                      <a:solidFill>
                                        <a:srgbClr val="000000"/>
                                      </a:solidFill>
                                      <a:latin typeface="Cambria Math" panose="02040503050406030204" pitchFamily="18" charset="0"/>
                                    </a:rPr>
                                  </m:ctrlPr>
                                </m:sSubPr>
                                <m:e>
                                  <m:r>
                                    <a:rPr lang="ar-AE" i="1">
                                      <a:solidFill>
                                        <a:srgbClr val="000000"/>
                                      </a:solidFill>
                                      <a:latin typeface="Cambria Math" panose="02040503050406030204" pitchFamily="18" charset="0"/>
                                    </a:rPr>
                                    <m:t>𝑝</m:t>
                                  </m:r>
                                </m:e>
                                <m:sub>
                                  <m:sSub>
                                    <m:sSubPr>
                                      <m:ctrlPr>
                                        <a:rPr lang="ar-AE" i="1">
                                          <a:solidFill>
                                            <a:srgbClr val="000000"/>
                                          </a:solidFill>
                                          <a:latin typeface="Cambria Math" panose="02040503050406030204" pitchFamily="18" charset="0"/>
                                        </a:rPr>
                                      </m:ctrlPr>
                                    </m:sSubPr>
                                    <m:e>
                                      <m:r>
                                        <a:rPr lang="ar-AE" i="1">
                                          <a:solidFill>
                                            <a:srgbClr val="000000"/>
                                          </a:solidFill>
                                          <a:latin typeface="Cambria Math" panose="02040503050406030204" pitchFamily="18" charset="0"/>
                                        </a:rPr>
                                        <m:t>𝐻</m:t>
                                      </m:r>
                                    </m:e>
                                    <m:sub>
                                      <m:r>
                                        <a:rPr lang="ar-AE" i="1">
                                          <a:solidFill>
                                            <a:srgbClr val="000000"/>
                                          </a:solidFill>
                                          <a:latin typeface="Cambria Math" panose="02040503050406030204" pitchFamily="18" charset="0"/>
                                        </a:rPr>
                                        <m:t>2</m:t>
                                      </m:r>
                                    </m:sub>
                                  </m:sSub>
                                </m:sub>
                              </m:sSub>
                            </m:e>
                            <m:sup>
                              <m:r>
                                <a:rPr lang="ar-AE" i="1">
                                  <a:solidFill>
                                    <a:srgbClr val="000000"/>
                                  </a:solidFill>
                                  <a:latin typeface="Cambria Math" panose="02040503050406030204" pitchFamily="18" charset="0"/>
                                </a:rPr>
                                <m:t>3</m:t>
                              </m:r>
                            </m:sup>
                          </m:sSup>
                        </m:den>
                      </m:f>
                    </m:oMath>
                  </m:oMathPara>
                </a14:m>
                <a:endParaRPr lang="en-IN" dirty="0">
                  <a:solidFill>
                    <a:srgbClr val="080808"/>
                  </a:solidFill>
                </a:endParaRPr>
              </a:p>
              <a:p>
                <a:pPr marL="457200" lvl="0" indent="-342900">
                  <a:lnSpc>
                    <a:spcPct val="114000"/>
                  </a:lnSpc>
                  <a:buSzPts val="1800"/>
                  <a:buFont typeface="Arial"/>
                  <a:buChar char="●"/>
                  <a:defRPr/>
                </a:pPr>
                <a:r>
                  <a:rPr lang="en-IN" dirty="0">
                    <a:solidFill>
                      <a:srgbClr val="080808"/>
                    </a:solidFill>
                  </a:rPr>
                  <a:t>The units of pressure is Pascals (Pa). The unit of </a:t>
                </a:r>
                <a:r>
                  <a:rPr lang="en-IN" dirty="0" err="1">
                    <a:solidFill>
                      <a:srgbClr val="080808"/>
                    </a:solidFill>
                  </a:rPr>
                  <a:t>K</a:t>
                </a:r>
                <a:r>
                  <a:rPr lang="en-IN" baseline="-25000" dirty="0" err="1">
                    <a:solidFill>
                      <a:srgbClr val="080808"/>
                    </a:solidFill>
                  </a:rPr>
                  <a:t>p</a:t>
                </a:r>
                <a:r>
                  <a:rPr lang="en-IN" baseline="-25000" dirty="0">
                    <a:solidFill>
                      <a:srgbClr val="080808"/>
                    </a:solidFill>
                  </a:rPr>
                  <a:t> </a:t>
                </a:r>
                <a:r>
                  <a:rPr lang="en-IN" dirty="0">
                    <a:solidFill>
                      <a:srgbClr val="080808"/>
                    </a:solidFill>
                  </a:rPr>
                  <a:t>depends on the expression of </a:t>
                </a:r>
                <a:r>
                  <a:rPr lang="en-IN" dirty="0" err="1">
                    <a:solidFill>
                      <a:srgbClr val="080808"/>
                    </a:solidFill>
                  </a:rPr>
                  <a:t>K</a:t>
                </a:r>
                <a:r>
                  <a:rPr lang="en-IN" baseline="-25000" dirty="0" err="1">
                    <a:solidFill>
                      <a:srgbClr val="080808"/>
                    </a:solidFill>
                  </a:rPr>
                  <a:t>p</a:t>
                </a:r>
                <a:r>
                  <a:rPr lang="en-IN" dirty="0">
                    <a:solidFill>
                      <a:srgbClr val="080808"/>
                    </a:solidFill>
                  </a:rPr>
                  <a:t>.</a:t>
                </a:r>
              </a:p>
              <a:p>
                <a:pPr marL="457200" lvl="0" indent="-342900">
                  <a:lnSpc>
                    <a:spcPct val="114000"/>
                  </a:lnSpc>
                  <a:buSzPts val="1800"/>
                  <a:buFont typeface="Arial"/>
                  <a:buChar char="●"/>
                  <a:defRPr/>
                </a:pPr>
                <a:r>
                  <a:rPr lang="en-IN" dirty="0">
                    <a:solidFill>
                      <a:srgbClr val="080808"/>
                    </a:solidFill>
                  </a:rPr>
                  <a:t>In this example of the production of ammonia, the units of </a:t>
                </a:r>
                <a:r>
                  <a:rPr lang="en-IN" dirty="0" err="1">
                    <a:solidFill>
                      <a:srgbClr val="080808"/>
                    </a:solidFill>
                  </a:rPr>
                  <a:t>K</a:t>
                </a:r>
                <a:r>
                  <a:rPr lang="en-IN" baseline="-25000" dirty="0" err="1">
                    <a:solidFill>
                      <a:srgbClr val="080808"/>
                    </a:solidFill>
                  </a:rPr>
                  <a:t>p</a:t>
                </a:r>
                <a:r>
                  <a:rPr lang="en-IN" dirty="0">
                    <a:solidFill>
                      <a:srgbClr val="080808"/>
                    </a:solidFill>
                  </a:rPr>
                  <a:t> are</a:t>
                </a:r>
              </a:p>
              <a:p>
                <a:pPr marL="114300" lvl="0">
                  <a:lnSpc>
                    <a:spcPct val="114000"/>
                  </a:lnSpc>
                  <a:buSzPts val="1800"/>
                  <a:defRPr/>
                </a:pPr>
                <a14:m>
                  <m:oMathPara xmlns:m="http://schemas.openxmlformats.org/officeDocument/2006/math">
                    <m:oMathParaPr>
                      <m:jc m:val="centerGroup"/>
                    </m:oMathParaPr>
                    <m:oMath xmlns:m="http://schemas.openxmlformats.org/officeDocument/2006/math">
                      <m:sSub>
                        <m:sSubPr>
                          <m:ctrlPr>
                            <a:rPr lang="ar-AE" i="1" smtClean="0">
                              <a:solidFill>
                                <a:srgbClr val="000000"/>
                              </a:solidFill>
                              <a:latin typeface="Cambria Math" panose="02040503050406030204" pitchFamily="18" charset="0"/>
                            </a:rPr>
                          </m:ctrlPr>
                        </m:sSubPr>
                        <m:e>
                          <m:r>
                            <a:rPr lang="ar-AE" i="1">
                              <a:solidFill>
                                <a:srgbClr val="000000"/>
                              </a:solidFill>
                              <a:latin typeface="Cambria Math" panose="02040503050406030204" pitchFamily="18" charset="0"/>
                            </a:rPr>
                            <m:t>𝐾</m:t>
                          </m:r>
                        </m:e>
                        <m:sub>
                          <m:r>
                            <a:rPr lang="ar-AE" i="1">
                              <a:solidFill>
                                <a:srgbClr val="000000"/>
                              </a:solidFill>
                              <a:latin typeface="Cambria Math" panose="02040503050406030204" pitchFamily="18" charset="0"/>
                            </a:rPr>
                            <m:t>𝑝</m:t>
                          </m:r>
                        </m:sub>
                      </m:sSub>
                      <m:r>
                        <a:rPr lang="ar-AE" i="1">
                          <a:solidFill>
                            <a:srgbClr val="000000"/>
                          </a:solidFill>
                          <a:latin typeface="Cambria Math" panose="02040503050406030204" pitchFamily="18" charset="0"/>
                        </a:rPr>
                        <m:t>=</m:t>
                      </m:r>
                      <m:f>
                        <m:fPr>
                          <m:ctrlPr>
                            <a:rPr lang="ar-AE" i="1">
                              <a:solidFill>
                                <a:srgbClr val="000000"/>
                              </a:solidFill>
                              <a:latin typeface="Cambria Math" panose="02040503050406030204" pitchFamily="18" charset="0"/>
                            </a:rPr>
                          </m:ctrlPr>
                        </m:fPr>
                        <m:num>
                          <m:sSup>
                            <m:sSupPr>
                              <m:ctrlPr>
                                <a:rPr lang="ar-AE" i="1">
                                  <a:solidFill>
                                    <a:srgbClr val="000000"/>
                                  </a:solidFill>
                                  <a:latin typeface="Cambria Math" panose="02040503050406030204" pitchFamily="18" charset="0"/>
                                </a:rPr>
                              </m:ctrlPr>
                            </m:sSupPr>
                            <m:e>
                              <m:r>
                                <a:rPr lang="ar-AE" i="1">
                                  <a:solidFill>
                                    <a:srgbClr val="000000"/>
                                  </a:solidFill>
                                  <a:latin typeface="Cambria Math" panose="02040503050406030204" pitchFamily="18" charset="0"/>
                                </a:rPr>
                                <m:t>𝑃𝑎</m:t>
                              </m:r>
                            </m:e>
                            <m:sup>
                              <m:r>
                                <a:rPr lang="ar-AE" i="1">
                                  <a:solidFill>
                                    <a:srgbClr val="000000"/>
                                  </a:solidFill>
                                  <a:latin typeface="Cambria Math" panose="02040503050406030204" pitchFamily="18" charset="0"/>
                                </a:rPr>
                                <m:t>2</m:t>
                              </m:r>
                            </m:sup>
                          </m:sSup>
                        </m:num>
                        <m:den>
                          <m:sSup>
                            <m:sSupPr>
                              <m:ctrlPr>
                                <a:rPr lang="ar-AE" i="1">
                                  <a:solidFill>
                                    <a:srgbClr val="000000"/>
                                  </a:solidFill>
                                  <a:latin typeface="Cambria Math" panose="02040503050406030204" pitchFamily="18" charset="0"/>
                                </a:rPr>
                              </m:ctrlPr>
                            </m:sSupPr>
                            <m:e>
                              <m:r>
                                <a:rPr lang="ar-AE" i="1">
                                  <a:solidFill>
                                    <a:srgbClr val="000000"/>
                                  </a:solidFill>
                                  <a:latin typeface="Cambria Math" panose="02040503050406030204" pitchFamily="18" charset="0"/>
                                </a:rPr>
                                <m:t>𝑃𝑎</m:t>
                              </m:r>
                              <m:r>
                                <a:rPr lang="ar-AE" i="1">
                                  <a:solidFill>
                                    <a:srgbClr val="000000"/>
                                  </a:solidFill>
                                  <a:latin typeface="Cambria Math" panose="02040503050406030204" pitchFamily="18" charset="0"/>
                                </a:rPr>
                                <m:t>×</m:t>
                              </m:r>
                              <m:r>
                                <a:rPr lang="ar-AE" i="1">
                                  <a:solidFill>
                                    <a:srgbClr val="000000"/>
                                  </a:solidFill>
                                  <a:latin typeface="Cambria Math" panose="02040503050406030204" pitchFamily="18" charset="0"/>
                                </a:rPr>
                                <m:t>𝑃𝑎</m:t>
                              </m:r>
                            </m:e>
                            <m:sup>
                              <m:r>
                                <a:rPr lang="ar-AE" i="1">
                                  <a:solidFill>
                                    <a:srgbClr val="000000"/>
                                  </a:solidFill>
                                  <a:latin typeface="Cambria Math" panose="02040503050406030204" pitchFamily="18" charset="0"/>
                                </a:rPr>
                                <m:t>3</m:t>
                              </m:r>
                            </m:sup>
                          </m:sSup>
                        </m:den>
                      </m:f>
                      <m:r>
                        <a:rPr lang="ar-AE" i="1">
                          <a:solidFill>
                            <a:srgbClr val="000000"/>
                          </a:solidFill>
                          <a:latin typeface="Cambria Math" panose="02040503050406030204" pitchFamily="18" charset="0"/>
                        </a:rPr>
                        <m:t>=</m:t>
                      </m:r>
                      <m:sSup>
                        <m:sSupPr>
                          <m:ctrlPr>
                            <a:rPr lang="ar-AE" i="1">
                              <a:solidFill>
                                <a:srgbClr val="000000"/>
                              </a:solidFill>
                              <a:latin typeface="Cambria Math" panose="02040503050406030204" pitchFamily="18" charset="0"/>
                            </a:rPr>
                          </m:ctrlPr>
                        </m:sSupPr>
                        <m:e>
                          <m:r>
                            <a:rPr lang="ar-AE" i="1">
                              <a:solidFill>
                                <a:srgbClr val="000000"/>
                              </a:solidFill>
                              <a:latin typeface="Cambria Math" panose="02040503050406030204" pitchFamily="18" charset="0"/>
                            </a:rPr>
                            <m:t>𝑃𝑎</m:t>
                          </m:r>
                        </m:e>
                        <m:sup>
                          <m:r>
                            <a:rPr lang="ar-AE" i="1">
                              <a:solidFill>
                                <a:srgbClr val="000000"/>
                              </a:solidFill>
                              <a:latin typeface="Cambria Math" panose="02040503050406030204" pitchFamily="18" charset="0"/>
                            </a:rPr>
                            <m:t>−</m:t>
                          </m:r>
                          <m:r>
                            <a:rPr lang="ar-AE" i="1">
                              <a:solidFill>
                                <a:srgbClr val="000000"/>
                              </a:solidFill>
                              <a:latin typeface="Cambria Math" panose="02040503050406030204" pitchFamily="18" charset="0"/>
                            </a:rPr>
                            <m:t>2</m:t>
                          </m:r>
                        </m:sup>
                      </m:sSup>
                    </m:oMath>
                  </m:oMathPara>
                </a14:m>
                <a:endParaRPr lang="en-IN" dirty="0">
                  <a:solidFill>
                    <a:srgbClr val="080808"/>
                  </a:solidFill>
                </a:endParaRPr>
              </a:p>
            </p:txBody>
          </p:sp>
        </mc:Choice>
        <mc:Fallback xmlns="">
          <p:sp>
            <p:nvSpPr>
              <p:cNvPr id="118" name="Google Shape;118;p26"/>
              <p:cNvSpPr txBox="1">
                <a:spLocks noRot="1" noChangeAspect="1" noMove="1" noResize="1" noEditPoints="1" noAdjustHandles="1" noChangeArrowheads="1" noChangeShapeType="1" noTextEdit="1"/>
              </p:cNvSpPr>
              <p:nvPr/>
            </p:nvSpPr>
            <p:spPr>
              <a:xfrm>
                <a:off x="702600" y="2028225"/>
                <a:ext cx="7330800" cy="2492100"/>
              </a:xfrm>
              <a:prstGeom prst="rect">
                <a:avLst/>
              </a:prstGeom>
              <a:blipFill>
                <a:blip r:embed="rId3"/>
                <a:stretch>
                  <a:fillRect b="-6091"/>
                </a:stretch>
              </a:blipFill>
              <a:ln>
                <a:noFill/>
              </a:ln>
            </p:spPr>
            <p:txBody>
              <a:bodyPr/>
              <a:lstStyle/>
              <a:p>
                <a:r>
                  <a:rPr lang="en-US">
                    <a:noFill/>
                  </a:rPr>
                  <a:t> </a:t>
                </a:r>
              </a:p>
            </p:txBody>
          </p:sp>
        </mc:Fallback>
      </mc:AlternateContent>
    </p:spTree>
    <p:extLst>
      <p:ext uri="{BB962C8B-B14F-4D97-AF65-F5344CB8AC3E}">
        <p14:creationId xmlns:p14="http://schemas.microsoft.com/office/powerpoint/2010/main" val="818640286"/>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116"/>
        <p:cNvGrpSpPr/>
        <p:nvPr/>
      </p:nvGrpSpPr>
      <p:grpSpPr>
        <a:xfrm>
          <a:off x="0" y="0"/>
          <a:ext cx="0" cy="0"/>
          <a:chOff x="0" y="0"/>
          <a:chExt cx="0" cy="0"/>
        </a:xfrm>
      </p:grpSpPr>
      <p:sp>
        <p:nvSpPr>
          <p:cNvPr id="117" name="Google Shape;117;p26"/>
          <p:cNvSpPr txBox="1">
            <a:spLocks noGrp="1"/>
          </p:cNvSpPr>
          <p:nvPr>
            <p:ph type="title"/>
          </p:nvPr>
        </p:nvSpPr>
        <p:spPr>
          <a:xfrm>
            <a:off x="933025" y="592925"/>
            <a:ext cx="6305100" cy="767700"/>
          </a:xfrm>
          <a:prstGeom prst="rect">
            <a:avLst/>
          </a:prstGeom>
        </p:spPr>
        <p:txBody>
          <a:bodyPr spcFirstLastPara="1" wrap="square" lIns="91425" tIns="91425" rIns="91425" bIns="91425" anchor="b" anchorCtr="0">
            <a:noAutofit/>
          </a:bodyPr>
          <a:lstStyle/>
          <a:p>
            <a:pPr lvl="0"/>
            <a:r>
              <a:rPr lang="en-IN" dirty="0"/>
              <a:t>Equilibrium expression in terms of partial pressure</a:t>
            </a:r>
          </a:p>
        </p:txBody>
      </p:sp>
      <p:sp>
        <p:nvSpPr>
          <p:cNvPr id="118" name="Google Shape;118;p26"/>
          <p:cNvSpPr txBox="1"/>
          <p:nvPr/>
        </p:nvSpPr>
        <p:spPr>
          <a:xfrm>
            <a:off x="702600" y="2028225"/>
            <a:ext cx="7330800" cy="2492100"/>
          </a:xfrm>
          <a:prstGeom prst="rect">
            <a:avLst/>
          </a:prstGeom>
          <a:noFill/>
          <a:ln>
            <a:noFill/>
          </a:ln>
        </p:spPr>
        <p:txBody>
          <a:bodyPr spcFirstLastPara="1" wrap="square" lIns="91425" tIns="91425" rIns="91425" bIns="91425" anchor="t" anchorCtr="0">
            <a:noAutofit/>
          </a:bodyPr>
          <a:lstStyle/>
          <a:p>
            <a:pPr marL="0" indent="0">
              <a:lnSpc>
                <a:spcPct val="113000"/>
              </a:lnSpc>
              <a:buNone/>
            </a:pPr>
            <a:r>
              <a:rPr lang="en-IN" b="1" dirty="0"/>
              <a:t>Example 5: </a:t>
            </a:r>
            <a:r>
              <a:rPr lang="en-IN" dirty="0"/>
              <a:t>Consider the following reaction,</a:t>
            </a:r>
          </a:p>
          <a:p>
            <a:pPr marL="0" indent="0" algn="ctr">
              <a:lnSpc>
                <a:spcPct val="113000"/>
              </a:lnSpc>
              <a:buNone/>
            </a:pPr>
            <a:r>
              <a:rPr lang="en-IN" dirty="0"/>
              <a:t>2SO</a:t>
            </a:r>
            <a:r>
              <a:rPr lang="en-IN" baseline="-25000" dirty="0"/>
              <a:t>2</a:t>
            </a:r>
            <a:r>
              <a:rPr lang="en-IN" dirty="0"/>
              <a:t> (g) + O</a:t>
            </a:r>
            <a:r>
              <a:rPr lang="en-IN" baseline="-25000" dirty="0"/>
              <a:t>2</a:t>
            </a:r>
            <a:r>
              <a:rPr lang="en-IN" dirty="0"/>
              <a:t> (g) ⇋ 2SO</a:t>
            </a:r>
            <a:r>
              <a:rPr lang="en-IN" baseline="-25000" dirty="0"/>
              <a:t>3</a:t>
            </a:r>
            <a:r>
              <a:rPr lang="en-IN" dirty="0"/>
              <a:t> (g)</a:t>
            </a:r>
          </a:p>
          <a:p>
            <a:pPr marL="0" indent="0">
              <a:lnSpc>
                <a:spcPct val="113000"/>
              </a:lnSpc>
              <a:buNone/>
            </a:pPr>
            <a:r>
              <a:rPr lang="en-IN" dirty="0"/>
              <a:t>2 </a:t>
            </a:r>
            <a:r>
              <a:rPr lang="en-IN" dirty="0" err="1"/>
              <a:t>mol</a:t>
            </a:r>
            <a:r>
              <a:rPr lang="en-IN" dirty="0"/>
              <a:t> of SO</a:t>
            </a:r>
            <a:r>
              <a:rPr lang="en-IN" baseline="-25000" dirty="0"/>
              <a:t>2</a:t>
            </a:r>
            <a:r>
              <a:rPr lang="en-IN" dirty="0"/>
              <a:t> and 1 </a:t>
            </a:r>
            <a:r>
              <a:rPr lang="en-IN" dirty="0" err="1"/>
              <a:t>mol</a:t>
            </a:r>
            <a:r>
              <a:rPr lang="en-IN" dirty="0"/>
              <a:t> of O</a:t>
            </a:r>
            <a:r>
              <a:rPr lang="en-IN" baseline="-25000" dirty="0"/>
              <a:t>2</a:t>
            </a:r>
            <a:r>
              <a:rPr lang="en-IN" dirty="0"/>
              <a:t> are added together and the mixture is allowed to reach equilibrium. At equilibrium 30% of SO</a:t>
            </a:r>
            <a:r>
              <a:rPr lang="en-IN" baseline="-25000" dirty="0"/>
              <a:t>2</a:t>
            </a:r>
            <a:r>
              <a:rPr lang="en-IN" dirty="0"/>
              <a:t> has reacted. If the total pressure is 8×10</a:t>
            </a:r>
            <a:r>
              <a:rPr lang="en-IN" baseline="30000" dirty="0"/>
              <a:t>6</a:t>
            </a:r>
            <a:r>
              <a:rPr lang="en-IN" dirty="0"/>
              <a:t> Pa, calculate the value of </a:t>
            </a:r>
            <a:r>
              <a:rPr lang="en-IN" dirty="0" err="1"/>
              <a:t>K</a:t>
            </a:r>
            <a:r>
              <a:rPr lang="en-IN" baseline="-25000" dirty="0" err="1"/>
              <a:t>p</a:t>
            </a:r>
            <a:r>
              <a:rPr lang="en-IN" dirty="0"/>
              <a:t> for this reaction.</a:t>
            </a:r>
          </a:p>
          <a:p>
            <a:pPr marL="0" indent="0">
              <a:lnSpc>
                <a:spcPct val="113000"/>
              </a:lnSpc>
              <a:buNone/>
            </a:pPr>
            <a:r>
              <a:rPr lang="en-IN" b="1" dirty="0"/>
              <a:t>Solution:</a:t>
            </a:r>
          </a:p>
          <a:p>
            <a:pPr marL="0" indent="0">
              <a:lnSpc>
                <a:spcPct val="113000"/>
              </a:lnSpc>
              <a:buNone/>
            </a:pPr>
            <a:r>
              <a:rPr lang="en-IN" dirty="0"/>
              <a:t>Step 1: Finding the number of moles at equilibrium,</a:t>
            </a:r>
          </a:p>
          <a:p>
            <a:pPr marL="0" indent="0">
              <a:lnSpc>
                <a:spcPct val="113000"/>
              </a:lnSpc>
              <a:buNone/>
            </a:pPr>
            <a:endParaRPr lang="en-IN" dirty="0">
              <a:solidFill>
                <a:srgbClr val="080808"/>
              </a:solidFill>
            </a:endParaRPr>
          </a:p>
        </p:txBody>
      </p:sp>
      <p:graphicFrame>
        <p:nvGraphicFramePr>
          <p:cNvPr id="4" name="Table 3"/>
          <p:cNvGraphicFramePr>
            <a:graphicFrameLocks noGrp="1"/>
          </p:cNvGraphicFramePr>
          <p:nvPr/>
        </p:nvGraphicFramePr>
        <p:xfrm>
          <a:off x="2086012" y="3874914"/>
          <a:ext cx="3999125" cy="1098487"/>
        </p:xfrm>
        <a:graphic>
          <a:graphicData uri="http://schemas.openxmlformats.org/drawingml/2006/table">
            <a:tbl>
              <a:tblPr firstRow="1" firstCol="1" bandRow="1"/>
              <a:tblGrid>
                <a:gridCol w="1663549">
                  <a:extLst>
                    <a:ext uri="{9D8B030D-6E8A-4147-A177-3AD203B41FA5}">
                      <a16:colId xmlns:a16="http://schemas.microsoft.com/office/drawing/2014/main" val="45720938"/>
                    </a:ext>
                  </a:extLst>
                </a:gridCol>
                <a:gridCol w="826265">
                  <a:extLst>
                    <a:ext uri="{9D8B030D-6E8A-4147-A177-3AD203B41FA5}">
                      <a16:colId xmlns:a16="http://schemas.microsoft.com/office/drawing/2014/main" val="180919614"/>
                    </a:ext>
                  </a:extLst>
                </a:gridCol>
                <a:gridCol w="638978">
                  <a:extLst>
                    <a:ext uri="{9D8B030D-6E8A-4147-A177-3AD203B41FA5}">
                      <a16:colId xmlns:a16="http://schemas.microsoft.com/office/drawing/2014/main" val="3943071138"/>
                    </a:ext>
                  </a:extLst>
                </a:gridCol>
                <a:gridCol w="870333">
                  <a:extLst>
                    <a:ext uri="{9D8B030D-6E8A-4147-A177-3AD203B41FA5}">
                      <a16:colId xmlns:a16="http://schemas.microsoft.com/office/drawing/2014/main" val="1467317479"/>
                    </a:ext>
                  </a:extLst>
                </a:gridCol>
              </a:tblGrid>
              <a:tr h="177673">
                <a:tc>
                  <a:txBody>
                    <a:bodyPr/>
                    <a:lstStyle>
                      <a:lvl1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9pPr>
                    </a:lstStyle>
                    <a:p>
                      <a:pPr marL="457200" algn="ctr">
                        <a:lnSpc>
                          <a:spcPct val="106000"/>
                        </a:lnSpc>
                        <a:spcAft>
                          <a:spcPts val="0"/>
                        </a:spcAft>
                      </a:pPr>
                      <a:r>
                        <a:rPr lang="en-IN" sz="1400" dirty="0">
                          <a:solidFill>
                            <a:schemeClr val="bg1"/>
                          </a:solidFill>
                          <a:effectLst/>
                          <a:latin typeface="+mn-lt"/>
                          <a:ea typeface="Times New Roman" panose="02020603050405020304" pitchFamily="18" charset="0"/>
                          <a:cs typeface="Calibri" panose="020F0502020204030204" pitchFamily="34" charset="0"/>
                        </a:rPr>
                        <a:t> </a:t>
                      </a:r>
                      <a:endParaRPr lang="en-IN" sz="1400" dirty="0">
                        <a:solidFill>
                          <a:schemeClr val="bg1"/>
                        </a:solidFill>
                        <a:effectLst/>
                        <a:latin typeface="+mn-lt"/>
                        <a:ea typeface="Calibri" panose="020F0502020204030204" pitchFamily="34"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9pPr>
                    </a:lstStyle>
                    <a:p>
                      <a:pPr marL="0" indent="0" algn="ctr">
                        <a:lnSpc>
                          <a:spcPct val="106000"/>
                        </a:lnSpc>
                        <a:spcAft>
                          <a:spcPts val="0"/>
                        </a:spcAft>
                      </a:pPr>
                      <a:r>
                        <a:rPr lang="en-IN" sz="1400" dirty="0">
                          <a:solidFill>
                            <a:schemeClr val="bg1"/>
                          </a:solidFill>
                          <a:effectLst/>
                          <a:latin typeface="+mn-lt"/>
                          <a:ea typeface="Calibri" panose="020F0502020204030204" pitchFamily="34" charset="0"/>
                          <a:cs typeface="Calibri" panose="020F0502020204030204" pitchFamily="34" charset="0"/>
                        </a:rPr>
                        <a:t>SO</a:t>
                      </a:r>
                      <a:r>
                        <a:rPr lang="en-IN" sz="1400" baseline="-25000" dirty="0">
                          <a:solidFill>
                            <a:schemeClr val="bg1"/>
                          </a:solidFill>
                          <a:effectLst/>
                          <a:latin typeface="+mn-lt"/>
                          <a:ea typeface="Calibri" panose="020F0502020204030204" pitchFamily="34" charset="0"/>
                          <a:cs typeface="Calibri" panose="020F0502020204030204" pitchFamily="34" charset="0"/>
                        </a:rPr>
                        <a:t>2</a:t>
                      </a:r>
                      <a:endParaRPr lang="en-IN" sz="1400" dirty="0">
                        <a:solidFill>
                          <a:schemeClr val="bg1"/>
                        </a:solidFill>
                        <a:effectLst/>
                        <a:latin typeface="+mn-lt"/>
                        <a:ea typeface="Calibri" panose="020F0502020204030204" pitchFamily="34"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9pPr>
                    </a:lstStyle>
                    <a:p>
                      <a:pPr marL="0" indent="0" algn="ctr">
                        <a:lnSpc>
                          <a:spcPct val="106000"/>
                        </a:lnSpc>
                        <a:spcAft>
                          <a:spcPts val="0"/>
                        </a:spcAft>
                      </a:pPr>
                      <a:r>
                        <a:rPr lang="en-IN" sz="1400" dirty="0">
                          <a:solidFill>
                            <a:schemeClr val="bg1"/>
                          </a:solidFill>
                          <a:effectLst/>
                          <a:latin typeface="+mn-lt"/>
                          <a:ea typeface="Calibri" panose="020F0502020204030204" pitchFamily="34" charset="0"/>
                          <a:cs typeface="Calibri" panose="020F0502020204030204" pitchFamily="34" charset="0"/>
                        </a:rPr>
                        <a:t>O</a:t>
                      </a:r>
                      <a:r>
                        <a:rPr lang="en-IN" sz="1400" baseline="-25000" dirty="0">
                          <a:solidFill>
                            <a:schemeClr val="bg1"/>
                          </a:solidFill>
                          <a:effectLst/>
                          <a:latin typeface="+mn-lt"/>
                          <a:ea typeface="Calibri" panose="020F0502020204030204" pitchFamily="34" charset="0"/>
                          <a:cs typeface="Calibri" panose="020F0502020204030204" pitchFamily="34" charset="0"/>
                        </a:rPr>
                        <a:t>2</a:t>
                      </a:r>
                      <a:endParaRPr lang="en-IN" sz="1400" dirty="0">
                        <a:solidFill>
                          <a:schemeClr val="bg1"/>
                        </a:solidFill>
                        <a:effectLst/>
                        <a:latin typeface="+mn-lt"/>
                        <a:ea typeface="Calibri" panose="020F0502020204030204" pitchFamily="34"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9pPr>
                    </a:lstStyle>
                    <a:p>
                      <a:pPr marL="0" indent="0" algn="ctr">
                        <a:lnSpc>
                          <a:spcPct val="106000"/>
                        </a:lnSpc>
                        <a:spcAft>
                          <a:spcPts val="0"/>
                        </a:spcAft>
                      </a:pPr>
                      <a:r>
                        <a:rPr lang="en-IN" sz="1400" dirty="0">
                          <a:solidFill>
                            <a:schemeClr val="bg1"/>
                          </a:solidFill>
                          <a:effectLst/>
                          <a:latin typeface="+mn-lt"/>
                          <a:ea typeface="Calibri" panose="020F0502020204030204" pitchFamily="34" charset="0"/>
                          <a:cs typeface="Calibri" panose="020F0502020204030204" pitchFamily="34" charset="0"/>
                        </a:rPr>
                        <a:t>SO</a:t>
                      </a:r>
                      <a:r>
                        <a:rPr lang="en-IN" sz="1400" baseline="-25000" dirty="0">
                          <a:solidFill>
                            <a:schemeClr val="bg1"/>
                          </a:solidFill>
                          <a:effectLst/>
                          <a:latin typeface="+mn-lt"/>
                          <a:ea typeface="Calibri" panose="020F0502020204030204" pitchFamily="34" charset="0"/>
                          <a:cs typeface="Calibri" panose="020F0502020204030204" pitchFamily="34" charset="0"/>
                        </a:rPr>
                        <a:t>3</a:t>
                      </a:r>
                      <a:endParaRPr lang="en-IN" sz="1400" dirty="0">
                        <a:solidFill>
                          <a:schemeClr val="bg1"/>
                        </a:solidFill>
                        <a:effectLst/>
                        <a:latin typeface="+mn-lt"/>
                        <a:ea typeface="Calibri" panose="020F0502020204030204" pitchFamily="34"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00B050"/>
                    </a:solidFill>
                  </a:tcPr>
                </a:tc>
                <a:extLst>
                  <a:ext uri="{0D108BD9-81ED-4DB2-BD59-A6C34878D82A}">
                    <a16:rowId xmlns:a16="http://schemas.microsoft.com/office/drawing/2014/main" val="1512757263"/>
                  </a:ext>
                </a:extLst>
              </a:tr>
              <a:tr h="355346">
                <a:tc>
                  <a:txBody>
                    <a:bodyPr/>
                    <a:lstStyle>
                      <a:lvl1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9pPr>
                    </a:lstStyle>
                    <a:p>
                      <a:pPr marL="0" marR="0" indent="0" algn="ctr" rtl="0">
                        <a:lnSpc>
                          <a:spcPct val="106000"/>
                        </a:lnSpc>
                        <a:spcBef>
                          <a:spcPts val="0"/>
                        </a:spcBef>
                        <a:spcAft>
                          <a:spcPts val="0"/>
                        </a:spcAft>
                        <a:buClr>
                          <a:srgbClr val="000000"/>
                        </a:buClr>
                        <a:buFont typeface="Arial"/>
                      </a:pPr>
                      <a:r>
                        <a:rPr lang="en-IN" sz="1400" b="0" i="0" u="none" strike="noStrike" cap="none" dirty="0">
                          <a:solidFill>
                            <a:srgbClr val="000000"/>
                          </a:solidFill>
                          <a:effectLst/>
                          <a:latin typeface="+mn-lt"/>
                          <a:ea typeface="Calibri" panose="020F0502020204030204" pitchFamily="34" charset="0"/>
                          <a:cs typeface="Calibri" panose="020F0502020204030204" pitchFamily="34" charset="0"/>
                          <a:sym typeface="Arial"/>
                        </a:rPr>
                        <a:t>initial moles</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9pPr>
                    </a:lstStyle>
                    <a:p>
                      <a:pPr marL="0" marR="0" indent="0" algn="ctr" rtl="0">
                        <a:lnSpc>
                          <a:spcPct val="106000"/>
                        </a:lnSpc>
                        <a:spcBef>
                          <a:spcPts val="0"/>
                        </a:spcBef>
                        <a:spcAft>
                          <a:spcPts val="0"/>
                        </a:spcAft>
                        <a:buClr>
                          <a:srgbClr val="000000"/>
                        </a:buClr>
                        <a:buFont typeface="Arial"/>
                      </a:pPr>
                      <a:r>
                        <a:rPr lang="en-IN" sz="1400" b="0" i="0" u="none" strike="noStrike" cap="none" dirty="0">
                          <a:solidFill>
                            <a:srgbClr val="000000"/>
                          </a:solidFill>
                          <a:effectLst/>
                          <a:latin typeface="+mn-lt"/>
                          <a:ea typeface="Calibri" panose="020F0502020204030204" pitchFamily="34" charset="0"/>
                          <a:cs typeface="Calibri" panose="020F0502020204030204" pitchFamily="34" charset="0"/>
                          <a:sym typeface="Arial"/>
                        </a:rPr>
                        <a:t>2</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9pPr>
                    </a:lstStyle>
                    <a:p>
                      <a:pPr marL="0" marR="0" indent="0" algn="ctr" rtl="0">
                        <a:lnSpc>
                          <a:spcPct val="106000"/>
                        </a:lnSpc>
                        <a:spcBef>
                          <a:spcPts val="0"/>
                        </a:spcBef>
                        <a:spcAft>
                          <a:spcPts val="0"/>
                        </a:spcAft>
                        <a:buClr>
                          <a:srgbClr val="000000"/>
                        </a:buClr>
                        <a:buFont typeface="Arial"/>
                      </a:pPr>
                      <a:r>
                        <a:rPr lang="en-IN" sz="1400" b="0" i="0" u="none" strike="noStrike" cap="none" dirty="0">
                          <a:solidFill>
                            <a:srgbClr val="000000"/>
                          </a:solidFill>
                          <a:effectLst/>
                          <a:latin typeface="+mn-lt"/>
                          <a:ea typeface="Calibri" panose="020F0502020204030204" pitchFamily="34" charset="0"/>
                          <a:cs typeface="Calibri" panose="020F0502020204030204" pitchFamily="34" charset="0"/>
                          <a:sym typeface="Arial"/>
                        </a:rPr>
                        <a:t>1</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9pPr>
                    </a:lstStyle>
                    <a:p>
                      <a:pPr marL="0" marR="0" indent="0" algn="ctr" rtl="0">
                        <a:lnSpc>
                          <a:spcPct val="106000"/>
                        </a:lnSpc>
                        <a:spcBef>
                          <a:spcPts val="0"/>
                        </a:spcBef>
                        <a:spcAft>
                          <a:spcPts val="0"/>
                        </a:spcAft>
                        <a:buClr>
                          <a:srgbClr val="000000"/>
                        </a:buClr>
                        <a:buFont typeface="Arial"/>
                      </a:pPr>
                      <a:r>
                        <a:rPr lang="en-IN" sz="1400" b="0" i="0" u="none" strike="noStrike" cap="none" dirty="0">
                          <a:solidFill>
                            <a:srgbClr val="000000"/>
                          </a:solidFill>
                          <a:effectLst/>
                          <a:latin typeface="+mn-lt"/>
                          <a:ea typeface="Calibri" panose="020F0502020204030204" pitchFamily="34" charset="0"/>
                          <a:cs typeface="Calibri" panose="020F0502020204030204" pitchFamily="34" charset="0"/>
                          <a:sym typeface="Arial"/>
                        </a:rPr>
                        <a:t>0</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68901162"/>
                  </a:ext>
                </a:extLst>
              </a:tr>
              <a:tr h="533019">
                <a:tc>
                  <a:txBody>
                    <a:bodyPr/>
                    <a:lstStyle>
                      <a:lvl1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9pPr>
                    </a:lstStyle>
                    <a:p>
                      <a:pPr marL="0" marR="0" indent="0" algn="ctr" rtl="0">
                        <a:lnSpc>
                          <a:spcPct val="106000"/>
                        </a:lnSpc>
                        <a:spcBef>
                          <a:spcPts val="0"/>
                        </a:spcBef>
                        <a:spcAft>
                          <a:spcPts val="0"/>
                        </a:spcAft>
                        <a:buClr>
                          <a:srgbClr val="000000"/>
                        </a:buClr>
                        <a:buFont typeface="Arial"/>
                      </a:pPr>
                      <a:r>
                        <a:rPr lang="en-IN" sz="1400" b="0" i="0" u="none" strike="noStrike" cap="none" dirty="0">
                          <a:solidFill>
                            <a:srgbClr val="000000"/>
                          </a:solidFill>
                          <a:effectLst/>
                          <a:latin typeface="+mn-lt"/>
                          <a:ea typeface="Calibri" panose="020F0502020204030204" pitchFamily="34" charset="0"/>
                          <a:cs typeface="Calibri" panose="020F0502020204030204" pitchFamily="34" charset="0"/>
                          <a:sym typeface="Arial"/>
                        </a:rPr>
                        <a:t>equilibrium moles </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9pPr>
                    </a:lstStyle>
                    <a:p>
                      <a:pPr marL="0" marR="0" indent="0" algn="ctr" rtl="0">
                        <a:lnSpc>
                          <a:spcPct val="106000"/>
                        </a:lnSpc>
                        <a:spcBef>
                          <a:spcPts val="0"/>
                        </a:spcBef>
                        <a:spcAft>
                          <a:spcPts val="0"/>
                        </a:spcAft>
                        <a:buClr>
                          <a:srgbClr val="000000"/>
                        </a:buClr>
                        <a:buFont typeface="Arial"/>
                      </a:pPr>
                      <a:r>
                        <a:rPr lang="en-IN" sz="1400" b="0" i="0" u="none" strike="noStrike" cap="none" dirty="0">
                          <a:solidFill>
                            <a:srgbClr val="000000"/>
                          </a:solidFill>
                          <a:effectLst/>
                          <a:latin typeface="+mn-lt"/>
                          <a:ea typeface="Calibri" panose="020F0502020204030204" pitchFamily="34" charset="0"/>
                          <a:cs typeface="Calibri" panose="020F0502020204030204" pitchFamily="34" charset="0"/>
                          <a:sym typeface="Arial"/>
                        </a:rPr>
                        <a:t>1.4</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9pPr>
                    </a:lstStyle>
                    <a:p>
                      <a:pPr marL="0" marR="0" indent="0" algn="ctr" rtl="0">
                        <a:lnSpc>
                          <a:spcPct val="106000"/>
                        </a:lnSpc>
                        <a:spcBef>
                          <a:spcPts val="0"/>
                        </a:spcBef>
                        <a:spcAft>
                          <a:spcPts val="0"/>
                        </a:spcAft>
                        <a:buClr>
                          <a:srgbClr val="000000"/>
                        </a:buClr>
                        <a:buFont typeface="Arial"/>
                      </a:pPr>
                      <a:r>
                        <a:rPr lang="en-IN" sz="1400" b="0" i="0" u="none" strike="noStrike" cap="none" dirty="0">
                          <a:solidFill>
                            <a:srgbClr val="000000"/>
                          </a:solidFill>
                          <a:effectLst/>
                          <a:latin typeface="+mn-lt"/>
                          <a:ea typeface="Calibri" panose="020F0502020204030204" pitchFamily="34" charset="0"/>
                          <a:cs typeface="Calibri" panose="020F0502020204030204" pitchFamily="34" charset="0"/>
                          <a:sym typeface="Arial"/>
                        </a:rPr>
                        <a:t>0.7</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9pPr>
                    </a:lstStyle>
                    <a:p>
                      <a:pPr marL="0" marR="0" indent="0" algn="ctr" rtl="0">
                        <a:lnSpc>
                          <a:spcPct val="106000"/>
                        </a:lnSpc>
                        <a:spcBef>
                          <a:spcPts val="0"/>
                        </a:spcBef>
                        <a:spcAft>
                          <a:spcPts val="0"/>
                        </a:spcAft>
                        <a:buClr>
                          <a:srgbClr val="000000"/>
                        </a:buClr>
                        <a:buFont typeface="Arial"/>
                      </a:pPr>
                      <a:r>
                        <a:rPr lang="en-IN" sz="1400" b="0" i="0" u="none" strike="noStrike" cap="none" dirty="0">
                          <a:solidFill>
                            <a:srgbClr val="000000"/>
                          </a:solidFill>
                          <a:effectLst/>
                          <a:latin typeface="+mn-lt"/>
                          <a:ea typeface="Calibri" panose="020F0502020204030204" pitchFamily="34" charset="0"/>
                          <a:cs typeface="Calibri" panose="020F0502020204030204" pitchFamily="34" charset="0"/>
                          <a:sym typeface="Arial"/>
                        </a:rPr>
                        <a:t>0.6</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071401270"/>
                  </a:ext>
                </a:extLst>
              </a:tr>
            </a:tbl>
          </a:graphicData>
        </a:graphic>
      </p:graphicFrame>
    </p:spTree>
    <p:extLst>
      <p:ext uri="{BB962C8B-B14F-4D97-AF65-F5344CB8AC3E}">
        <p14:creationId xmlns:p14="http://schemas.microsoft.com/office/powerpoint/2010/main" val="3728713559"/>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Shape 116"/>
        <p:cNvGrpSpPr/>
        <p:nvPr/>
      </p:nvGrpSpPr>
      <p:grpSpPr>
        <a:xfrm>
          <a:off x="0" y="0"/>
          <a:ext cx="0" cy="0"/>
          <a:chOff x="0" y="0"/>
          <a:chExt cx="0" cy="0"/>
        </a:xfrm>
      </p:grpSpPr>
      <p:sp>
        <p:nvSpPr>
          <p:cNvPr id="117" name="Google Shape;117;p26"/>
          <p:cNvSpPr txBox="1">
            <a:spLocks noGrp="1"/>
          </p:cNvSpPr>
          <p:nvPr>
            <p:ph type="title"/>
          </p:nvPr>
        </p:nvSpPr>
        <p:spPr>
          <a:xfrm>
            <a:off x="933025" y="592925"/>
            <a:ext cx="6305100" cy="767700"/>
          </a:xfrm>
          <a:prstGeom prst="rect">
            <a:avLst/>
          </a:prstGeom>
        </p:spPr>
        <p:txBody>
          <a:bodyPr spcFirstLastPara="1" wrap="square" lIns="91425" tIns="91425" rIns="91425" bIns="91425" anchor="b" anchorCtr="0">
            <a:noAutofit/>
          </a:bodyPr>
          <a:lstStyle/>
          <a:p>
            <a:pPr lvl="0"/>
            <a:r>
              <a:rPr lang="en-IN" dirty="0"/>
              <a:t>Equilibrium expression in terms of partial pressure</a:t>
            </a:r>
          </a:p>
        </p:txBody>
      </p:sp>
      <p:sp>
        <p:nvSpPr>
          <p:cNvPr id="118" name="Google Shape;118;p26"/>
          <p:cNvSpPr txBox="1"/>
          <p:nvPr/>
        </p:nvSpPr>
        <p:spPr>
          <a:xfrm>
            <a:off x="658533" y="1829921"/>
            <a:ext cx="7835472" cy="2492100"/>
          </a:xfrm>
          <a:prstGeom prst="rect">
            <a:avLst/>
          </a:prstGeom>
          <a:noFill/>
          <a:ln>
            <a:noFill/>
          </a:ln>
        </p:spPr>
        <p:txBody>
          <a:bodyPr spcFirstLastPara="1" wrap="square" lIns="91425" tIns="91425" rIns="91425" bIns="91425" anchor="t" anchorCtr="0">
            <a:noAutofit/>
          </a:bodyPr>
          <a:lstStyle/>
          <a:p>
            <a:pPr marL="457200" lvl="0" indent="-342900">
              <a:lnSpc>
                <a:spcPct val="114000"/>
              </a:lnSpc>
              <a:buSzPts val="1800"/>
              <a:buFont typeface="Arial"/>
              <a:buChar char="●"/>
              <a:defRPr/>
            </a:pPr>
            <a:r>
              <a:rPr lang="en-IN" dirty="0">
                <a:solidFill>
                  <a:srgbClr val="080808"/>
                </a:solidFill>
              </a:rPr>
              <a:t>Number of moles at equilibrium for SO</a:t>
            </a:r>
            <a:r>
              <a:rPr lang="en-IN" baseline="-25000" dirty="0">
                <a:solidFill>
                  <a:srgbClr val="080808"/>
                </a:solidFill>
              </a:rPr>
              <a:t>2</a:t>
            </a:r>
            <a:r>
              <a:rPr lang="en-IN" dirty="0">
                <a:solidFill>
                  <a:srgbClr val="080808"/>
                </a:solidFill>
              </a:rPr>
              <a:t> = initial moles - moles reacted=2-(0.3×2) = 1.4 </a:t>
            </a:r>
            <a:r>
              <a:rPr lang="en-IN" dirty="0" err="1">
                <a:solidFill>
                  <a:srgbClr val="080808"/>
                </a:solidFill>
              </a:rPr>
              <a:t>mol</a:t>
            </a:r>
            <a:endParaRPr lang="en-IN" dirty="0">
              <a:solidFill>
                <a:srgbClr val="080808"/>
              </a:solidFill>
            </a:endParaRPr>
          </a:p>
          <a:p>
            <a:pPr marL="457200" lvl="0" indent="-342900">
              <a:lnSpc>
                <a:spcPct val="114000"/>
              </a:lnSpc>
              <a:buSzPts val="1800"/>
              <a:buFont typeface="Arial"/>
              <a:buChar char="●"/>
              <a:defRPr/>
            </a:pPr>
            <a:r>
              <a:rPr lang="en-IN" dirty="0">
                <a:solidFill>
                  <a:srgbClr val="080808"/>
                </a:solidFill>
              </a:rPr>
              <a:t>Number of moles at equilibrium for O</a:t>
            </a:r>
            <a:r>
              <a:rPr lang="en-IN" baseline="-25000" dirty="0">
                <a:solidFill>
                  <a:srgbClr val="080808"/>
                </a:solidFill>
              </a:rPr>
              <a:t>2</a:t>
            </a:r>
            <a:r>
              <a:rPr lang="en-IN" dirty="0">
                <a:solidFill>
                  <a:srgbClr val="080808"/>
                </a:solidFill>
              </a:rPr>
              <a:t> = initial moles - moles reacted=1-(0.3×1) = 0.7 </a:t>
            </a:r>
            <a:r>
              <a:rPr lang="en-IN" dirty="0" err="1">
                <a:solidFill>
                  <a:srgbClr val="080808"/>
                </a:solidFill>
              </a:rPr>
              <a:t>mol</a:t>
            </a:r>
            <a:endParaRPr lang="en-IN" dirty="0">
              <a:solidFill>
                <a:srgbClr val="080808"/>
              </a:solidFill>
            </a:endParaRPr>
          </a:p>
          <a:p>
            <a:pPr marL="457200" lvl="0" indent="-342900">
              <a:lnSpc>
                <a:spcPct val="114000"/>
              </a:lnSpc>
              <a:buSzPts val="1800"/>
              <a:buFont typeface="Arial"/>
              <a:buChar char="●"/>
              <a:defRPr/>
            </a:pPr>
            <a:r>
              <a:rPr lang="en-IN" dirty="0">
                <a:solidFill>
                  <a:srgbClr val="080808"/>
                </a:solidFill>
              </a:rPr>
              <a:t>Number of moles at equilibrium for SO</a:t>
            </a:r>
            <a:r>
              <a:rPr lang="en-IN" baseline="-25000" dirty="0">
                <a:solidFill>
                  <a:srgbClr val="080808"/>
                </a:solidFill>
              </a:rPr>
              <a:t>3</a:t>
            </a:r>
            <a:r>
              <a:rPr lang="en-IN" dirty="0">
                <a:solidFill>
                  <a:srgbClr val="080808"/>
                </a:solidFill>
              </a:rPr>
              <a:t> = initial moles + moles formed= (0.3×2) = 0.6 </a:t>
            </a:r>
            <a:r>
              <a:rPr lang="en-IN" dirty="0" err="1">
                <a:solidFill>
                  <a:srgbClr val="080808"/>
                </a:solidFill>
              </a:rPr>
              <a:t>mol</a:t>
            </a:r>
            <a:endParaRPr lang="en-IN" dirty="0">
              <a:solidFill>
                <a:srgbClr val="080808"/>
              </a:solidFill>
            </a:endParaRPr>
          </a:p>
          <a:p>
            <a:pPr marL="114300">
              <a:lnSpc>
                <a:spcPct val="114000"/>
              </a:lnSpc>
              <a:buSzPts val="1800"/>
              <a:defRPr/>
            </a:pPr>
            <a:r>
              <a:rPr lang="en-IN" dirty="0">
                <a:solidFill>
                  <a:srgbClr val="000000">
                    <a:lumMod val="95000"/>
                    <a:lumOff val="5000"/>
                  </a:srgbClr>
                </a:solidFill>
              </a:rPr>
              <a:t>Step 2: Finding the partial pressures of all gases,</a:t>
            </a:r>
          </a:p>
          <a:p>
            <a:pPr marL="114300" lvl="0">
              <a:lnSpc>
                <a:spcPct val="114000"/>
              </a:lnSpc>
              <a:buSzPts val="1800"/>
              <a:defRPr/>
            </a:pPr>
            <a:endParaRPr lang="en-IN" dirty="0">
              <a:solidFill>
                <a:srgbClr val="080808"/>
              </a:solidFill>
            </a:endParaRPr>
          </a:p>
        </p:txBody>
      </p:sp>
      <mc:AlternateContent xmlns:mc="http://schemas.openxmlformats.org/markup-compatibility/2006" xmlns:a14="http://schemas.microsoft.com/office/drawing/2010/main">
        <mc:Choice Requires="a14">
          <p:graphicFrame>
            <p:nvGraphicFramePr>
              <p:cNvPr id="5" name="Table 4"/>
              <p:cNvGraphicFramePr>
                <a:graphicFrameLocks noGrp="1"/>
              </p:cNvGraphicFramePr>
              <p:nvPr>
                <p:extLst>
                  <p:ext uri="{D42A27DB-BD31-4B8C-83A1-F6EECF244321}">
                    <p14:modId xmlns:p14="http://schemas.microsoft.com/office/powerpoint/2010/main" val="4283634299"/>
                  </p:ext>
                </p:extLst>
              </p:nvPr>
            </p:nvGraphicFramePr>
            <p:xfrm>
              <a:off x="1530105" y="2963537"/>
              <a:ext cx="6246564" cy="2036338"/>
            </p:xfrm>
            <a:graphic>
              <a:graphicData uri="http://schemas.openxmlformats.org/drawingml/2006/table">
                <a:tbl>
                  <a:tblPr firstRow="1" firstCol="1" bandRow="1"/>
                  <a:tblGrid>
                    <a:gridCol w="1561641">
                      <a:extLst>
                        <a:ext uri="{9D8B030D-6E8A-4147-A177-3AD203B41FA5}">
                          <a16:colId xmlns:a16="http://schemas.microsoft.com/office/drawing/2014/main" val="1047362548"/>
                        </a:ext>
                      </a:extLst>
                    </a:gridCol>
                    <a:gridCol w="1561641">
                      <a:extLst>
                        <a:ext uri="{9D8B030D-6E8A-4147-A177-3AD203B41FA5}">
                          <a16:colId xmlns:a16="http://schemas.microsoft.com/office/drawing/2014/main" val="1202384482"/>
                        </a:ext>
                      </a:extLst>
                    </a:gridCol>
                    <a:gridCol w="1561641">
                      <a:extLst>
                        <a:ext uri="{9D8B030D-6E8A-4147-A177-3AD203B41FA5}">
                          <a16:colId xmlns:a16="http://schemas.microsoft.com/office/drawing/2014/main" val="4013555506"/>
                        </a:ext>
                      </a:extLst>
                    </a:gridCol>
                    <a:gridCol w="1561641">
                      <a:extLst>
                        <a:ext uri="{9D8B030D-6E8A-4147-A177-3AD203B41FA5}">
                          <a16:colId xmlns:a16="http://schemas.microsoft.com/office/drawing/2014/main" val="1728496670"/>
                        </a:ext>
                      </a:extLst>
                    </a:gridCol>
                  </a:tblGrid>
                  <a:tr h="177477">
                    <a:tc>
                      <a:txBody>
                        <a:bodyPr/>
                        <a:lstStyle>
                          <a:lvl1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9pPr>
                        </a:lstStyle>
                        <a:p>
                          <a:pPr marL="457200" algn="ctr">
                            <a:lnSpc>
                              <a:spcPct val="106000"/>
                            </a:lnSpc>
                            <a:spcAft>
                              <a:spcPts val="0"/>
                            </a:spcAft>
                          </a:pPr>
                          <a:r>
                            <a:rPr lang="en-IN" sz="1400" dirty="0">
                              <a:solidFill>
                                <a:schemeClr val="bg1"/>
                              </a:solidFill>
                              <a:effectLst/>
                              <a:latin typeface="+mn-lt"/>
                              <a:ea typeface="Times New Roman" panose="02020603050405020304" pitchFamily="18" charset="0"/>
                              <a:cs typeface="Calibri" panose="020F0502020204030204" pitchFamily="34" charset="0"/>
                            </a:rPr>
                            <a:t> </a:t>
                          </a:r>
                          <a:endParaRPr lang="en-IN" sz="1400" dirty="0">
                            <a:solidFill>
                              <a:schemeClr val="bg1"/>
                            </a:solidFill>
                            <a:effectLst/>
                            <a:latin typeface="+mn-lt"/>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9pPr>
                        </a:lstStyle>
                        <a:p>
                          <a:pPr marL="457200" algn="ctr">
                            <a:lnSpc>
                              <a:spcPct val="106000"/>
                            </a:lnSpc>
                            <a:spcAft>
                              <a:spcPts val="0"/>
                            </a:spcAft>
                          </a:pPr>
                          <a:r>
                            <a:rPr lang="en-IN" sz="1400" dirty="0">
                              <a:solidFill>
                                <a:schemeClr val="bg1"/>
                              </a:solidFill>
                              <a:effectLst/>
                              <a:latin typeface="+mn-lt"/>
                              <a:ea typeface="Calibri" panose="020F0502020204030204" pitchFamily="34" charset="0"/>
                              <a:cs typeface="Calibri" panose="020F0502020204030204" pitchFamily="34" charset="0"/>
                            </a:rPr>
                            <a:t>SO</a:t>
                          </a:r>
                          <a:r>
                            <a:rPr lang="en-IN" sz="1400" baseline="-25000" dirty="0">
                              <a:solidFill>
                                <a:schemeClr val="bg1"/>
                              </a:solidFill>
                              <a:effectLst/>
                              <a:latin typeface="+mn-lt"/>
                              <a:ea typeface="Calibri" panose="020F0502020204030204" pitchFamily="34" charset="0"/>
                              <a:cs typeface="Calibri" panose="020F0502020204030204" pitchFamily="34" charset="0"/>
                            </a:rPr>
                            <a:t>2</a:t>
                          </a:r>
                          <a:endParaRPr lang="en-IN" sz="1400" dirty="0">
                            <a:solidFill>
                              <a:schemeClr val="bg1"/>
                            </a:solidFill>
                            <a:effectLst/>
                            <a:latin typeface="+mn-lt"/>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9pPr>
                        </a:lstStyle>
                        <a:p>
                          <a:pPr marL="457200" algn="ctr">
                            <a:lnSpc>
                              <a:spcPct val="106000"/>
                            </a:lnSpc>
                            <a:spcAft>
                              <a:spcPts val="0"/>
                            </a:spcAft>
                          </a:pPr>
                          <a:r>
                            <a:rPr lang="en-IN" sz="1400" dirty="0">
                              <a:solidFill>
                                <a:schemeClr val="bg1"/>
                              </a:solidFill>
                              <a:effectLst/>
                              <a:latin typeface="+mn-lt"/>
                              <a:ea typeface="Calibri" panose="020F0502020204030204" pitchFamily="34" charset="0"/>
                              <a:cs typeface="Calibri" panose="020F0502020204030204" pitchFamily="34" charset="0"/>
                            </a:rPr>
                            <a:t>O</a:t>
                          </a:r>
                          <a:r>
                            <a:rPr lang="en-IN" sz="1400" baseline="-25000" dirty="0">
                              <a:solidFill>
                                <a:schemeClr val="bg1"/>
                              </a:solidFill>
                              <a:effectLst/>
                              <a:latin typeface="+mn-lt"/>
                              <a:ea typeface="Calibri" panose="020F0502020204030204" pitchFamily="34" charset="0"/>
                              <a:cs typeface="Calibri" panose="020F0502020204030204" pitchFamily="34" charset="0"/>
                            </a:rPr>
                            <a:t>2</a:t>
                          </a:r>
                          <a:endParaRPr lang="en-IN" sz="1400" dirty="0">
                            <a:solidFill>
                              <a:schemeClr val="bg1"/>
                            </a:solidFill>
                            <a:effectLst/>
                            <a:latin typeface="+mn-lt"/>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9pPr>
                        </a:lstStyle>
                        <a:p>
                          <a:pPr marL="457200" algn="ctr">
                            <a:lnSpc>
                              <a:spcPct val="106000"/>
                            </a:lnSpc>
                            <a:spcAft>
                              <a:spcPts val="0"/>
                            </a:spcAft>
                          </a:pPr>
                          <a:r>
                            <a:rPr lang="en-IN" sz="1400" dirty="0">
                              <a:solidFill>
                                <a:schemeClr val="bg1"/>
                              </a:solidFill>
                              <a:effectLst/>
                              <a:latin typeface="+mn-lt"/>
                              <a:ea typeface="Calibri" panose="020F0502020204030204" pitchFamily="34" charset="0"/>
                              <a:cs typeface="Calibri" panose="020F0502020204030204" pitchFamily="34" charset="0"/>
                            </a:rPr>
                            <a:t>SO</a:t>
                          </a:r>
                          <a:r>
                            <a:rPr lang="en-IN" sz="1400" baseline="-25000" dirty="0">
                              <a:solidFill>
                                <a:schemeClr val="bg1"/>
                              </a:solidFill>
                              <a:effectLst/>
                              <a:latin typeface="+mn-lt"/>
                              <a:ea typeface="Calibri" panose="020F0502020204030204" pitchFamily="34" charset="0"/>
                              <a:cs typeface="Calibri" panose="020F0502020204030204" pitchFamily="34" charset="0"/>
                            </a:rPr>
                            <a:t>3</a:t>
                          </a:r>
                          <a:endParaRPr lang="en-IN" sz="1400" dirty="0">
                            <a:solidFill>
                              <a:schemeClr val="bg1"/>
                            </a:solidFill>
                            <a:effectLst/>
                            <a:latin typeface="+mn-lt"/>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00B050"/>
                        </a:solidFill>
                      </a:tcPr>
                    </a:tc>
                    <a:extLst>
                      <a:ext uri="{0D108BD9-81ED-4DB2-BD59-A6C34878D82A}">
                        <a16:rowId xmlns:a16="http://schemas.microsoft.com/office/drawing/2014/main" val="4147025987"/>
                      </a:ext>
                    </a:extLst>
                  </a:tr>
                  <a:tr h="279583">
                    <a:tc>
                      <a:txBody>
                        <a:bodyPr/>
                        <a:lstStyle>
                          <a:lvl1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9pPr>
                        </a:lstStyle>
                        <a:p>
                          <a:pPr marL="0" indent="0" algn="ctr">
                            <a:lnSpc>
                              <a:spcPct val="106000"/>
                            </a:lnSpc>
                            <a:spcAft>
                              <a:spcPts val="0"/>
                            </a:spcAft>
                          </a:pPr>
                          <a:r>
                            <a:rPr lang="en-IN" sz="1400" dirty="0">
                              <a:solidFill>
                                <a:srgbClr val="000000"/>
                              </a:solidFill>
                              <a:effectLst/>
                              <a:latin typeface="+mn-lt"/>
                              <a:ea typeface="Times New Roman" panose="02020603050405020304" pitchFamily="18" charset="0"/>
                              <a:cs typeface="Calibri" panose="020F0502020204030204" pitchFamily="34" charset="0"/>
                            </a:rPr>
                            <a:t>initial moles</a:t>
                          </a:r>
                          <a:endParaRPr lang="en-IN" sz="1400" dirty="0">
                            <a:solidFill>
                              <a:srgbClr val="000000"/>
                            </a:solidFill>
                            <a:effectLst/>
                            <a:latin typeface="+mn-lt"/>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9pPr>
                        </a:lstStyle>
                        <a:p>
                          <a:pPr marL="0" marR="0" indent="0" algn="ctr" rtl="0">
                            <a:lnSpc>
                              <a:spcPct val="106000"/>
                            </a:lnSpc>
                            <a:spcBef>
                              <a:spcPts val="0"/>
                            </a:spcBef>
                            <a:spcAft>
                              <a:spcPts val="0"/>
                            </a:spcAft>
                            <a:buClr>
                              <a:srgbClr val="000000"/>
                            </a:buClr>
                            <a:buFont typeface="Arial"/>
                          </a:pPr>
                          <a:r>
                            <a:rPr lang="en-IN" sz="1400" b="0" i="0" u="none" strike="noStrike" cap="none" dirty="0">
                              <a:solidFill>
                                <a:srgbClr val="000000"/>
                              </a:solidFill>
                              <a:effectLst/>
                              <a:latin typeface="+mn-lt"/>
                              <a:ea typeface="Times New Roman" panose="02020603050405020304" pitchFamily="18" charset="0"/>
                              <a:cs typeface="Calibri" panose="020F0502020204030204" pitchFamily="34" charset="0"/>
                              <a:sym typeface="Arial"/>
                            </a:rPr>
                            <a:t>2</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9pPr>
                        </a:lstStyle>
                        <a:p>
                          <a:pPr marL="0" marR="0" indent="0" algn="ctr" rtl="0">
                            <a:lnSpc>
                              <a:spcPct val="106000"/>
                            </a:lnSpc>
                            <a:spcBef>
                              <a:spcPts val="0"/>
                            </a:spcBef>
                            <a:spcAft>
                              <a:spcPts val="0"/>
                            </a:spcAft>
                            <a:buClr>
                              <a:srgbClr val="000000"/>
                            </a:buClr>
                            <a:buFont typeface="Arial"/>
                          </a:pPr>
                          <a:r>
                            <a:rPr lang="en-IN" sz="1400" b="0" i="0" u="none" strike="noStrike" cap="none" dirty="0">
                              <a:solidFill>
                                <a:srgbClr val="000000"/>
                              </a:solidFill>
                              <a:effectLst/>
                              <a:latin typeface="+mn-lt"/>
                              <a:ea typeface="Times New Roman" panose="02020603050405020304" pitchFamily="18" charset="0"/>
                              <a:cs typeface="Calibri" panose="020F0502020204030204" pitchFamily="34" charset="0"/>
                              <a:sym typeface="Arial"/>
                            </a:rPr>
                            <a:t>1</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9pPr>
                        </a:lstStyle>
                        <a:p>
                          <a:pPr marL="0" marR="0" indent="0" algn="ctr" rtl="0">
                            <a:lnSpc>
                              <a:spcPct val="106000"/>
                            </a:lnSpc>
                            <a:spcBef>
                              <a:spcPts val="0"/>
                            </a:spcBef>
                            <a:spcAft>
                              <a:spcPts val="0"/>
                            </a:spcAft>
                            <a:buClr>
                              <a:srgbClr val="000000"/>
                            </a:buClr>
                            <a:buFont typeface="Arial"/>
                          </a:pPr>
                          <a:r>
                            <a:rPr lang="en-IN" sz="1400" b="0" i="0" u="none" strike="noStrike" cap="none" dirty="0">
                              <a:solidFill>
                                <a:srgbClr val="000000"/>
                              </a:solidFill>
                              <a:effectLst/>
                              <a:latin typeface="+mn-lt"/>
                              <a:ea typeface="Times New Roman" panose="02020603050405020304" pitchFamily="18" charset="0"/>
                              <a:cs typeface="Calibri" panose="020F0502020204030204" pitchFamily="34" charset="0"/>
                              <a:sym typeface="Arial"/>
                            </a:rPr>
                            <a:t>0</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382333510"/>
                      </a:ext>
                    </a:extLst>
                  </a:tr>
                  <a:tr h="419375">
                    <a:tc>
                      <a:txBody>
                        <a:bodyPr/>
                        <a:lstStyle>
                          <a:lvl1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9pPr>
                        </a:lstStyle>
                        <a:p>
                          <a:pPr marL="0" marR="0" indent="0" algn="ctr" rtl="0">
                            <a:lnSpc>
                              <a:spcPct val="106000"/>
                            </a:lnSpc>
                            <a:spcBef>
                              <a:spcPts val="0"/>
                            </a:spcBef>
                            <a:spcAft>
                              <a:spcPts val="0"/>
                            </a:spcAft>
                            <a:buClr>
                              <a:srgbClr val="000000"/>
                            </a:buClr>
                            <a:buFont typeface="Arial"/>
                          </a:pPr>
                          <a:r>
                            <a:rPr lang="en-IN" sz="1400" b="0" i="0" u="none" strike="noStrike" cap="none" dirty="0">
                              <a:solidFill>
                                <a:srgbClr val="000000"/>
                              </a:solidFill>
                              <a:effectLst/>
                              <a:latin typeface="+mn-lt"/>
                              <a:ea typeface="Times New Roman" panose="02020603050405020304" pitchFamily="18" charset="0"/>
                              <a:cs typeface="Calibri" panose="020F0502020204030204" pitchFamily="34" charset="0"/>
                              <a:sym typeface="Arial"/>
                            </a:rPr>
                            <a:t>equilibrium moles </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9pPr>
                        </a:lstStyle>
                        <a:p>
                          <a:pPr marL="0" marR="0" indent="0" algn="ctr" rtl="0">
                            <a:lnSpc>
                              <a:spcPct val="106000"/>
                            </a:lnSpc>
                            <a:spcBef>
                              <a:spcPts val="0"/>
                            </a:spcBef>
                            <a:spcAft>
                              <a:spcPts val="0"/>
                            </a:spcAft>
                            <a:buClr>
                              <a:srgbClr val="000000"/>
                            </a:buClr>
                            <a:buFont typeface="Arial"/>
                          </a:pPr>
                          <a:r>
                            <a:rPr lang="en-IN" sz="1400" b="0" i="0" u="none" strike="noStrike" cap="none" dirty="0">
                              <a:solidFill>
                                <a:srgbClr val="000000"/>
                              </a:solidFill>
                              <a:effectLst/>
                              <a:latin typeface="+mn-lt"/>
                              <a:ea typeface="Times New Roman" panose="02020603050405020304" pitchFamily="18" charset="0"/>
                              <a:cs typeface="Calibri" panose="020F0502020204030204" pitchFamily="34" charset="0"/>
                              <a:sym typeface="Arial"/>
                            </a:rPr>
                            <a:t>1.4</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9pPr>
                        </a:lstStyle>
                        <a:p>
                          <a:pPr marL="0" marR="0" indent="0" algn="ctr" rtl="0">
                            <a:lnSpc>
                              <a:spcPct val="106000"/>
                            </a:lnSpc>
                            <a:spcBef>
                              <a:spcPts val="0"/>
                            </a:spcBef>
                            <a:spcAft>
                              <a:spcPts val="0"/>
                            </a:spcAft>
                            <a:buClr>
                              <a:srgbClr val="000000"/>
                            </a:buClr>
                            <a:buFont typeface="Arial"/>
                          </a:pPr>
                          <a:r>
                            <a:rPr lang="en-IN" sz="1400" b="0" i="0" u="none" strike="noStrike" cap="none" dirty="0">
                              <a:solidFill>
                                <a:srgbClr val="000000"/>
                              </a:solidFill>
                              <a:effectLst/>
                              <a:latin typeface="+mn-lt"/>
                              <a:ea typeface="Times New Roman" panose="02020603050405020304" pitchFamily="18" charset="0"/>
                              <a:cs typeface="Calibri" panose="020F0502020204030204" pitchFamily="34" charset="0"/>
                              <a:sym typeface="Arial"/>
                            </a:rPr>
                            <a:t>0.7</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9pPr>
                        </a:lstStyle>
                        <a:p>
                          <a:pPr marL="0" marR="0" indent="0" algn="ctr" rtl="0">
                            <a:lnSpc>
                              <a:spcPct val="106000"/>
                            </a:lnSpc>
                            <a:spcBef>
                              <a:spcPts val="0"/>
                            </a:spcBef>
                            <a:spcAft>
                              <a:spcPts val="0"/>
                            </a:spcAft>
                            <a:buClr>
                              <a:srgbClr val="000000"/>
                            </a:buClr>
                            <a:buFont typeface="Arial"/>
                          </a:pPr>
                          <a:r>
                            <a:rPr lang="en-IN" sz="1400" b="0" i="0" u="none" strike="noStrike" cap="none" dirty="0">
                              <a:solidFill>
                                <a:srgbClr val="000000"/>
                              </a:solidFill>
                              <a:effectLst/>
                              <a:latin typeface="+mn-lt"/>
                              <a:ea typeface="Times New Roman" panose="02020603050405020304" pitchFamily="18" charset="0"/>
                              <a:cs typeface="Calibri" panose="020F0502020204030204" pitchFamily="34" charset="0"/>
                              <a:sym typeface="Arial"/>
                            </a:rPr>
                            <a:t>0.6</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555816645"/>
                      </a:ext>
                    </a:extLst>
                  </a:tr>
                  <a:tr h="401939">
                    <a:tc>
                      <a:txBody>
                        <a:bodyPr/>
                        <a:lstStyle>
                          <a:lvl1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9pPr>
                        </a:lstStyle>
                        <a:p>
                          <a:pPr marL="0" marR="0" indent="0" algn="ctr" rtl="0">
                            <a:lnSpc>
                              <a:spcPct val="106000"/>
                            </a:lnSpc>
                            <a:spcBef>
                              <a:spcPts val="0"/>
                            </a:spcBef>
                            <a:spcAft>
                              <a:spcPts val="0"/>
                            </a:spcAft>
                            <a:buClr>
                              <a:srgbClr val="000000"/>
                            </a:buClr>
                            <a:buFont typeface="Arial"/>
                          </a:pPr>
                          <a:r>
                            <a:rPr lang="en-IN" sz="1400" b="0" i="0" u="none" strike="noStrike" cap="none" dirty="0">
                              <a:solidFill>
                                <a:srgbClr val="000000"/>
                              </a:solidFill>
                              <a:effectLst/>
                              <a:latin typeface="+mn-lt"/>
                              <a:ea typeface="Times New Roman" panose="02020603050405020304" pitchFamily="18" charset="0"/>
                              <a:cs typeface="Calibri" panose="020F0502020204030204" pitchFamily="34" charset="0"/>
                              <a:sym typeface="Arial"/>
                            </a:rPr>
                            <a:t>mole fraction</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9pPr>
                        </a:lstStyle>
                        <a:p>
                          <a:pPr marL="0" indent="0" algn="ctr">
                            <a:lnSpc>
                              <a:spcPct val="106000"/>
                            </a:lnSpc>
                            <a:spcAft>
                              <a:spcPts val="0"/>
                            </a:spcAft>
                          </a:pPr>
                          <a14:m>
                            <m:oMathPara xmlns:m="http://schemas.openxmlformats.org/officeDocument/2006/math">
                              <m:oMathParaPr>
                                <m:jc m:val="centerGroup"/>
                              </m:oMathParaPr>
                              <m:oMath xmlns:m="http://schemas.openxmlformats.org/officeDocument/2006/math">
                                <m:f>
                                  <m:fPr>
                                    <m:ctrlPr>
                                      <a:rPr lang="en-IN" sz="1400" i="1" smtClean="0">
                                        <a:solidFill>
                                          <a:srgbClr val="000000"/>
                                        </a:solidFill>
                                        <a:effectLst/>
                                        <a:latin typeface="Cambria Math" panose="02040503050406030204" pitchFamily="18" charset="0"/>
                                        <a:ea typeface="Times New Roman" panose="02020603050405020304" pitchFamily="18" charset="0"/>
                                        <a:cs typeface="Calibri" panose="020F0502020204030204" pitchFamily="34" charset="0"/>
                                      </a:rPr>
                                    </m:ctrlPr>
                                  </m:fPr>
                                  <m:num>
                                    <m:r>
                                      <a:rPr lang="en-IN" sz="1400" i="1">
                                        <a:solidFill>
                                          <a:srgbClr val="000000"/>
                                        </a:solidFill>
                                        <a:effectLst/>
                                        <a:latin typeface="Cambria Math" panose="02040503050406030204" pitchFamily="18" charset="0"/>
                                        <a:ea typeface="Times New Roman" panose="02020603050405020304" pitchFamily="18" charset="0"/>
                                        <a:cs typeface="Calibri" panose="020F0502020204030204" pitchFamily="34" charset="0"/>
                                      </a:rPr>
                                      <m:t>1.4</m:t>
                                    </m:r>
                                  </m:num>
                                  <m:den>
                                    <m:r>
                                      <a:rPr lang="en-IN" sz="1400" i="1">
                                        <a:solidFill>
                                          <a:srgbClr val="000000"/>
                                        </a:solidFill>
                                        <a:effectLst/>
                                        <a:latin typeface="Cambria Math" panose="02040503050406030204" pitchFamily="18" charset="0"/>
                                        <a:ea typeface="Times New Roman" panose="02020603050405020304" pitchFamily="18" charset="0"/>
                                        <a:cs typeface="Calibri" panose="020F0502020204030204" pitchFamily="34" charset="0"/>
                                      </a:rPr>
                                      <m:t>2.7</m:t>
                                    </m:r>
                                  </m:den>
                                </m:f>
                                <m:r>
                                  <a:rPr lang="en-IN" sz="1400" i="1">
                                    <a:solidFill>
                                      <a:srgbClr val="000000"/>
                                    </a:solidFill>
                                    <a:effectLst/>
                                    <a:latin typeface="Cambria Math" panose="02040503050406030204" pitchFamily="18" charset="0"/>
                                    <a:ea typeface="Times New Roman" panose="02020603050405020304" pitchFamily="18" charset="0"/>
                                    <a:cs typeface="Calibri" panose="020F0502020204030204" pitchFamily="34" charset="0"/>
                                  </a:rPr>
                                  <m:t>=0.51</m:t>
                                </m:r>
                                <m:r>
                                  <a:rPr lang="en-GB" sz="1400" b="0" i="1" smtClean="0">
                                    <a:solidFill>
                                      <a:srgbClr val="000000"/>
                                    </a:solidFill>
                                    <a:effectLst/>
                                    <a:latin typeface="Cambria Math" panose="02040503050406030204" pitchFamily="18" charset="0"/>
                                    <a:ea typeface="Times New Roman" panose="02020603050405020304" pitchFamily="18" charset="0"/>
                                    <a:cs typeface="Calibri" panose="020F0502020204030204" pitchFamily="34" charset="0"/>
                                  </a:rPr>
                                  <m:t>8</m:t>
                                </m:r>
                              </m:oMath>
                            </m:oMathPara>
                          </a14:m>
                          <a:endParaRPr lang="en-IN" sz="1400" dirty="0">
                            <a:solidFill>
                              <a:srgbClr val="000000"/>
                            </a:solidFill>
                            <a:effectLst/>
                            <a:latin typeface="+mn-lt"/>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9pPr>
                        </a:lstStyle>
                        <a:p>
                          <a:pPr marL="0" indent="0" algn="ctr">
                            <a:lnSpc>
                              <a:spcPct val="106000"/>
                            </a:lnSpc>
                            <a:spcAft>
                              <a:spcPts val="0"/>
                            </a:spcAft>
                          </a:pPr>
                          <a14:m>
                            <m:oMathPara xmlns:m="http://schemas.openxmlformats.org/officeDocument/2006/math">
                              <m:oMathParaPr>
                                <m:jc m:val="centerGroup"/>
                              </m:oMathParaPr>
                              <m:oMath xmlns:m="http://schemas.openxmlformats.org/officeDocument/2006/math">
                                <m:f>
                                  <m:fPr>
                                    <m:ctrlPr>
                                      <a:rPr lang="en-IN" sz="1400" i="1" smtClean="0">
                                        <a:solidFill>
                                          <a:srgbClr val="000000"/>
                                        </a:solidFill>
                                        <a:effectLst/>
                                        <a:latin typeface="Cambria Math" panose="02040503050406030204" pitchFamily="18" charset="0"/>
                                        <a:ea typeface="Times New Roman" panose="02020603050405020304" pitchFamily="18" charset="0"/>
                                        <a:cs typeface="Calibri" panose="020F0502020204030204" pitchFamily="34" charset="0"/>
                                      </a:rPr>
                                    </m:ctrlPr>
                                  </m:fPr>
                                  <m:num>
                                    <m:r>
                                      <a:rPr lang="en-IN" sz="1400" i="1">
                                        <a:solidFill>
                                          <a:srgbClr val="000000"/>
                                        </a:solidFill>
                                        <a:effectLst/>
                                        <a:latin typeface="Cambria Math" panose="02040503050406030204" pitchFamily="18" charset="0"/>
                                        <a:ea typeface="Times New Roman" panose="02020603050405020304" pitchFamily="18" charset="0"/>
                                        <a:cs typeface="Calibri" panose="020F0502020204030204" pitchFamily="34" charset="0"/>
                                      </a:rPr>
                                      <m:t>0.7</m:t>
                                    </m:r>
                                  </m:num>
                                  <m:den>
                                    <m:r>
                                      <a:rPr lang="en-IN" sz="1400" i="1">
                                        <a:solidFill>
                                          <a:srgbClr val="000000"/>
                                        </a:solidFill>
                                        <a:effectLst/>
                                        <a:latin typeface="Cambria Math" panose="02040503050406030204" pitchFamily="18" charset="0"/>
                                        <a:ea typeface="Times New Roman" panose="02020603050405020304" pitchFamily="18" charset="0"/>
                                        <a:cs typeface="Calibri" panose="020F0502020204030204" pitchFamily="34" charset="0"/>
                                      </a:rPr>
                                      <m:t>2.7</m:t>
                                    </m:r>
                                  </m:den>
                                </m:f>
                                <m:r>
                                  <a:rPr lang="en-IN" sz="1400" i="1">
                                    <a:solidFill>
                                      <a:srgbClr val="000000"/>
                                    </a:solidFill>
                                    <a:effectLst/>
                                    <a:latin typeface="Cambria Math" panose="02040503050406030204" pitchFamily="18" charset="0"/>
                                    <a:ea typeface="Times New Roman" panose="02020603050405020304" pitchFamily="18" charset="0"/>
                                    <a:cs typeface="Calibri" panose="020F0502020204030204" pitchFamily="34" charset="0"/>
                                  </a:rPr>
                                  <m:t>=0.259</m:t>
                                </m:r>
                              </m:oMath>
                            </m:oMathPara>
                          </a14:m>
                          <a:endParaRPr lang="en-IN" sz="1400" dirty="0">
                            <a:solidFill>
                              <a:srgbClr val="000000"/>
                            </a:solidFill>
                            <a:effectLst/>
                            <a:latin typeface="+mn-lt"/>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9pPr>
                        </a:lstStyle>
                        <a:p>
                          <a:pPr marL="0" indent="0" algn="ctr">
                            <a:lnSpc>
                              <a:spcPct val="106000"/>
                            </a:lnSpc>
                            <a:spcAft>
                              <a:spcPts val="0"/>
                            </a:spcAft>
                            <a:tabLst/>
                          </a:pPr>
                          <a14:m>
                            <m:oMathPara xmlns:m="http://schemas.openxmlformats.org/officeDocument/2006/math">
                              <m:oMathParaPr>
                                <m:jc m:val="centerGroup"/>
                              </m:oMathParaPr>
                              <m:oMath xmlns:m="http://schemas.openxmlformats.org/officeDocument/2006/math">
                                <m:f>
                                  <m:fPr>
                                    <m:ctrlPr>
                                      <a:rPr lang="en-IN" sz="1400" i="1" smtClean="0">
                                        <a:solidFill>
                                          <a:srgbClr val="000000"/>
                                        </a:solidFill>
                                        <a:effectLst/>
                                        <a:latin typeface="Cambria Math" panose="02040503050406030204" pitchFamily="18" charset="0"/>
                                        <a:ea typeface="Times New Roman" panose="02020603050405020304" pitchFamily="18" charset="0"/>
                                        <a:cs typeface="Calibri" panose="020F0502020204030204" pitchFamily="34" charset="0"/>
                                      </a:rPr>
                                    </m:ctrlPr>
                                  </m:fPr>
                                  <m:num>
                                    <m:r>
                                      <a:rPr lang="en-IN" sz="1400" i="1">
                                        <a:solidFill>
                                          <a:srgbClr val="000000"/>
                                        </a:solidFill>
                                        <a:effectLst/>
                                        <a:latin typeface="Cambria Math" panose="02040503050406030204" pitchFamily="18" charset="0"/>
                                        <a:ea typeface="Times New Roman" panose="02020603050405020304" pitchFamily="18" charset="0"/>
                                        <a:cs typeface="Calibri" panose="020F0502020204030204" pitchFamily="34" charset="0"/>
                                      </a:rPr>
                                      <m:t>0.6</m:t>
                                    </m:r>
                                  </m:num>
                                  <m:den>
                                    <m:r>
                                      <a:rPr lang="en-IN" sz="1400" i="1">
                                        <a:solidFill>
                                          <a:srgbClr val="000000"/>
                                        </a:solidFill>
                                        <a:effectLst/>
                                        <a:latin typeface="Cambria Math" panose="02040503050406030204" pitchFamily="18" charset="0"/>
                                        <a:ea typeface="Times New Roman" panose="02020603050405020304" pitchFamily="18" charset="0"/>
                                        <a:cs typeface="Calibri" panose="020F0502020204030204" pitchFamily="34" charset="0"/>
                                      </a:rPr>
                                      <m:t>2.7</m:t>
                                    </m:r>
                                  </m:den>
                                </m:f>
                                <m:r>
                                  <a:rPr lang="en-IN" sz="1400" i="1">
                                    <a:solidFill>
                                      <a:srgbClr val="000000"/>
                                    </a:solidFill>
                                    <a:effectLst/>
                                    <a:latin typeface="Cambria Math" panose="02040503050406030204" pitchFamily="18" charset="0"/>
                                    <a:ea typeface="Times New Roman" panose="02020603050405020304" pitchFamily="18" charset="0"/>
                                    <a:cs typeface="Calibri" panose="020F0502020204030204" pitchFamily="34" charset="0"/>
                                  </a:rPr>
                                  <m:t>=0.222</m:t>
                                </m:r>
                              </m:oMath>
                            </m:oMathPara>
                          </a14:m>
                          <a:endParaRPr lang="en-IN" sz="1400" dirty="0">
                            <a:solidFill>
                              <a:srgbClr val="000000"/>
                            </a:solidFill>
                            <a:effectLst/>
                            <a:latin typeface="+mn-lt"/>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901197877"/>
                      </a:ext>
                    </a:extLst>
                  </a:tr>
                  <a:tr h="703205">
                    <a:tc>
                      <a:txBody>
                        <a:bodyPr/>
                        <a:lstStyle>
                          <a:lvl1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9pPr>
                        </a:lstStyle>
                        <a:p>
                          <a:pPr marL="0" marR="0" indent="0" algn="ctr" rtl="0">
                            <a:lnSpc>
                              <a:spcPct val="106000"/>
                            </a:lnSpc>
                            <a:spcBef>
                              <a:spcPts val="0"/>
                            </a:spcBef>
                            <a:spcAft>
                              <a:spcPts val="0"/>
                            </a:spcAft>
                            <a:buClr>
                              <a:srgbClr val="000000"/>
                            </a:buClr>
                            <a:buFont typeface="Arial"/>
                          </a:pPr>
                          <a:r>
                            <a:rPr lang="en-IN" sz="1400" b="0" i="0" u="none" strike="noStrike" cap="none" dirty="0">
                              <a:solidFill>
                                <a:srgbClr val="000000"/>
                              </a:solidFill>
                              <a:effectLst/>
                              <a:latin typeface="+mn-lt"/>
                              <a:ea typeface="Times New Roman" panose="02020603050405020304" pitchFamily="18" charset="0"/>
                              <a:cs typeface="Calibri" panose="020F0502020204030204" pitchFamily="34" charset="0"/>
                              <a:sym typeface="Arial"/>
                            </a:rPr>
                            <a:t>partial pressure (Pa)</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9pPr>
                        </a:lstStyle>
                        <a:p>
                          <a:pPr marL="0" indent="0" algn="ctr">
                            <a:lnSpc>
                              <a:spcPct val="106000"/>
                            </a:lnSpc>
                            <a:spcAft>
                              <a:spcPts val="0"/>
                            </a:spcAft>
                          </a:pPr>
                          <a:r>
                            <a:rPr lang="en-IN" sz="1400" dirty="0">
                              <a:solidFill>
                                <a:srgbClr val="000000"/>
                              </a:solidFill>
                              <a:effectLst/>
                              <a:latin typeface="+mn-lt"/>
                              <a:ea typeface="Times New Roman" panose="02020603050405020304" pitchFamily="18" charset="0"/>
                              <a:cs typeface="Calibri" panose="020F0502020204030204" pitchFamily="34" charset="0"/>
                            </a:rPr>
                            <a:t>0.518× </a:t>
                          </a:r>
                          <a:r>
                            <a:rPr lang="en-IN" sz="1400" dirty="0">
                              <a:solidFill>
                                <a:srgbClr val="000000"/>
                              </a:solidFill>
                              <a:effectLst/>
                              <a:latin typeface="+mn-lt"/>
                              <a:ea typeface="Calibri" panose="020F0502020204030204" pitchFamily="34" charset="0"/>
                              <a:cs typeface="Calibri" panose="020F0502020204030204" pitchFamily="34" charset="0"/>
                            </a:rPr>
                            <a:t>8×10</a:t>
                          </a:r>
                          <a:r>
                            <a:rPr lang="en-IN" sz="1400" baseline="30000" dirty="0">
                              <a:solidFill>
                                <a:srgbClr val="000000"/>
                              </a:solidFill>
                              <a:effectLst/>
                              <a:latin typeface="+mn-lt"/>
                              <a:ea typeface="Calibri" panose="020F0502020204030204" pitchFamily="34" charset="0"/>
                              <a:cs typeface="Calibri" panose="020F0502020204030204" pitchFamily="34" charset="0"/>
                            </a:rPr>
                            <a:t>6</a:t>
                          </a:r>
                          <a:r>
                            <a:rPr lang="en-IN" sz="1400" dirty="0">
                              <a:solidFill>
                                <a:srgbClr val="000000"/>
                              </a:solidFill>
                              <a:effectLst/>
                              <a:latin typeface="+mn-lt"/>
                              <a:ea typeface="Calibri" panose="020F0502020204030204" pitchFamily="34" charset="0"/>
                              <a:cs typeface="Calibri" panose="020F0502020204030204" pitchFamily="34" charset="0"/>
                            </a:rPr>
                            <a:t> =4.15 ×10</a:t>
                          </a:r>
                          <a:r>
                            <a:rPr lang="en-IN" sz="1400" baseline="30000" dirty="0">
                              <a:solidFill>
                                <a:srgbClr val="000000"/>
                              </a:solidFill>
                              <a:effectLst/>
                              <a:latin typeface="+mn-lt"/>
                              <a:ea typeface="Calibri" panose="020F0502020204030204" pitchFamily="34" charset="0"/>
                              <a:cs typeface="Calibri" panose="020F0502020204030204" pitchFamily="34" charset="0"/>
                            </a:rPr>
                            <a:t>6</a:t>
                          </a:r>
                          <a:endParaRPr lang="en-IN" sz="1400" dirty="0">
                            <a:solidFill>
                              <a:srgbClr val="000000"/>
                            </a:solidFill>
                            <a:effectLst/>
                            <a:latin typeface="+mn-lt"/>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9pPr>
                        </a:lstStyle>
                        <a:p>
                          <a:pPr marL="0" indent="0" algn="ctr">
                            <a:lnSpc>
                              <a:spcPct val="106000"/>
                            </a:lnSpc>
                            <a:spcAft>
                              <a:spcPts val="0"/>
                            </a:spcAft>
                            <a:tabLst/>
                          </a:pPr>
                          <a:r>
                            <a:rPr lang="en-IN" sz="1400" dirty="0">
                              <a:solidFill>
                                <a:srgbClr val="000000"/>
                              </a:solidFill>
                              <a:effectLst/>
                              <a:latin typeface="+mn-lt"/>
                              <a:ea typeface="Times New Roman" panose="02020603050405020304" pitchFamily="18" charset="0"/>
                              <a:cs typeface="Calibri" panose="020F0502020204030204" pitchFamily="34" charset="0"/>
                            </a:rPr>
                            <a:t>0.259× </a:t>
                          </a:r>
                          <a:r>
                            <a:rPr lang="en-IN" sz="1400" dirty="0">
                              <a:solidFill>
                                <a:srgbClr val="000000"/>
                              </a:solidFill>
                              <a:effectLst/>
                              <a:latin typeface="+mn-lt"/>
                              <a:ea typeface="Calibri" panose="020F0502020204030204" pitchFamily="34" charset="0"/>
                              <a:cs typeface="Calibri" panose="020F0502020204030204" pitchFamily="34" charset="0"/>
                            </a:rPr>
                            <a:t>8×10</a:t>
                          </a:r>
                          <a:r>
                            <a:rPr lang="en-IN" sz="1400" baseline="30000" dirty="0">
                              <a:solidFill>
                                <a:srgbClr val="000000"/>
                              </a:solidFill>
                              <a:effectLst/>
                              <a:latin typeface="+mn-lt"/>
                              <a:ea typeface="Calibri" panose="020F0502020204030204" pitchFamily="34" charset="0"/>
                              <a:cs typeface="Calibri" panose="020F0502020204030204" pitchFamily="34" charset="0"/>
                            </a:rPr>
                            <a:t>6</a:t>
                          </a:r>
                          <a:r>
                            <a:rPr lang="en-IN" sz="1400" dirty="0">
                              <a:solidFill>
                                <a:srgbClr val="000000"/>
                              </a:solidFill>
                              <a:effectLst/>
                              <a:latin typeface="+mn-lt"/>
                              <a:ea typeface="Calibri" panose="020F0502020204030204" pitchFamily="34" charset="0"/>
                              <a:cs typeface="Calibri" panose="020F0502020204030204" pitchFamily="34" charset="0"/>
                            </a:rPr>
                            <a:t> =2.07 ×10</a:t>
                          </a:r>
                          <a:r>
                            <a:rPr lang="en-IN" sz="1400" baseline="30000" dirty="0">
                              <a:solidFill>
                                <a:srgbClr val="000000"/>
                              </a:solidFill>
                              <a:effectLst/>
                              <a:latin typeface="+mn-lt"/>
                              <a:ea typeface="Calibri" panose="020F0502020204030204" pitchFamily="34" charset="0"/>
                              <a:cs typeface="Calibri" panose="020F0502020204030204" pitchFamily="34" charset="0"/>
                            </a:rPr>
                            <a:t>6</a:t>
                          </a:r>
                          <a:endParaRPr lang="en-IN" sz="1400" dirty="0">
                            <a:solidFill>
                              <a:srgbClr val="000000"/>
                            </a:solidFill>
                            <a:effectLst/>
                            <a:latin typeface="+mn-lt"/>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9pPr>
                        </a:lstStyle>
                        <a:p>
                          <a:pPr marL="0" indent="0" algn="ctr">
                            <a:lnSpc>
                              <a:spcPct val="106000"/>
                            </a:lnSpc>
                            <a:spcAft>
                              <a:spcPts val="0"/>
                            </a:spcAft>
                          </a:pPr>
                          <a:r>
                            <a:rPr lang="en-IN" sz="1400" dirty="0">
                              <a:solidFill>
                                <a:srgbClr val="000000"/>
                              </a:solidFill>
                              <a:effectLst/>
                              <a:latin typeface="+mn-lt"/>
                              <a:ea typeface="Times New Roman" panose="02020603050405020304" pitchFamily="18" charset="0"/>
                              <a:cs typeface="Calibri" panose="020F0502020204030204" pitchFamily="34" charset="0"/>
                            </a:rPr>
                            <a:t>0.22× </a:t>
                          </a:r>
                          <a:r>
                            <a:rPr lang="en-IN" sz="1400" dirty="0">
                              <a:solidFill>
                                <a:srgbClr val="000000"/>
                              </a:solidFill>
                              <a:effectLst/>
                              <a:latin typeface="+mn-lt"/>
                              <a:ea typeface="Calibri" panose="020F0502020204030204" pitchFamily="34" charset="0"/>
                              <a:cs typeface="Calibri" panose="020F0502020204030204" pitchFamily="34" charset="0"/>
                            </a:rPr>
                            <a:t>8×10</a:t>
                          </a:r>
                          <a:r>
                            <a:rPr lang="en-IN" sz="1400" baseline="30000" dirty="0">
                              <a:solidFill>
                                <a:srgbClr val="000000"/>
                              </a:solidFill>
                              <a:effectLst/>
                              <a:latin typeface="+mn-lt"/>
                              <a:ea typeface="Calibri" panose="020F0502020204030204" pitchFamily="34" charset="0"/>
                              <a:cs typeface="Calibri" panose="020F0502020204030204" pitchFamily="34" charset="0"/>
                            </a:rPr>
                            <a:t>6</a:t>
                          </a:r>
                          <a:r>
                            <a:rPr lang="en-IN" sz="1400" dirty="0">
                              <a:solidFill>
                                <a:srgbClr val="000000"/>
                              </a:solidFill>
                              <a:effectLst/>
                              <a:latin typeface="+mn-lt"/>
                              <a:ea typeface="Calibri" panose="020F0502020204030204" pitchFamily="34" charset="0"/>
                              <a:cs typeface="Calibri" panose="020F0502020204030204" pitchFamily="34" charset="0"/>
                            </a:rPr>
                            <a:t> =1.76 ×10</a:t>
                          </a:r>
                          <a:r>
                            <a:rPr lang="en-IN" sz="1400" baseline="30000" dirty="0">
                              <a:solidFill>
                                <a:srgbClr val="000000"/>
                              </a:solidFill>
                              <a:effectLst/>
                              <a:latin typeface="+mn-lt"/>
                              <a:ea typeface="Calibri" panose="020F0502020204030204" pitchFamily="34" charset="0"/>
                              <a:cs typeface="Calibri" panose="020F0502020204030204" pitchFamily="34" charset="0"/>
                            </a:rPr>
                            <a:t>6</a:t>
                          </a:r>
                          <a:endParaRPr lang="en-IN" sz="1400" dirty="0">
                            <a:solidFill>
                              <a:srgbClr val="000000"/>
                            </a:solidFill>
                            <a:effectLst/>
                            <a:latin typeface="+mn-lt"/>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439401"/>
                      </a:ext>
                    </a:extLst>
                  </a:tr>
                </a:tbl>
              </a:graphicData>
            </a:graphic>
          </p:graphicFrame>
        </mc:Choice>
        <mc:Fallback xmlns="">
          <p:graphicFrame>
            <p:nvGraphicFramePr>
              <p:cNvPr id="5" name="Table 4"/>
              <p:cNvGraphicFramePr>
                <a:graphicFrameLocks noGrp="1"/>
              </p:cNvGraphicFramePr>
              <p:nvPr>
                <p:extLst>
                  <p:ext uri="{D42A27DB-BD31-4B8C-83A1-F6EECF244321}">
                    <p14:modId xmlns:p14="http://schemas.microsoft.com/office/powerpoint/2010/main" val="4283634299"/>
                  </p:ext>
                </p:extLst>
              </p:nvPr>
            </p:nvGraphicFramePr>
            <p:xfrm>
              <a:off x="1530105" y="2963537"/>
              <a:ext cx="6246564" cy="2036338"/>
            </p:xfrm>
            <a:graphic>
              <a:graphicData uri="http://schemas.openxmlformats.org/drawingml/2006/table">
                <a:tbl>
                  <a:tblPr firstRow="1" firstCol="1" bandRow="1"/>
                  <a:tblGrid>
                    <a:gridCol w="1561641">
                      <a:extLst>
                        <a:ext uri="{9D8B030D-6E8A-4147-A177-3AD203B41FA5}">
                          <a16:colId xmlns:a16="http://schemas.microsoft.com/office/drawing/2014/main" val="1047362548"/>
                        </a:ext>
                      </a:extLst>
                    </a:gridCol>
                    <a:gridCol w="1561641">
                      <a:extLst>
                        <a:ext uri="{9D8B030D-6E8A-4147-A177-3AD203B41FA5}">
                          <a16:colId xmlns:a16="http://schemas.microsoft.com/office/drawing/2014/main" val="1202384482"/>
                        </a:ext>
                      </a:extLst>
                    </a:gridCol>
                    <a:gridCol w="1561641">
                      <a:extLst>
                        <a:ext uri="{9D8B030D-6E8A-4147-A177-3AD203B41FA5}">
                          <a16:colId xmlns:a16="http://schemas.microsoft.com/office/drawing/2014/main" val="4013555506"/>
                        </a:ext>
                      </a:extLst>
                    </a:gridCol>
                    <a:gridCol w="1561641">
                      <a:extLst>
                        <a:ext uri="{9D8B030D-6E8A-4147-A177-3AD203B41FA5}">
                          <a16:colId xmlns:a16="http://schemas.microsoft.com/office/drawing/2014/main" val="1728496670"/>
                        </a:ext>
                      </a:extLst>
                    </a:gridCol>
                  </a:tblGrid>
                  <a:tr h="210122">
                    <a:tc>
                      <a:txBody>
                        <a:bodyPr/>
                        <a:lstStyle>
                          <a:lvl1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9pPr>
                        </a:lstStyle>
                        <a:p>
                          <a:pPr marL="457200" algn="ctr">
                            <a:lnSpc>
                              <a:spcPct val="106000"/>
                            </a:lnSpc>
                            <a:spcAft>
                              <a:spcPts val="0"/>
                            </a:spcAft>
                          </a:pPr>
                          <a:r>
                            <a:rPr lang="en-IN" sz="1400" dirty="0">
                              <a:solidFill>
                                <a:schemeClr val="bg1"/>
                              </a:solidFill>
                              <a:effectLst/>
                              <a:latin typeface="+mn-lt"/>
                              <a:ea typeface="Times New Roman" panose="02020603050405020304" pitchFamily="18" charset="0"/>
                              <a:cs typeface="Calibri" panose="020F0502020204030204" pitchFamily="34" charset="0"/>
                            </a:rPr>
                            <a:t> </a:t>
                          </a:r>
                          <a:endParaRPr lang="en-IN" sz="1400" dirty="0">
                            <a:solidFill>
                              <a:schemeClr val="bg1"/>
                            </a:solidFill>
                            <a:effectLst/>
                            <a:latin typeface="+mn-lt"/>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9pPr>
                        </a:lstStyle>
                        <a:p>
                          <a:pPr marL="457200" algn="ctr">
                            <a:lnSpc>
                              <a:spcPct val="106000"/>
                            </a:lnSpc>
                            <a:spcAft>
                              <a:spcPts val="0"/>
                            </a:spcAft>
                          </a:pPr>
                          <a:r>
                            <a:rPr lang="en-IN" sz="1400" dirty="0">
                              <a:solidFill>
                                <a:schemeClr val="bg1"/>
                              </a:solidFill>
                              <a:effectLst/>
                              <a:latin typeface="+mn-lt"/>
                              <a:ea typeface="Calibri" panose="020F0502020204030204" pitchFamily="34" charset="0"/>
                              <a:cs typeface="Calibri" panose="020F0502020204030204" pitchFamily="34" charset="0"/>
                            </a:rPr>
                            <a:t>SO</a:t>
                          </a:r>
                          <a:r>
                            <a:rPr lang="en-IN" sz="1400" baseline="-25000" dirty="0">
                              <a:solidFill>
                                <a:schemeClr val="bg1"/>
                              </a:solidFill>
                              <a:effectLst/>
                              <a:latin typeface="+mn-lt"/>
                              <a:ea typeface="Calibri" panose="020F0502020204030204" pitchFamily="34" charset="0"/>
                              <a:cs typeface="Calibri" panose="020F0502020204030204" pitchFamily="34" charset="0"/>
                            </a:rPr>
                            <a:t>2</a:t>
                          </a:r>
                          <a:endParaRPr lang="en-IN" sz="1400" dirty="0">
                            <a:solidFill>
                              <a:schemeClr val="bg1"/>
                            </a:solidFill>
                            <a:effectLst/>
                            <a:latin typeface="+mn-lt"/>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9pPr>
                        </a:lstStyle>
                        <a:p>
                          <a:pPr marL="457200" algn="ctr">
                            <a:lnSpc>
                              <a:spcPct val="106000"/>
                            </a:lnSpc>
                            <a:spcAft>
                              <a:spcPts val="0"/>
                            </a:spcAft>
                          </a:pPr>
                          <a:r>
                            <a:rPr lang="en-IN" sz="1400" dirty="0">
                              <a:solidFill>
                                <a:schemeClr val="bg1"/>
                              </a:solidFill>
                              <a:effectLst/>
                              <a:latin typeface="+mn-lt"/>
                              <a:ea typeface="Calibri" panose="020F0502020204030204" pitchFamily="34" charset="0"/>
                              <a:cs typeface="Calibri" panose="020F0502020204030204" pitchFamily="34" charset="0"/>
                            </a:rPr>
                            <a:t>O</a:t>
                          </a:r>
                          <a:r>
                            <a:rPr lang="en-IN" sz="1400" baseline="-25000" dirty="0">
                              <a:solidFill>
                                <a:schemeClr val="bg1"/>
                              </a:solidFill>
                              <a:effectLst/>
                              <a:latin typeface="+mn-lt"/>
                              <a:ea typeface="Calibri" panose="020F0502020204030204" pitchFamily="34" charset="0"/>
                              <a:cs typeface="Calibri" panose="020F0502020204030204" pitchFamily="34" charset="0"/>
                            </a:rPr>
                            <a:t>2</a:t>
                          </a:r>
                          <a:endParaRPr lang="en-IN" sz="1400" dirty="0">
                            <a:solidFill>
                              <a:schemeClr val="bg1"/>
                            </a:solidFill>
                            <a:effectLst/>
                            <a:latin typeface="+mn-lt"/>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9pPr>
                        </a:lstStyle>
                        <a:p>
                          <a:pPr marL="457200" algn="ctr">
                            <a:lnSpc>
                              <a:spcPct val="106000"/>
                            </a:lnSpc>
                            <a:spcAft>
                              <a:spcPts val="0"/>
                            </a:spcAft>
                          </a:pPr>
                          <a:r>
                            <a:rPr lang="en-IN" sz="1400" dirty="0">
                              <a:solidFill>
                                <a:schemeClr val="bg1"/>
                              </a:solidFill>
                              <a:effectLst/>
                              <a:latin typeface="+mn-lt"/>
                              <a:ea typeface="Calibri" panose="020F0502020204030204" pitchFamily="34" charset="0"/>
                              <a:cs typeface="Calibri" panose="020F0502020204030204" pitchFamily="34" charset="0"/>
                            </a:rPr>
                            <a:t>SO</a:t>
                          </a:r>
                          <a:r>
                            <a:rPr lang="en-IN" sz="1400" baseline="-25000" dirty="0">
                              <a:solidFill>
                                <a:schemeClr val="bg1"/>
                              </a:solidFill>
                              <a:effectLst/>
                              <a:latin typeface="+mn-lt"/>
                              <a:ea typeface="Calibri" panose="020F0502020204030204" pitchFamily="34" charset="0"/>
                              <a:cs typeface="Calibri" panose="020F0502020204030204" pitchFamily="34" charset="0"/>
                            </a:rPr>
                            <a:t>3</a:t>
                          </a:r>
                          <a:endParaRPr lang="en-IN" sz="1400" dirty="0">
                            <a:solidFill>
                              <a:schemeClr val="bg1"/>
                            </a:solidFill>
                            <a:effectLst/>
                            <a:latin typeface="+mn-lt"/>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00B050"/>
                        </a:solidFill>
                      </a:tcPr>
                    </a:tc>
                    <a:extLst>
                      <a:ext uri="{0D108BD9-81ED-4DB2-BD59-A6C34878D82A}">
                        <a16:rowId xmlns:a16="http://schemas.microsoft.com/office/drawing/2014/main" val="4147025987"/>
                      </a:ext>
                    </a:extLst>
                  </a:tr>
                  <a:tr h="279583">
                    <a:tc>
                      <a:txBody>
                        <a:bodyPr/>
                        <a:lstStyle>
                          <a:lvl1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9pPr>
                        </a:lstStyle>
                        <a:p>
                          <a:pPr marL="0" indent="0" algn="ctr">
                            <a:lnSpc>
                              <a:spcPct val="106000"/>
                            </a:lnSpc>
                            <a:spcAft>
                              <a:spcPts val="0"/>
                            </a:spcAft>
                          </a:pPr>
                          <a:r>
                            <a:rPr lang="en-IN" sz="1400" dirty="0">
                              <a:solidFill>
                                <a:srgbClr val="000000"/>
                              </a:solidFill>
                              <a:effectLst/>
                              <a:latin typeface="+mn-lt"/>
                              <a:ea typeface="Times New Roman" panose="02020603050405020304" pitchFamily="18" charset="0"/>
                              <a:cs typeface="Calibri" panose="020F0502020204030204" pitchFamily="34" charset="0"/>
                            </a:rPr>
                            <a:t>initial moles</a:t>
                          </a:r>
                          <a:endParaRPr lang="en-IN" sz="1400" dirty="0">
                            <a:solidFill>
                              <a:srgbClr val="000000"/>
                            </a:solidFill>
                            <a:effectLst/>
                            <a:latin typeface="+mn-lt"/>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9pPr>
                        </a:lstStyle>
                        <a:p>
                          <a:pPr marL="0" marR="0" indent="0" algn="ctr" rtl="0">
                            <a:lnSpc>
                              <a:spcPct val="106000"/>
                            </a:lnSpc>
                            <a:spcBef>
                              <a:spcPts val="0"/>
                            </a:spcBef>
                            <a:spcAft>
                              <a:spcPts val="0"/>
                            </a:spcAft>
                            <a:buClr>
                              <a:srgbClr val="000000"/>
                            </a:buClr>
                            <a:buFont typeface="Arial"/>
                          </a:pPr>
                          <a:r>
                            <a:rPr lang="en-IN" sz="1400" b="0" i="0" u="none" strike="noStrike" cap="none" dirty="0">
                              <a:solidFill>
                                <a:srgbClr val="000000"/>
                              </a:solidFill>
                              <a:effectLst/>
                              <a:latin typeface="+mn-lt"/>
                              <a:ea typeface="Times New Roman" panose="02020603050405020304" pitchFamily="18" charset="0"/>
                              <a:cs typeface="Calibri" panose="020F0502020204030204" pitchFamily="34" charset="0"/>
                              <a:sym typeface="Arial"/>
                            </a:rPr>
                            <a:t>2</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9pPr>
                        </a:lstStyle>
                        <a:p>
                          <a:pPr marL="0" marR="0" indent="0" algn="ctr" rtl="0">
                            <a:lnSpc>
                              <a:spcPct val="106000"/>
                            </a:lnSpc>
                            <a:spcBef>
                              <a:spcPts val="0"/>
                            </a:spcBef>
                            <a:spcAft>
                              <a:spcPts val="0"/>
                            </a:spcAft>
                            <a:buClr>
                              <a:srgbClr val="000000"/>
                            </a:buClr>
                            <a:buFont typeface="Arial"/>
                          </a:pPr>
                          <a:r>
                            <a:rPr lang="en-IN" sz="1400" b="0" i="0" u="none" strike="noStrike" cap="none" dirty="0">
                              <a:solidFill>
                                <a:srgbClr val="000000"/>
                              </a:solidFill>
                              <a:effectLst/>
                              <a:latin typeface="+mn-lt"/>
                              <a:ea typeface="Times New Roman" panose="02020603050405020304" pitchFamily="18" charset="0"/>
                              <a:cs typeface="Calibri" panose="020F0502020204030204" pitchFamily="34" charset="0"/>
                              <a:sym typeface="Arial"/>
                            </a:rPr>
                            <a:t>1</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9pPr>
                        </a:lstStyle>
                        <a:p>
                          <a:pPr marL="0" marR="0" indent="0" algn="ctr" rtl="0">
                            <a:lnSpc>
                              <a:spcPct val="106000"/>
                            </a:lnSpc>
                            <a:spcBef>
                              <a:spcPts val="0"/>
                            </a:spcBef>
                            <a:spcAft>
                              <a:spcPts val="0"/>
                            </a:spcAft>
                            <a:buClr>
                              <a:srgbClr val="000000"/>
                            </a:buClr>
                            <a:buFont typeface="Arial"/>
                          </a:pPr>
                          <a:r>
                            <a:rPr lang="en-IN" sz="1400" b="0" i="0" u="none" strike="noStrike" cap="none" dirty="0">
                              <a:solidFill>
                                <a:srgbClr val="000000"/>
                              </a:solidFill>
                              <a:effectLst/>
                              <a:latin typeface="+mn-lt"/>
                              <a:ea typeface="Times New Roman" panose="02020603050405020304" pitchFamily="18" charset="0"/>
                              <a:cs typeface="Calibri" panose="020F0502020204030204" pitchFamily="34" charset="0"/>
                              <a:sym typeface="Arial"/>
                            </a:rPr>
                            <a:t>0</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382333510"/>
                      </a:ext>
                    </a:extLst>
                  </a:tr>
                  <a:tr h="419375">
                    <a:tc>
                      <a:txBody>
                        <a:bodyPr/>
                        <a:lstStyle>
                          <a:lvl1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9pPr>
                        </a:lstStyle>
                        <a:p>
                          <a:pPr marL="0" marR="0" indent="0" algn="ctr" rtl="0">
                            <a:lnSpc>
                              <a:spcPct val="106000"/>
                            </a:lnSpc>
                            <a:spcBef>
                              <a:spcPts val="0"/>
                            </a:spcBef>
                            <a:spcAft>
                              <a:spcPts val="0"/>
                            </a:spcAft>
                            <a:buClr>
                              <a:srgbClr val="000000"/>
                            </a:buClr>
                            <a:buFont typeface="Arial"/>
                          </a:pPr>
                          <a:r>
                            <a:rPr lang="en-IN" sz="1400" b="0" i="0" u="none" strike="noStrike" cap="none" dirty="0">
                              <a:solidFill>
                                <a:srgbClr val="000000"/>
                              </a:solidFill>
                              <a:effectLst/>
                              <a:latin typeface="+mn-lt"/>
                              <a:ea typeface="Times New Roman" panose="02020603050405020304" pitchFamily="18" charset="0"/>
                              <a:cs typeface="Calibri" panose="020F0502020204030204" pitchFamily="34" charset="0"/>
                              <a:sym typeface="Arial"/>
                            </a:rPr>
                            <a:t>equilibrium moles </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9pPr>
                        </a:lstStyle>
                        <a:p>
                          <a:pPr marL="0" marR="0" indent="0" algn="ctr" rtl="0">
                            <a:lnSpc>
                              <a:spcPct val="106000"/>
                            </a:lnSpc>
                            <a:spcBef>
                              <a:spcPts val="0"/>
                            </a:spcBef>
                            <a:spcAft>
                              <a:spcPts val="0"/>
                            </a:spcAft>
                            <a:buClr>
                              <a:srgbClr val="000000"/>
                            </a:buClr>
                            <a:buFont typeface="Arial"/>
                          </a:pPr>
                          <a:r>
                            <a:rPr lang="en-IN" sz="1400" b="0" i="0" u="none" strike="noStrike" cap="none" dirty="0">
                              <a:solidFill>
                                <a:srgbClr val="000000"/>
                              </a:solidFill>
                              <a:effectLst/>
                              <a:latin typeface="+mn-lt"/>
                              <a:ea typeface="Times New Roman" panose="02020603050405020304" pitchFamily="18" charset="0"/>
                              <a:cs typeface="Calibri" panose="020F0502020204030204" pitchFamily="34" charset="0"/>
                              <a:sym typeface="Arial"/>
                            </a:rPr>
                            <a:t>1.4</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9pPr>
                        </a:lstStyle>
                        <a:p>
                          <a:pPr marL="0" marR="0" indent="0" algn="ctr" rtl="0">
                            <a:lnSpc>
                              <a:spcPct val="106000"/>
                            </a:lnSpc>
                            <a:spcBef>
                              <a:spcPts val="0"/>
                            </a:spcBef>
                            <a:spcAft>
                              <a:spcPts val="0"/>
                            </a:spcAft>
                            <a:buClr>
                              <a:srgbClr val="000000"/>
                            </a:buClr>
                            <a:buFont typeface="Arial"/>
                          </a:pPr>
                          <a:r>
                            <a:rPr lang="en-IN" sz="1400" b="0" i="0" u="none" strike="noStrike" cap="none" dirty="0">
                              <a:solidFill>
                                <a:srgbClr val="000000"/>
                              </a:solidFill>
                              <a:effectLst/>
                              <a:latin typeface="+mn-lt"/>
                              <a:ea typeface="Times New Roman" panose="02020603050405020304" pitchFamily="18" charset="0"/>
                              <a:cs typeface="Calibri" panose="020F0502020204030204" pitchFamily="34" charset="0"/>
                              <a:sym typeface="Arial"/>
                            </a:rPr>
                            <a:t>0.7</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9pPr>
                        </a:lstStyle>
                        <a:p>
                          <a:pPr marL="0" marR="0" indent="0" algn="ctr" rtl="0">
                            <a:lnSpc>
                              <a:spcPct val="106000"/>
                            </a:lnSpc>
                            <a:spcBef>
                              <a:spcPts val="0"/>
                            </a:spcBef>
                            <a:spcAft>
                              <a:spcPts val="0"/>
                            </a:spcAft>
                            <a:buClr>
                              <a:srgbClr val="000000"/>
                            </a:buClr>
                            <a:buFont typeface="Arial"/>
                          </a:pPr>
                          <a:r>
                            <a:rPr lang="en-IN" sz="1400" b="0" i="0" u="none" strike="noStrike" cap="none" dirty="0">
                              <a:solidFill>
                                <a:srgbClr val="000000"/>
                              </a:solidFill>
                              <a:effectLst/>
                              <a:latin typeface="+mn-lt"/>
                              <a:ea typeface="Times New Roman" panose="02020603050405020304" pitchFamily="18" charset="0"/>
                              <a:cs typeface="Calibri" panose="020F0502020204030204" pitchFamily="34" charset="0"/>
                              <a:sym typeface="Arial"/>
                            </a:rPr>
                            <a:t>0.6</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555816645"/>
                      </a:ext>
                    </a:extLst>
                  </a:tr>
                  <a:tr h="424053">
                    <a:tc>
                      <a:txBody>
                        <a:bodyPr/>
                        <a:lstStyle>
                          <a:lvl1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9pPr>
                        </a:lstStyle>
                        <a:p>
                          <a:pPr marL="0" marR="0" indent="0" algn="ctr" rtl="0">
                            <a:lnSpc>
                              <a:spcPct val="106000"/>
                            </a:lnSpc>
                            <a:spcBef>
                              <a:spcPts val="0"/>
                            </a:spcBef>
                            <a:spcAft>
                              <a:spcPts val="0"/>
                            </a:spcAft>
                            <a:buClr>
                              <a:srgbClr val="000000"/>
                            </a:buClr>
                            <a:buFont typeface="Arial"/>
                          </a:pPr>
                          <a:r>
                            <a:rPr lang="en-IN" sz="1400" b="0" i="0" u="none" strike="noStrike" cap="none" dirty="0">
                              <a:solidFill>
                                <a:srgbClr val="000000"/>
                              </a:solidFill>
                              <a:effectLst/>
                              <a:latin typeface="+mn-lt"/>
                              <a:ea typeface="Times New Roman" panose="02020603050405020304" pitchFamily="18" charset="0"/>
                              <a:cs typeface="Calibri" panose="020F0502020204030204" pitchFamily="34" charset="0"/>
                              <a:sym typeface="Arial"/>
                            </a:rPr>
                            <a:t>mole fraction</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LID4096"/>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blipFill>
                          <a:blip r:embed="rId3"/>
                          <a:stretch>
                            <a:fillRect l="-100389" t="-230435" r="-200000" b="-171014"/>
                          </a:stretch>
                        </a:blipFill>
                      </a:tcPr>
                    </a:tc>
                    <a:tc>
                      <a:txBody>
                        <a:bodyPr/>
                        <a:lstStyle/>
                        <a:p>
                          <a:endParaRPr lang="LID4096"/>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blipFill>
                          <a:blip r:embed="rId3"/>
                          <a:stretch>
                            <a:fillRect l="-201172" t="-230435" r="-100781" b="-171014"/>
                          </a:stretch>
                        </a:blipFill>
                      </a:tcPr>
                    </a:tc>
                    <a:tc>
                      <a:txBody>
                        <a:bodyPr/>
                        <a:lstStyle/>
                        <a:p>
                          <a:endParaRPr lang="LID4096"/>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blipFill>
                          <a:blip r:embed="rId3"/>
                          <a:stretch>
                            <a:fillRect l="-301172" t="-230435" r="-781" b="-171014"/>
                          </a:stretch>
                        </a:blipFill>
                      </a:tcPr>
                    </a:tc>
                    <a:extLst>
                      <a:ext uri="{0D108BD9-81ED-4DB2-BD59-A6C34878D82A}">
                        <a16:rowId xmlns:a16="http://schemas.microsoft.com/office/drawing/2014/main" val="1901197877"/>
                      </a:ext>
                    </a:extLst>
                  </a:tr>
                  <a:tr h="703205">
                    <a:tc>
                      <a:txBody>
                        <a:bodyPr/>
                        <a:lstStyle>
                          <a:lvl1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9pPr>
                        </a:lstStyle>
                        <a:p>
                          <a:pPr marL="0" marR="0" indent="0" algn="ctr" rtl="0">
                            <a:lnSpc>
                              <a:spcPct val="106000"/>
                            </a:lnSpc>
                            <a:spcBef>
                              <a:spcPts val="0"/>
                            </a:spcBef>
                            <a:spcAft>
                              <a:spcPts val="0"/>
                            </a:spcAft>
                            <a:buClr>
                              <a:srgbClr val="000000"/>
                            </a:buClr>
                            <a:buFont typeface="Arial"/>
                          </a:pPr>
                          <a:r>
                            <a:rPr lang="en-IN" sz="1400" b="0" i="0" u="none" strike="noStrike" cap="none" dirty="0">
                              <a:solidFill>
                                <a:srgbClr val="000000"/>
                              </a:solidFill>
                              <a:effectLst/>
                              <a:latin typeface="+mn-lt"/>
                              <a:ea typeface="Times New Roman" panose="02020603050405020304" pitchFamily="18" charset="0"/>
                              <a:cs typeface="Calibri" panose="020F0502020204030204" pitchFamily="34" charset="0"/>
                              <a:sym typeface="Arial"/>
                            </a:rPr>
                            <a:t>partial pressure (Pa)</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9pPr>
                        </a:lstStyle>
                        <a:p>
                          <a:pPr marL="0" indent="0" algn="ctr">
                            <a:lnSpc>
                              <a:spcPct val="106000"/>
                            </a:lnSpc>
                            <a:spcAft>
                              <a:spcPts val="0"/>
                            </a:spcAft>
                          </a:pPr>
                          <a:r>
                            <a:rPr lang="en-IN" sz="1400" dirty="0">
                              <a:solidFill>
                                <a:srgbClr val="000000"/>
                              </a:solidFill>
                              <a:effectLst/>
                              <a:latin typeface="+mn-lt"/>
                              <a:ea typeface="Times New Roman" panose="02020603050405020304" pitchFamily="18" charset="0"/>
                              <a:cs typeface="Calibri" panose="020F0502020204030204" pitchFamily="34" charset="0"/>
                            </a:rPr>
                            <a:t>0.518× </a:t>
                          </a:r>
                          <a:r>
                            <a:rPr lang="en-IN" sz="1400" dirty="0">
                              <a:solidFill>
                                <a:srgbClr val="000000"/>
                              </a:solidFill>
                              <a:effectLst/>
                              <a:latin typeface="+mn-lt"/>
                              <a:ea typeface="Calibri" panose="020F0502020204030204" pitchFamily="34" charset="0"/>
                              <a:cs typeface="Calibri" panose="020F0502020204030204" pitchFamily="34" charset="0"/>
                            </a:rPr>
                            <a:t>8×10</a:t>
                          </a:r>
                          <a:r>
                            <a:rPr lang="en-IN" sz="1400" baseline="30000" dirty="0">
                              <a:solidFill>
                                <a:srgbClr val="000000"/>
                              </a:solidFill>
                              <a:effectLst/>
                              <a:latin typeface="+mn-lt"/>
                              <a:ea typeface="Calibri" panose="020F0502020204030204" pitchFamily="34" charset="0"/>
                              <a:cs typeface="Calibri" panose="020F0502020204030204" pitchFamily="34" charset="0"/>
                            </a:rPr>
                            <a:t>6</a:t>
                          </a:r>
                          <a:r>
                            <a:rPr lang="en-IN" sz="1400" dirty="0">
                              <a:solidFill>
                                <a:srgbClr val="000000"/>
                              </a:solidFill>
                              <a:effectLst/>
                              <a:latin typeface="+mn-lt"/>
                              <a:ea typeface="Calibri" panose="020F0502020204030204" pitchFamily="34" charset="0"/>
                              <a:cs typeface="Calibri" panose="020F0502020204030204" pitchFamily="34" charset="0"/>
                            </a:rPr>
                            <a:t> =4.15 ×10</a:t>
                          </a:r>
                          <a:r>
                            <a:rPr lang="en-IN" sz="1400" baseline="30000" dirty="0">
                              <a:solidFill>
                                <a:srgbClr val="000000"/>
                              </a:solidFill>
                              <a:effectLst/>
                              <a:latin typeface="+mn-lt"/>
                              <a:ea typeface="Calibri" panose="020F0502020204030204" pitchFamily="34" charset="0"/>
                              <a:cs typeface="Calibri" panose="020F0502020204030204" pitchFamily="34" charset="0"/>
                            </a:rPr>
                            <a:t>6</a:t>
                          </a:r>
                          <a:endParaRPr lang="en-IN" sz="1400" dirty="0">
                            <a:solidFill>
                              <a:srgbClr val="000000"/>
                            </a:solidFill>
                            <a:effectLst/>
                            <a:latin typeface="+mn-lt"/>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9pPr>
                        </a:lstStyle>
                        <a:p>
                          <a:pPr marL="0" indent="0" algn="ctr">
                            <a:lnSpc>
                              <a:spcPct val="106000"/>
                            </a:lnSpc>
                            <a:spcAft>
                              <a:spcPts val="0"/>
                            </a:spcAft>
                            <a:tabLst/>
                          </a:pPr>
                          <a:r>
                            <a:rPr lang="en-IN" sz="1400" dirty="0">
                              <a:solidFill>
                                <a:srgbClr val="000000"/>
                              </a:solidFill>
                              <a:effectLst/>
                              <a:latin typeface="+mn-lt"/>
                              <a:ea typeface="Times New Roman" panose="02020603050405020304" pitchFamily="18" charset="0"/>
                              <a:cs typeface="Calibri" panose="020F0502020204030204" pitchFamily="34" charset="0"/>
                            </a:rPr>
                            <a:t>0.259× </a:t>
                          </a:r>
                          <a:r>
                            <a:rPr lang="en-IN" sz="1400" dirty="0">
                              <a:solidFill>
                                <a:srgbClr val="000000"/>
                              </a:solidFill>
                              <a:effectLst/>
                              <a:latin typeface="+mn-lt"/>
                              <a:ea typeface="Calibri" panose="020F0502020204030204" pitchFamily="34" charset="0"/>
                              <a:cs typeface="Calibri" panose="020F0502020204030204" pitchFamily="34" charset="0"/>
                            </a:rPr>
                            <a:t>8×10</a:t>
                          </a:r>
                          <a:r>
                            <a:rPr lang="en-IN" sz="1400" baseline="30000" dirty="0">
                              <a:solidFill>
                                <a:srgbClr val="000000"/>
                              </a:solidFill>
                              <a:effectLst/>
                              <a:latin typeface="+mn-lt"/>
                              <a:ea typeface="Calibri" panose="020F0502020204030204" pitchFamily="34" charset="0"/>
                              <a:cs typeface="Calibri" panose="020F0502020204030204" pitchFamily="34" charset="0"/>
                            </a:rPr>
                            <a:t>6</a:t>
                          </a:r>
                          <a:r>
                            <a:rPr lang="en-IN" sz="1400" dirty="0">
                              <a:solidFill>
                                <a:srgbClr val="000000"/>
                              </a:solidFill>
                              <a:effectLst/>
                              <a:latin typeface="+mn-lt"/>
                              <a:ea typeface="Calibri" panose="020F0502020204030204" pitchFamily="34" charset="0"/>
                              <a:cs typeface="Calibri" panose="020F0502020204030204" pitchFamily="34" charset="0"/>
                            </a:rPr>
                            <a:t> =2.07 ×10</a:t>
                          </a:r>
                          <a:r>
                            <a:rPr lang="en-IN" sz="1400" baseline="30000" dirty="0">
                              <a:solidFill>
                                <a:srgbClr val="000000"/>
                              </a:solidFill>
                              <a:effectLst/>
                              <a:latin typeface="+mn-lt"/>
                              <a:ea typeface="Calibri" panose="020F0502020204030204" pitchFamily="34" charset="0"/>
                              <a:cs typeface="Calibri" panose="020F0502020204030204" pitchFamily="34" charset="0"/>
                            </a:rPr>
                            <a:t>6</a:t>
                          </a:r>
                          <a:endParaRPr lang="en-IN" sz="1400" dirty="0">
                            <a:solidFill>
                              <a:srgbClr val="000000"/>
                            </a:solidFill>
                            <a:effectLst/>
                            <a:latin typeface="+mn-lt"/>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9pPr>
                        </a:lstStyle>
                        <a:p>
                          <a:pPr marL="0" indent="0" algn="ctr">
                            <a:lnSpc>
                              <a:spcPct val="106000"/>
                            </a:lnSpc>
                            <a:spcAft>
                              <a:spcPts val="0"/>
                            </a:spcAft>
                          </a:pPr>
                          <a:r>
                            <a:rPr lang="en-IN" sz="1400" dirty="0">
                              <a:solidFill>
                                <a:srgbClr val="000000"/>
                              </a:solidFill>
                              <a:effectLst/>
                              <a:latin typeface="+mn-lt"/>
                              <a:ea typeface="Times New Roman" panose="02020603050405020304" pitchFamily="18" charset="0"/>
                              <a:cs typeface="Calibri" panose="020F0502020204030204" pitchFamily="34" charset="0"/>
                            </a:rPr>
                            <a:t>0.22× </a:t>
                          </a:r>
                          <a:r>
                            <a:rPr lang="en-IN" sz="1400" dirty="0">
                              <a:solidFill>
                                <a:srgbClr val="000000"/>
                              </a:solidFill>
                              <a:effectLst/>
                              <a:latin typeface="+mn-lt"/>
                              <a:ea typeface="Calibri" panose="020F0502020204030204" pitchFamily="34" charset="0"/>
                              <a:cs typeface="Calibri" panose="020F0502020204030204" pitchFamily="34" charset="0"/>
                            </a:rPr>
                            <a:t>8×10</a:t>
                          </a:r>
                          <a:r>
                            <a:rPr lang="en-IN" sz="1400" baseline="30000" dirty="0">
                              <a:solidFill>
                                <a:srgbClr val="000000"/>
                              </a:solidFill>
                              <a:effectLst/>
                              <a:latin typeface="+mn-lt"/>
                              <a:ea typeface="Calibri" panose="020F0502020204030204" pitchFamily="34" charset="0"/>
                              <a:cs typeface="Calibri" panose="020F0502020204030204" pitchFamily="34" charset="0"/>
                            </a:rPr>
                            <a:t>6</a:t>
                          </a:r>
                          <a:r>
                            <a:rPr lang="en-IN" sz="1400" dirty="0">
                              <a:solidFill>
                                <a:srgbClr val="000000"/>
                              </a:solidFill>
                              <a:effectLst/>
                              <a:latin typeface="+mn-lt"/>
                              <a:ea typeface="Calibri" panose="020F0502020204030204" pitchFamily="34" charset="0"/>
                              <a:cs typeface="Calibri" panose="020F0502020204030204" pitchFamily="34" charset="0"/>
                            </a:rPr>
                            <a:t> =1.76 ×10</a:t>
                          </a:r>
                          <a:r>
                            <a:rPr lang="en-IN" sz="1400" baseline="30000" dirty="0">
                              <a:solidFill>
                                <a:srgbClr val="000000"/>
                              </a:solidFill>
                              <a:effectLst/>
                              <a:latin typeface="+mn-lt"/>
                              <a:ea typeface="Calibri" panose="020F0502020204030204" pitchFamily="34" charset="0"/>
                              <a:cs typeface="Calibri" panose="020F0502020204030204" pitchFamily="34" charset="0"/>
                            </a:rPr>
                            <a:t>6</a:t>
                          </a:r>
                          <a:endParaRPr lang="en-IN" sz="1400" dirty="0">
                            <a:solidFill>
                              <a:srgbClr val="000000"/>
                            </a:solidFill>
                            <a:effectLst/>
                            <a:latin typeface="+mn-lt"/>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439401"/>
                      </a:ext>
                    </a:extLst>
                  </a:tr>
                </a:tbl>
              </a:graphicData>
            </a:graphic>
          </p:graphicFrame>
        </mc:Fallback>
      </mc:AlternateContent>
    </p:spTree>
    <p:extLst>
      <p:ext uri="{BB962C8B-B14F-4D97-AF65-F5344CB8AC3E}">
        <p14:creationId xmlns:p14="http://schemas.microsoft.com/office/powerpoint/2010/main" val="2210928044"/>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Shape 116"/>
        <p:cNvGrpSpPr/>
        <p:nvPr/>
      </p:nvGrpSpPr>
      <p:grpSpPr>
        <a:xfrm>
          <a:off x="0" y="0"/>
          <a:ext cx="0" cy="0"/>
          <a:chOff x="0" y="0"/>
          <a:chExt cx="0" cy="0"/>
        </a:xfrm>
      </p:grpSpPr>
      <p:sp>
        <p:nvSpPr>
          <p:cNvPr id="117" name="Google Shape;117;p26"/>
          <p:cNvSpPr txBox="1">
            <a:spLocks noGrp="1"/>
          </p:cNvSpPr>
          <p:nvPr>
            <p:ph type="title"/>
          </p:nvPr>
        </p:nvSpPr>
        <p:spPr>
          <a:xfrm>
            <a:off x="933025" y="592925"/>
            <a:ext cx="6305100" cy="767700"/>
          </a:xfrm>
          <a:prstGeom prst="rect">
            <a:avLst/>
          </a:prstGeom>
        </p:spPr>
        <p:txBody>
          <a:bodyPr spcFirstLastPara="1" wrap="square" lIns="91425" tIns="91425" rIns="91425" bIns="91425" anchor="b" anchorCtr="0">
            <a:noAutofit/>
          </a:bodyPr>
          <a:lstStyle/>
          <a:p>
            <a:pPr lvl="0"/>
            <a:r>
              <a:rPr lang="en-IN" dirty="0"/>
              <a:t>Equilibrium expression in terms of partial pressure</a:t>
            </a:r>
          </a:p>
        </p:txBody>
      </p:sp>
      <mc:AlternateContent xmlns:mc="http://schemas.openxmlformats.org/markup-compatibility/2006" xmlns:a14="http://schemas.microsoft.com/office/drawing/2010/main">
        <mc:Choice Requires="a14">
          <p:sp>
            <p:nvSpPr>
              <p:cNvPr id="118" name="Google Shape;118;p26"/>
              <p:cNvSpPr txBox="1"/>
              <p:nvPr/>
            </p:nvSpPr>
            <p:spPr>
              <a:xfrm>
                <a:off x="658533" y="1829921"/>
                <a:ext cx="7835472" cy="2492100"/>
              </a:xfrm>
              <a:prstGeom prst="rect">
                <a:avLst/>
              </a:prstGeom>
              <a:noFill/>
              <a:ln>
                <a:noFill/>
              </a:ln>
            </p:spPr>
            <p:txBody>
              <a:bodyPr spcFirstLastPara="1" wrap="square" lIns="91425" tIns="91425" rIns="91425" bIns="91425" anchor="t" anchorCtr="0">
                <a:noAutofit/>
              </a:bodyPr>
              <a:lstStyle/>
              <a:p>
                <a:pPr marL="0" indent="0">
                  <a:lnSpc>
                    <a:spcPct val="113000"/>
                  </a:lnSpc>
                  <a:buNone/>
                </a:pPr>
                <a:r>
                  <a:rPr lang="en-IN" dirty="0">
                    <a:solidFill>
                      <a:srgbClr val="000000"/>
                    </a:solidFill>
                  </a:rPr>
                  <a:t>Step 3: Calculating </a:t>
                </a:r>
                <a:r>
                  <a:rPr lang="en-IN" dirty="0" err="1">
                    <a:solidFill>
                      <a:srgbClr val="000000"/>
                    </a:solidFill>
                  </a:rPr>
                  <a:t>Kp</a:t>
                </a:r>
                <a:r>
                  <a:rPr lang="en-IN" dirty="0">
                    <a:solidFill>
                      <a:srgbClr val="000000"/>
                    </a:solidFill>
                  </a:rPr>
                  <a:t>,</a:t>
                </a:r>
              </a:p>
              <a:p>
                <a:pPr marL="0" indent="0">
                  <a:lnSpc>
                    <a:spcPct val="113000"/>
                  </a:lnSpc>
                  <a:buNone/>
                </a:pPr>
                <a14:m>
                  <m:oMathPara xmlns:m="http://schemas.openxmlformats.org/officeDocument/2006/math">
                    <m:oMathParaPr>
                      <m:jc m:val="centerGroup"/>
                    </m:oMathParaPr>
                    <m:oMath xmlns:m="http://schemas.openxmlformats.org/officeDocument/2006/math">
                      <m:sSub>
                        <m:sSubPr>
                          <m:ctrlPr>
                            <a:rPr lang="ar-AE" i="1">
                              <a:solidFill>
                                <a:srgbClr val="000000">
                                  <a:lumMod val="95000"/>
                                  <a:lumOff val="5000"/>
                                </a:srgbClr>
                              </a:solidFill>
                              <a:latin typeface="Cambria Math" panose="02040503050406030204" pitchFamily="18" charset="0"/>
                              <a:sym typeface="Roboto Condensed"/>
                            </a:rPr>
                          </m:ctrlPr>
                        </m:sSubPr>
                        <m:e>
                          <m:r>
                            <a:rPr lang="ar-AE" i="1">
                              <a:solidFill>
                                <a:srgbClr val="000000">
                                  <a:lumMod val="95000"/>
                                  <a:lumOff val="5000"/>
                                </a:srgbClr>
                              </a:solidFill>
                              <a:latin typeface="Cambria Math" panose="02040503050406030204" pitchFamily="18" charset="0"/>
                              <a:sym typeface="Roboto Condensed"/>
                            </a:rPr>
                            <m:t>𝐾</m:t>
                          </m:r>
                        </m:e>
                        <m:sub>
                          <m:r>
                            <a:rPr lang="ar-AE" i="1">
                              <a:solidFill>
                                <a:srgbClr val="000000">
                                  <a:lumMod val="95000"/>
                                  <a:lumOff val="5000"/>
                                </a:srgbClr>
                              </a:solidFill>
                              <a:latin typeface="Cambria Math" panose="02040503050406030204" pitchFamily="18" charset="0"/>
                              <a:sym typeface="Roboto Condensed"/>
                            </a:rPr>
                            <m:t>𝑝</m:t>
                          </m:r>
                        </m:sub>
                      </m:sSub>
                      <m:r>
                        <a:rPr lang="ar-AE" i="1">
                          <a:solidFill>
                            <a:srgbClr val="000000">
                              <a:lumMod val="95000"/>
                              <a:lumOff val="5000"/>
                            </a:srgbClr>
                          </a:solidFill>
                          <a:latin typeface="Cambria Math" panose="02040503050406030204" pitchFamily="18" charset="0"/>
                          <a:sym typeface="Roboto Condensed"/>
                        </a:rPr>
                        <m:t>=</m:t>
                      </m:r>
                      <m:f>
                        <m:fPr>
                          <m:ctrlPr>
                            <a:rPr lang="ar-AE" i="1">
                              <a:solidFill>
                                <a:srgbClr val="000000">
                                  <a:lumMod val="95000"/>
                                  <a:lumOff val="5000"/>
                                </a:srgbClr>
                              </a:solidFill>
                              <a:latin typeface="Cambria Math" panose="02040503050406030204" pitchFamily="18" charset="0"/>
                              <a:sym typeface="Roboto Condensed"/>
                            </a:rPr>
                          </m:ctrlPr>
                        </m:fPr>
                        <m:num>
                          <m:sSup>
                            <m:sSupPr>
                              <m:ctrlPr>
                                <a:rPr lang="ar-AE" i="1">
                                  <a:solidFill>
                                    <a:srgbClr val="000000">
                                      <a:lumMod val="95000"/>
                                      <a:lumOff val="5000"/>
                                    </a:srgbClr>
                                  </a:solidFill>
                                  <a:latin typeface="Cambria Math" panose="02040503050406030204" pitchFamily="18" charset="0"/>
                                  <a:sym typeface="Roboto Condensed"/>
                                </a:rPr>
                              </m:ctrlPr>
                            </m:sSupPr>
                            <m:e>
                              <m:sSub>
                                <m:sSubPr>
                                  <m:ctrlPr>
                                    <a:rPr lang="ar-AE" i="1">
                                      <a:solidFill>
                                        <a:srgbClr val="000000">
                                          <a:lumMod val="95000"/>
                                          <a:lumOff val="5000"/>
                                        </a:srgbClr>
                                      </a:solidFill>
                                      <a:latin typeface="Cambria Math" panose="02040503050406030204" pitchFamily="18" charset="0"/>
                                      <a:sym typeface="Roboto Condensed"/>
                                    </a:rPr>
                                  </m:ctrlPr>
                                </m:sSubPr>
                                <m:e>
                                  <m:r>
                                    <a:rPr lang="ar-AE" i="1">
                                      <a:solidFill>
                                        <a:srgbClr val="000000">
                                          <a:lumMod val="95000"/>
                                          <a:lumOff val="5000"/>
                                        </a:srgbClr>
                                      </a:solidFill>
                                      <a:latin typeface="Cambria Math" panose="02040503050406030204" pitchFamily="18" charset="0"/>
                                      <a:sym typeface="Roboto Condensed"/>
                                    </a:rPr>
                                    <m:t>𝑝</m:t>
                                  </m:r>
                                </m:e>
                                <m:sub>
                                  <m:r>
                                    <a:rPr lang="ar-AE" i="1">
                                      <a:solidFill>
                                        <a:srgbClr val="000000">
                                          <a:lumMod val="95000"/>
                                          <a:lumOff val="5000"/>
                                        </a:srgbClr>
                                      </a:solidFill>
                                      <a:latin typeface="Cambria Math" panose="02040503050406030204" pitchFamily="18" charset="0"/>
                                      <a:sym typeface="Roboto Condensed"/>
                                    </a:rPr>
                                    <m:t>𝑆</m:t>
                                  </m:r>
                                  <m:sSub>
                                    <m:sSubPr>
                                      <m:ctrlPr>
                                        <a:rPr lang="ar-AE" i="1">
                                          <a:solidFill>
                                            <a:srgbClr val="000000">
                                              <a:lumMod val="95000"/>
                                              <a:lumOff val="5000"/>
                                            </a:srgbClr>
                                          </a:solidFill>
                                          <a:latin typeface="Cambria Math" panose="02040503050406030204" pitchFamily="18" charset="0"/>
                                          <a:sym typeface="Roboto Condensed"/>
                                        </a:rPr>
                                      </m:ctrlPr>
                                    </m:sSubPr>
                                    <m:e>
                                      <m:r>
                                        <a:rPr lang="ar-AE" i="1">
                                          <a:solidFill>
                                            <a:srgbClr val="000000">
                                              <a:lumMod val="95000"/>
                                              <a:lumOff val="5000"/>
                                            </a:srgbClr>
                                          </a:solidFill>
                                          <a:latin typeface="Cambria Math" panose="02040503050406030204" pitchFamily="18" charset="0"/>
                                          <a:sym typeface="Roboto Condensed"/>
                                        </a:rPr>
                                        <m:t>𝑂</m:t>
                                      </m:r>
                                    </m:e>
                                    <m:sub>
                                      <m:r>
                                        <a:rPr lang="ar-AE" i="1">
                                          <a:solidFill>
                                            <a:srgbClr val="000000">
                                              <a:lumMod val="95000"/>
                                              <a:lumOff val="5000"/>
                                            </a:srgbClr>
                                          </a:solidFill>
                                          <a:latin typeface="Cambria Math" panose="02040503050406030204" pitchFamily="18" charset="0"/>
                                          <a:sym typeface="Roboto Condensed"/>
                                        </a:rPr>
                                        <m:t>3</m:t>
                                      </m:r>
                                    </m:sub>
                                  </m:sSub>
                                </m:sub>
                              </m:sSub>
                            </m:e>
                            <m:sup>
                              <m:r>
                                <a:rPr lang="ar-AE" i="1">
                                  <a:solidFill>
                                    <a:srgbClr val="000000">
                                      <a:lumMod val="95000"/>
                                      <a:lumOff val="5000"/>
                                    </a:srgbClr>
                                  </a:solidFill>
                                  <a:latin typeface="Cambria Math" panose="02040503050406030204" pitchFamily="18" charset="0"/>
                                  <a:sym typeface="Roboto Condensed"/>
                                </a:rPr>
                                <m:t>2</m:t>
                              </m:r>
                            </m:sup>
                          </m:sSup>
                        </m:num>
                        <m:den>
                          <m:sSup>
                            <m:sSupPr>
                              <m:ctrlPr>
                                <a:rPr lang="ar-AE" i="1">
                                  <a:solidFill>
                                    <a:srgbClr val="000000">
                                      <a:lumMod val="95000"/>
                                      <a:lumOff val="5000"/>
                                    </a:srgbClr>
                                  </a:solidFill>
                                  <a:latin typeface="Cambria Math" panose="02040503050406030204" pitchFamily="18" charset="0"/>
                                  <a:sym typeface="Roboto Condensed"/>
                                </a:rPr>
                              </m:ctrlPr>
                            </m:sSupPr>
                            <m:e>
                              <m:sSub>
                                <m:sSubPr>
                                  <m:ctrlPr>
                                    <a:rPr lang="ar-AE" i="1">
                                      <a:solidFill>
                                        <a:srgbClr val="000000">
                                          <a:lumMod val="95000"/>
                                          <a:lumOff val="5000"/>
                                        </a:srgbClr>
                                      </a:solidFill>
                                      <a:latin typeface="Cambria Math" panose="02040503050406030204" pitchFamily="18" charset="0"/>
                                      <a:sym typeface="Roboto Condensed"/>
                                    </a:rPr>
                                  </m:ctrlPr>
                                </m:sSubPr>
                                <m:e>
                                  <m:r>
                                    <a:rPr lang="ar-AE" i="1">
                                      <a:solidFill>
                                        <a:srgbClr val="000000">
                                          <a:lumMod val="95000"/>
                                          <a:lumOff val="5000"/>
                                        </a:srgbClr>
                                      </a:solidFill>
                                      <a:latin typeface="Cambria Math" panose="02040503050406030204" pitchFamily="18" charset="0"/>
                                      <a:sym typeface="Roboto Condensed"/>
                                    </a:rPr>
                                    <m:t>𝑝</m:t>
                                  </m:r>
                                </m:e>
                                <m:sub>
                                  <m:sSub>
                                    <m:sSubPr>
                                      <m:ctrlPr>
                                        <a:rPr lang="ar-AE" i="1">
                                          <a:solidFill>
                                            <a:srgbClr val="000000">
                                              <a:lumMod val="95000"/>
                                              <a:lumOff val="5000"/>
                                            </a:srgbClr>
                                          </a:solidFill>
                                          <a:latin typeface="Cambria Math" panose="02040503050406030204" pitchFamily="18" charset="0"/>
                                          <a:sym typeface="Roboto Condensed"/>
                                        </a:rPr>
                                      </m:ctrlPr>
                                    </m:sSubPr>
                                    <m:e>
                                      <m:r>
                                        <a:rPr lang="ar-AE" i="1">
                                          <a:solidFill>
                                            <a:srgbClr val="000000">
                                              <a:lumMod val="95000"/>
                                              <a:lumOff val="5000"/>
                                            </a:srgbClr>
                                          </a:solidFill>
                                          <a:latin typeface="Cambria Math" panose="02040503050406030204" pitchFamily="18" charset="0"/>
                                          <a:sym typeface="Roboto Condensed"/>
                                        </a:rPr>
                                        <m:t>𝑂</m:t>
                                      </m:r>
                                    </m:e>
                                    <m:sub>
                                      <m:r>
                                        <a:rPr lang="ar-AE" i="1">
                                          <a:solidFill>
                                            <a:srgbClr val="000000">
                                              <a:lumMod val="95000"/>
                                              <a:lumOff val="5000"/>
                                            </a:srgbClr>
                                          </a:solidFill>
                                          <a:latin typeface="Cambria Math" panose="02040503050406030204" pitchFamily="18" charset="0"/>
                                          <a:sym typeface="Roboto Condensed"/>
                                        </a:rPr>
                                        <m:t>2</m:t>
                                      </m:r>
                                    </m:sub>
                                  </m:sSub>
                                </m:sub>
                              </m:sSub>
                              <m:r>
                                <a:rPr lang="ar-AE" i="1">
                                  <a:solidFill>
                                    <a:srgbClr val="000000">
                                      <a:lumMod val="95000"/>
                                      <a:lumOff val="5000"/>
                                    </a:srgbClr>
                                  </a:solidFill>
                                  <a:latin typeface="Cambria Math" panose="02040503050406030204" pitchFamily="18" charset="0"/>
                                  <a:sym typeface="Roboto Condensed"/>
                                </a:rPr>
                                <m:t>×</m:t>
                              </m:r>
                              <m:sSub>
                                <m:sSubPr>
                                  <m:ctrlPr>
                                    <a:rPr lang="ar-AE" i="1">
                                      <a:solidFill>
                                        <a:srgbClr val="000000">
                                          <a:lumMod val="95000"/>
                                          <a:lumOff val="5000"/>
                                        </a:srgbClr>
                                      </a:solidFill>
                                      <a:latin typeface="Cambria Math" panose="02040503050406030204" pitchFamily="18" charset="0"/>
                                      <a:sym typeface="Roboto Condensed"/>
                                    </a:rPr>
                                  </m:ctrlPr>
                                </m:sSubPr>
                                <m:e>
                                  <m:r>
                                    <a:rPr lang="ar-AE" i="1">
                                      <a:solidFill>
                                        <a:srgbClr val="000000">
                                          <a:lumMod val="95000"/>
                                          <a:lumOff val="5000"/>
                                        </a:srgbClr>
                                      </a:solidFill>
                                      <a:latin typeface="Cambria Math" panose="02040503050406030204" pitchFamily="18" charset="0"/>
                                      <a:sym typeface="Roboto Condensed"/>
                                    </a:rPr>
                                    <m:t>𝑝</m:t>
                                  </m:r>
                                </m:e>
                                <m:sub>
                                  <m:sSub>
                                    <m:sSubPr>
                                      <m:ctrlPr>
                                        <a:rPr lang="ar-AE" i="1">
                                          <a:solidFill>
                                            <a:srgbClr val="000000">
                                              <a:lumMod val="95000"/>
                                              <a:lumOff val="5000"/>
                                            </a:srgbClr>
                                          </a:solidFill>
                                          <a:latin typeface="Cambria Math" panose="02040503050406030204" pitchFamily="18" charset="0"/>
                                          <a:sym typeface="Roboto Condensed"/>
                                        </a:rPr>
                                      </m:ctrlPr>
                                    </m:sSubPr>
                                    <m:e>
                                      <m:r>
                                        <a:rPr lang="ar-AE" i="1">
                                          <a:solidFill>
                                            <a:srgbClr val="000000">
                                              <a:lumMod val="95000"/>
                                              <a:lumOff val="5000"/>
                                            </a:srgbClr>
                                          </a:solidFill>
                                          <a:latin typeface="Cambria Math" panose="02040503050406030204" pitchFamily="18" charset="0"/>
                                          <a:sym typeface="Roboto Condensed"/>
                                        </a:rPr>
                                        <m:t>𝑆𝑂</m:t>
                                      </m:r>
                                    </m:e>
                                    <m:sub>
                                      <m:r>
                                        <a:rPr lang="ar-AE" i="1">
                                          <a:solidFill>
                                            <a:srgbClr val="000000">
                                              <a:lumMod val="95000"/>
                                              <a:lumOff val="5000"/>
                                            </a:srgbClr>
                                          </a:solidFill>
                                          <a:latin typeface="Cambria Math" panose="02040503050406030204" pitchFamily="18" charset="0"/>
                                          <a:sym typeface="Roboto Condensed"/>
                                        </a:rPr>
                                        <m:t>2</m:t>
                                      </m:r>
                                    </m:sub>
                                  </m:sSub>
                                </m:sub>
                              </m:sSub>
                            </m:e>
                            <m:sup>
                              <m:r>
                                <a:rPr lang="ar-AE" i="1">
                                  <a:solidFill>
                                    <a:srgbClr val="000000">
                                      <a:lumMod val="95000"/>
                                      <a:lumOff val="5000"/>
                                    </a:srgbClr>
                                  </a:solidFill>
                                  <a:latin typeface="Cambria Math" panose="02040503050406030204" pitchFamily="18" charset="0"/>
                                  <a:sym typeface="Roboto Condensed"/>
                                </a:rPr>
                                <m:t>2</m:t>
                              </m:r>
                            </m:sup>
                          </m:sSup>
                        </m:den>
                      </m:f>
                      <m:r>
                        <a:rPr lang="ar-AE" i="1">
                          <a:solidFill>
                            <a:srgbClr val="000000">
                              <a:lumMod val="95000"/>
                              <a:lumOff val="5000"/>
                            </a:srgbClr>
                          </a:solidFill>
                          <a:latin typeface="Cambria Math" panose="02040503050406030204" pitchFamily="18" charset="0"/>
                          <a:sym typeface="Roboto Condensed"/>
                        </a:rPr>
                        <m:t>=</m:t>
                      </m:r>
                      <m:f>
                        <m:fPr>
                          <m:ctrlPr>
                            <a:rPr lang="ar-AE" i="1">
                              <a:solidFill>
                                <a:srgbClr val="000000">
                                  <a:lumMod val="95000"/>
                                  <a:lumOff val="5000"/>
                                </a:srgbClr>
                              </a:solidFill>
                              <a:latin typeface="Cambria Math" panose="02040503050406030204" pitchFamily="18" charset="0"/>
                              <a:sym typeface="Roboto Condensed"/>
                            </a:rPr>
                          </m:ctrlPr>
                        </m:fPr>
                        <m:num>
                          <m:sSup>
                            <m:sSupPr>
                              <m:ctrlPr>
                                <a:rPr lang="ar-AE" i="1">
                                  <a:solidFill>
                                    <a:srgbClr val="000000">
                                      <a:lumMod val="95000"/>
                                      <a:lumOff val="5000"/>
                                    </a:srgbClr>
                                  </a:solidFill>
                                  <a:latin typeface="Cambria Math" panose="02040503050406030204" pitchFamily="18" charset="0"/>
                                  <a:sym typeface="Roboto Condensed"/>
                                </a:rPr>
                              </m:ctrlPr>
                            </m:sSupPr>
                            <m:e>
                              <m:r>
                                <a:rPr lang="ar-AE">
                                  <a:solidFill>
                                    <a:srgbClr val="000000">
                                      <a:lumMod val="95000"/>
                                      <a:lumOff val="5000"/>
                                    </a:srgbClr>
                                  </a:solidFill>
                                  <a:latin typeface="Cambria Math" panose="02040503050406030204" pitchFamily="18" charset="0"/>
                                  <a:sym typeface="Roboto Condensed"/>
                                </a:rPr>
                                <m:t>(</m:t>
                              </m:r>
                              <m:r>
                                <a:rPr lang="ar-AE">
                                  <a:solidFill>
                                    <a:srgbClr val="000000">
                                      <a:lumMod val="95000"/>
                                      <a:lumOff val="5000"/>
                                    </a:srgbClr>
                                  </a:solidFill>
                                  <a:latin typeface="Cambria Math" panose="02040503050406030204" pitchFamily="18" charset="0"/>
                                  <a:sym typeface="Roboto Condensed"/>
                                </a:rPr>
                                <m:t>1</m:t>
                              </m:r>
                              <m:r>
                                <a:rPr lang="en-IN">
                                  <a:solidFill>
                                    <a:srgbClr val="000000">
                                      <a:lumMod val="95000"/>
                                      <a:lumOff val="5000"/>
                                    </a:srgbClr>
                                  </a:solidFill>
                                  <a:latin typeface="Cambria Math" panose="02040503050406030204" pitchFamily="18" charset="0"/>
                                  <a:sym typeface="Roboto Condensed"/>
                                </a:rPr>
                                <m:t>.</m:t>
                              </m:r>
                              <m:r>
                                <a:rPr lang="en-IN">
                                  <a:solidFill>
                                    <a:srgbClr val="000000">
                                      <a:lumMod val="95000"/>
                                      <a:lumOff val="5000"/>
                                    </a:srgbClr>
                                  </a:solidFill>
                                  <a:latin typeface="Cambria Math" panose="02040503050406030204" pitchFamily="18" charset="0"/>
                                  <a:sym typeface="Roboto Condensed"/>
                                </a:rPr>
                                <m:t>76</m:t>
                              </m:r>
                              <m:r>
                                <a:rPr lang="ar-AE">
                                  <a:solidFill>
                                    <a:srgbClr val="000000">
                                      <a:lumMod val="95000"/>
                                      <a:lumOff val="5000"/>
                                    </a:srgbClr>
                                  </a:solidFill>
                                  <a:latin typeface="Cambria Math" panose="02040503050406030204" pitchFamily="18" charset="0"/>
                                  <a:sym typeface="Roboto Condensed"/>
                                </a:rPr>
                                <m:t> ×</m:t>
                              </m:r>
                              <m:sSup>
                                <m:sSupPr>
                                  <m:ctrlPr>
                                    <a:rPr lang="ar-AE" i="1">
                                      <a:solidFill>
                                        <a:srgbClr val="000000">
                                          <a:lumMod val="95000"/>
                                          <a:lumOff val="5000"/>
                                        </a:srgbClr>
                                      </a:solidFill>
                                      <a:latin typeface="Cambria Math" panose="02040503050406030204" pitchFamily="18" charset="0"/>
                                      <a:sym typeface="Roboto Condensed"/>
                                    </a:rPr>
                                  </m:ctrlPr>
                                </m:sSupPr>
                                <m:e>
                                  <m:r>
                                    <a:rPr lang="ar-AE" i="1">
                                      <a:solidFill>
                                        <a:srgbClr val="000000">
                                          <a:lumMod val="95000"/>
                                          <a:lumOff val="5000"/>
                                        </a:srgbClr>
                                      </a:solidFill>
                                      <a:latin typeface="Cambria Math" panose="02040503050406030204" pitchFamily="18" charset="0"/>
                                      <a:sym typeface="Roboto Condensed"/>
                                    </a:rPr>
                                    <m:t>10</m:t>
                                  </m:r>
                                </m:e>
                                <m:sup>
                                  <m:r>
                                    <a:rPr lang="ar-AE" i="1">
                                      <a:solidFill>
                                        <a:srgbClr val="000000">
                                          <a:lumMod val="95000"/>
                                          <a:lumOff val="5000"/>
                                        </a:srgbClr>
                                      </a:solidFill>
                                      <a:latin typeface="Cambria Math" panose="02040503050406030204" pitchFamily="18" charset="0"/>
                                      <a:sym typeface="Roboto Condensed"/>
                                    </a:rPr>
                                    <m:t>6</m:t>
                                  </m:r>
                                </m:sup>
                              </m:sSup>
                              <m:r>
                                <a:rPr lang="ar-AE" i="1">
                                  <a:solidFill>
                                    <a:srgbClr val="000000">
                                      <a:lumMod val="95000"/>
                                      <a:lumOff val="5000"/>
                                    </a:srgbClr>
                                  </a:solidFill>
                                  <a:latin typeface="Cambria Math" panose="02040503050406030204" pitchFamily="18" charset="0"/>
                                  <a:sym typeface="Roboto Condensed"/>
                                </a:rPr>
                                <m:t>)</m:t>
                              </m:r>
                            </m:e>
                            <m:sup>
                              <m:r>
                                <a:rPr lang="ar-AE" i="1">
                                  <a:solidFill>
                                    <a:srgbClr val="000000">
                                      <a:lumMod val="95000"/>
                                      <a:lumOff val="5000"/>
                                    </a:srgbClr>
                                  </a:solidFill>
                                  <a:latin typeface="Cambria Math" panose="02040503050406030204" pitchFamily="18" charset="0"/>
                                  <a:sym typeface="Roboto Condensed"/>
                                </a:rPr>
                                <m:t>2</m:t>
                              </m:r>
                            </m:sup>
                          </m:sSup>
                        </m:num>
                        <m:den>
                          <m:r>
                            <a:rPr lang="en-IN">
                              <a:solidFill>
                                <a:srgbClr val="000000">
                                  <a:lumMod val="95000"/>
                                  <a:lumOff val="5000"/>
                                </a:srgbClr>
                              </a:solidFill>
                              <a:latin typeface="Cambria Math" panose="02040503050406030204" pitchFamily="18" charset="0"/>
                              <a:sym typeface="Roboto Condensed"/>
                            </a:rPr>
                            <m:t>2</m:t>
                          </m:r>
                          <m:r>
                            <a:rPr lang="en-IN">
                              <a:solidFill>
                                <a:srgbClr val="000000">
                                  <a:lumMod val="95000"/>
                                  <a:lumOff val="5000"/>
                                </a:srgbClr>
                              </a:solidFill>
                              <a:latin typeface="Cambria Math" panose="02040503050406030204" pitchFamily="18" charset="0"/>
                              <a:sym typeface="Roboto Condensed"/>
                            </a:rPr>
                            <m:t>.</m:t>
                          </m:r>
                          <m:r>
                            <a:rPr lang="en-IN">
                              <a:solidFill>
                                <a:srgbClr val="000000">
                                  <a:lumMod val="95000"/>
                                  <a:lumOff val="5000"/>
                                </a:srgbClr>
                              </a:solidFill>
                              <a:latin typeface="Cambria Math" panose="02040503050406030204" pitchFamily="18" charset="0"/>
                              <a:sym typeface="Roboto Condensed"/>
                            </a:rPr>
                            <m:t>07</m:t>
                          </m:r>
                          <m:r>
                            <a:rPr lang="ar-AE">
                              <a:solidFill>
                                <a:srgbClr val="000000">
                                  <a:lumMod val="95000"/>
                                  <a:lumOff val="5000"/>
                                </a:srgbClr>
                              </a:solidFill>
                              <a:latin typeface="Cambria Math" panose="02040503050406030204" pitchFamily="18" charset="0"/>
                              <a:sym typeface="Roboto Condensed"/>
                            </a:rPr>
                            <m:t>×</m:t>
                          </m:r>
                          <m:sSup>
                            <m:sSupPr>
                              <m:ctrlPr>
                                <a:rPr lang="ar-AE" i="1">
                                  <a:solidFill>
                                    <a:srgbClr val="000000">
                                      <a:lumMod val="95000"/>
                                      <a:lumOff val="5000"/>
                                    </a:srgbClr>
                                  </a:solidFill>
                                  <a:latin typeface="Cambria Math" panose="02040503050406030204" pitchFamily="18" charset="0"/>
                                  <a:sym typeface="Roboto Condensed"/>
                                </a:rPr>
                              </m:ctrlPr>
                            </m:sSupPr>
                            <m:e>
                              <m:r>
                                <a:rPr lang="ar-AE" i="1">
                                  <a:solidFill>
                                    <a:srgbClr val="000000">
                                      <a:lumMod val="95000"/>
                                      <a:lumOff val="5000"/>
                                    </a:srgbClr>
                                  </a:solidFill>
                                  <a:latin typeface="Cambria Math" panose="02040503050406030204" pitchFamily="18" charset="0"/>
                                  <a:sym typeface="Roboto Condensed"/>
                                </a:rPr>
                                <m:t>10</m:t>
                              </m:r>
                            </m:e>
                            <m:sup>
                              <m:r>
                                <a:rPr lang="ar-AE" i="1">
                                  <a:solidFill>
                                    <a:srgbClr val="000000">
                                      <a:lumMod val="95000"/>
                                      <a:lumOff val="5000"/>
                                    </a:srgbClr>
                                  </a:solidFill>
                                  <a:latin typeface="Cambria Math" panose="02040503050406030204" pitchFamily="18" charset="0"/>
                                  <a:sym typeface="Roboto Condensed"/>
                                </a:rPr>
                                <m:t>6</m:t>
                              </m:r>
                            </m:sup>
                          </m:sSup>
                          <m:r>
                            <a:rPr lang="ar-AE" i="1">
                              <a:solidFill>
                                <a:srgbClr val="000000">
                                  <a:lumMod val="95000"/>
                                  <a:lumOff val="5000"/>
                                </a:srgbClr>
                              </a:solidFill>
                              <a:latin typeface="Cambria Math" panose="02040503050406030204" pitchFamily="18" charset="0"/>
                              <a:sym typeface="Roboto Condensed"/>
                            </a:rPr>
                            <m:t>×</m:t>
                          </m:r>
                          <m:sSup>
                            <m:sSupPr>
                              <m:ctrlPr>
                                <a:rPr lang="ar-AE" i="1">
                                  <a:solidFill>
                                    <a:srgbClr val="000000">
                                      <a:lumMod val="95000"/>
                                      <a:lumOff val="5000"/>
                                    </a:srgbClr>
                                  </a:solidFill>
                                  <a:latin typeface="Cambria Math" panose="02040503050406030204" pitchFamily="18" charset="0"/>
                                  <a:sym typeface="Roboto Condensed"/>
                                </a:rPr>
                              </m:ctrlPr>
                            </m:sSupPr>
                            <m:e>
                              <m:r>
                                <a:rPr lang="ar-AE">
                                  <a:solidFill>
                                    <a:srgbClr val="000000">
                                      <a:lumMod val="95000"/>
                                      <a:lumOff val="5000"/>
                                    </a:srgbClr>
                                  </a:solidFill>
                                  <a:latin typeface="Cambria Math" panose="02040503050406030204" pitchFamily="18" charset="0"/>
                                  <a:sym typeface="Roboto Condensed"/>
                                </a:rPr>
                                <m:t>(</m:t>
                              </m:r>
                              <m:r>
                                <a:rPr lang="en-IN">
                                  <a:solidFill>
                                    <a:srgbClr val="000000">
                                      <a:lumMod val="95000"/>
                                      <a:lumOff val="5000"/>
                                    </a:srgbClr>
                                  </a:solidFill>
                                  <a:latin typeface="Cambria Math" panose="02040503050406030204" pitchFamily="18" charset="0"/>
                                  <a:sym typeface="Roboto Condensed"/>
                                </a:rPr>
                                <m:t>4</m:t>
                              </m:r>
                              <m:r>
                                <a:rPr lang="en-IN">
                                  <a:solidFill>
                                    <a:srgbClr val="000000">
                                      <a:lumMod val="95000"/>
                                      <a:lumOff val="5000"/>
                                    </a:srgbClr>
                                  </a:solidFill>
                                  <a:latin typeface="Cambria Math" panose="02040503050406030204" pitchFamily="18" charset="0"/>
                                  <a:sym typeface="Roboto Condensed"/>
                                </a:rPr>
                                <m:t>.</m:t>
                              </m:r>
                              <m:r>
                                <a:rPr lang="en-IN">
                                  <a:solidFill>
                                    <a:srgbClr val="000000">
                                      <a:lumMod val="95000"/>
                                      <a:lumOff val="5000"/>
                                    </a:srgbClr>
                                  </a:solidFill>
                                  <a:latin typeface="Cambria Math" panose="02040503050406030204" pitchFamily="18" charset="0"/>
                                  <a:sym typeface="Roboto Condensed"/>
                                </a:rPr>
                                <m:t>15</m:t>
                              </m:r>
                              <m:r>
                                <a:rPr lang="ar-AE">
                                  <a:solidFill>
                                    <a:srgbClr val="000000">
                                      <a:lumMod val="95000"/>
                                      <a:lumOff val="5000"/>
                                    </a:srgbClr>
                                  </a:solidFill>
                                  <a:latin typeface="Cambria Math" panose="02040503050406030204" pitchFamily="18" charset="0"/>
                                  <a:sym typeface="Roboto Condensed"/>
                                </a:rPr>
                                <m:t> ×</m:t>
                              </m:r>
                              <m:sSup>
                                <m:sSupPr>
                                  <m:ctrlPr>
                                    <a:rPr lang="ar-AE" i="1">
                                      <a:solidFill>
                                        <a:srgbClr val="000000">
                                          <a:lumMod val="95000"/>
                                          <a:lumOff val="5000"/>
                                        </a:srgbClr>
                                      </a:solidFill>
                                      <a:latin typeface="Cambria Math" panose="02040503050406030204" pitchFamily="18" charset="0"/>
                                      <a:sym typeface="Roboto Condensed"/>
                                    </a:rPr>
                                  </m:ctrlPr>
                                </m:sSupPr>
                                <m:e>
                                  <m:r>
                                    <a:rPr lang="ar-AE" i="1">
                                      <a:solidFill>
                                        <a:srgbClr val="000000">
                                          <a:lumMod val="95000"/>
                                          <a:lumOff val="5000"/>
                                        </a:srgbClr>
                                      </a:solidFill>
                                      <a:latin typeface="Cambria Math" panose="02040503050406030204" pitchFamily="18" charset="0"/>
                                      <a:sym typeface="Roboto Condensed"/>
                                    </a:rPr>
                                    <m:t>10</m:t>
                                  </m:r>
                                </m:e>
                                <m:sup>
                                  <m:r>
                                    <a:rPr lang="ar-AE" i="1">
                                      <a:solidFill>
                                        <a:srgbClr val="000000">
                                          <a:lumMod val="95000"/>
                                          <a:lumOff val="5000"/>
                                        </a:srgbClr>
                                      </a:solidFill>
                                      <a:latin typeface="Cambria Math" panose="02040503050406030204" pitchFamily="18" charset="0"/>
                                      <a:sym typeface="Roboto Condensed"/>
                                    </a:rPr>
                                    <m:t>6</m:t>
                                  </m:r>
                                </m:sup>
                              </m:sSup>
                              <m:r>
                                <a:rPr lang="ar-AE" i="1">
                                  <a:solidFill>
                                    <a:srgbClr val="000000">
                                      <a:lumMod val="95000"/>
                                      <a:lumOff val="5000"/>
                                    </a:srgbClr>
                                  </a:solidFill>
                                  <a:latin typeface="Cambria Math" panose="02040503050406030204" pitchFamily="18" charset="0"/>
                                  <a:sym typeface="Roboto Condensed"/>
                                </a:rPr>
                                <m:t>)</m:t>
                              </m:r>
                            </m:e>
                            <m:sup>
                              <m:r>
                                <a:rPr lang="ar-AE" i="1">
                                  <a:solidFill>
                                    <a:srgbClr val="000000">
                                      <a:lumMod val="95000"/>
                                      <a:lumOff val="5000"/>
                                    </a:srgbClr>
                                  </a:solidFill>
                                  <a:latin typeface="Cambria Math" panose="02040503050406030204" pitchFamily="18" charset="0"/>
                                  <a:sym typeface="Roboto Condensed"/>
                                </a:rPr>
                                <m:t>2</m:t>
                              </m:r>
                            </m:sup>
                          </m:sSup>
                        </m:den>
                      </m:f>
                      <m:r>
                        <a:rPr lang="ar-AE" i="1">
                          <a:solidFill>
                            <a:srgbClr val="000000">
                              <a:lumMod val="95000"/>
                              <a:lumOff val="5000"/>
                            </a:srgbClr>
                          </a:solidFill>
                          <a:latin typeface="Cambria Math" panose="02040503050406030204" pitchFamily="18" charset="0"/>
                          <a:sym typeface="Roboto Condensed"/>
                        </a:rPr>
                        <m:t>=</m:t>
                      </m:r>
                      <m:r>
                        <a:rPr lang="en-IN" i="1">
                          <a:solidFill>
                            <a:srgbClr val="000000">
                              <a:lumMod val="95000"/>
                              <a:lumOff val="5000"/>
                            </a:srgbClr>
                          </a:solidFill>
                          <a:latin typeface="Cambria Math" panose="02040503050406030204" pitchFamily="18" charset="0"/>
                          <a:sym typeface="Roboto Condensed"/>
                        </a:rPr>
                        <m:t>8</m:t>
                      </m:r>
                      <m:r>
                        <a:rPr lang="en-IN" i="1">
                          <a:solidFill>
                            <a:srgbClr val="000000">
                              <a:lumMod val="95000"/>
                              <a:lumOff val="5000"/>
                            </a:srgbClr>
                          </a:solidFill>
                          <a:latin typeface="Cambria Math" panose="02040503050406030204" pitchFamily="18" charset="0"/>
                          <a:sym typeface="Roboto Condensed"/>
                        </a:rPr>
                        <m:t>.</m:t>
                      </m:r>
                      <m:r>
                        <a:rPr lang="en-IN" i="1">
                          <a:solidFill>
                            <a:srgbClr val="000000">
                              <a:lumMod val="95000"/>
                              <a:lumOff val="5000"/>
                            </a:srgbClr>
                          </a:solidFill>
                          <a:latin typeface="Cambria Math" panose="02040503050406030204" pitchFamily="18" charset="0"/>
                          <a:sym typeface="Roboto Condensed"/>
                        </a:rPr>
                        <m:t>689</m:t>
                      </m:r>
                      <m:r>
                        <a:rPr lang="ar-AE" i="1">
                          <a:solidFill>
                            <a:srgbClr val="000000">
                              <a:lumMod val="95000"/>
                              <a:lumOff val="5000"/>
                            </a:srgbClr>
                          </a:solidFill>
                          <a:latin typeface="Cambria Math" panose="02040503050406030204" pitchFamily="18" charset="0"/>
                          <a:sym typeface="Roboto Condensed"/>
                        </a:rPr>
                        <m:t>×</m:t>
                      </m:r>
                      <m:sSup>
                        <m:sSupPr>
                          <m:ctrlPr>
                            <a:rPr lang="ar-AE" i="1">
                              <a:solidFill>
                                <a:srgbClr val="000000">
                                  <a:lumMod val="95000"/>
                                  <a:lumOff val="5000"/>
                                </a:srgbClr>
                              </a:solidFill>
                              <a:latin typeface="Cambria Math" panose="02040503050406030204" pitchFamily="18" charset="0"/>
                              <a:sym typeface="Roboto Condensed"/>
                            </a:rPr>
                          </m:ctrlPr>
                        </m:sSupPr>
                        <m:e>
                          <m:r>
                            <a:rPr lang="ar-AE" i="1">
                              <a:solidFill>
                                <a:srgbClr val="000000">
                                  <a:lumMod val="95000"/>
                                  <a:lumOff val="5000"/>
                                </a:srgbClr>
                              </a:solidFill>
                              <a:latin typeface="Cambria Math" panose="02040503050406030204" pitchFamily="18" charset="0"/>
                              <a:sym typeface="Roboto Condensed"/>
                            </a:rPr>
                            <m:t>10</m:t>
                          </m:r>
                        </m:e>
                        <m:sup>
                          <m:r>
                            <a:rPr lang="ar-AE" i="1">
                              <a:solidFill>
                                <a:srgbClr val="000000">
                                  <a:lumMod val="95000"/>
                                  <a:lumOff val="5000"/>
                                </a:srgbClr>
                              </a:solidFill>
                              <a:latin typeface="Cambria Math" panose="02040503050406030204" pitchFamily="18" charset="0"/>
                              <a:sym typeface="Roboto Condensed"/>
                            </a:rPr>
                            <m:t>−</m:t>
                          </m:r>
                          <m:r>
                            <a:rPr lang="en-IN" b="0" i="1" smtClean="0">
                              <a:solidFill>
                                <a:srgbClr val="000000">
                                  <a:lumMod val="95000"/>
                                  <a:lumOff val="5000"/>
                                </a:srgbClr>
                              </a:solidFill>
                              <a:latin typeface="Cambria Math" panose="02040503050406030204" pitchFamily="18" charset="0"/>
                              <a:sym typeface="Roboto Condensed"/>
                            </a:rPr>
                            <m:t>8</m:t>
                          </m:r>
                        </m:sup>
                      </m:sSup>
                      <m:r>
                        <a:rPr lang="ar-AE" i="1">
                          <a:solidFill>
                            <a:srgbClr val="000000">
                              <a:lumMod val="95000"/>
                              <a:lumOff val="5000"/>
                            </a:srgbClr>
                          </a:solidFill>
                          <a:latin typeface="Cambria Math" panose="02040503050406030204" pitchFamily="18" charset="0"/>
                          <a:sym typeface="Roboto Condensed"/>
                        </a:rPr>
                        <m:t> </m:t>
                      </m:r>
                      <m:sSup>
                        <m:sSupPr>
                          <m:ctrlPr>
                            <a:rPr lang="ar-AE" i="1">
                              <a:solidFill>
                                <a:srgbClr val="000000">
                                  <a:lumMod val="95000"/>
                                  <a:lumOff val="5000"/>
                                </a:srgbClr>
                              </a:solidFill>
                              <a:latin typeface="Cambria Math" panose="02040503050406030204" pitchFamily="18" charset="0"/>
                              <a:sym typeface="Roboto Condensed"/>
                            </a:rPr>
                          </m:ctrlPr>
                        </m:sSupPr>
                        <m:e>
                          <m:r>
                            <a:rPr lang="ar-AE" i="1">
                              <a:solidFill>
                                <a:srgbClr val="000000">
                                  <a:lumMod val="95000"/>
                                  <a:lumOff val="5000"/>
                                </a:srgbClr>
                              </a:solidFill>
                              <a:latin typeface="Cambria Math" panose="02040503050406030204" pitchFamily="18" charset="0"/>
                              <a:sym typeface="Roboto Condensed"/>
                            </a:rPr>
                            <m:t>𝑃𝑎</m:t>
                          </m:r>
                        </m:e>
                        <m:sup>
                          <m:r>
                            <a:rPr lang="ar-AE" i="1">
                              <a:solidFill>
                                <a:srgbClr val="000000">
                                  <a:lumMod val="95000"/>
                                  <a:lumOff val="5000"/>
                                </a:srgbClr>
                              </a:solidFill>
                              <a:latin typeface="Cambria Math" panose="02040503050406030204" pitchFamily="18" charset="0"/>
                              <a:sym typeface="Roboto Condensed"/>
                            </a:rPr>
                            <m:t>−</m:t>
                          </m:r>
                          <m:r>
                            <a:rPr lang="ar-AE" i="1">
                              <a:solidFill>
                                <a:srgbClr val="000000">
                                  <a:lumMod val="95000"/>
                                  <a:lumOff val="5000"/>
                                </a:srgbClr>
                              </a:solidFill>
                              <a:latin typeface="Cambria Math" panose="02040503050406030204" pitchFamily="18" charset="0"/>
                              <a:sym typeface="Roboto Condensed"/>
                            </a:rPr>
                            <m:t>1</m:t>
                          </m:r>
                        </m:sup>
                      </m:sSup>
                    </m:oMath>
                  </m:oMathPara>
                </a14:m>
                <a:endParaRPr lang="en-IN" dirty="0">
                  <a:solidFill>
                    <a:srgbClr val="080808"/>
                  </a:solidFill>
                </a:endParaRPr>
              </a:p>
              <a:p>
                <a:pPr marL="0" indent="0">
                  <a:lnSpc>
                    <a:spcPct val="113000"/>
                  </a:lnSpc>
                  <a:buNone/>
                </a:pPr>
                <a:endParaRPr lang="en-IN" dirty="0">
                  <a:solidFill>
                    <a:srgbClr val="080808"/>
                  </a:solidFill>
                </a:endParaRPr>
              </a:p>
              <a:p>
                <a:pPr marL="0" indent="0">
                  <a:lnSpc>
                    <a:spcPct val="113000"/>
                  </a:lnSpc>
                  <a:buNone/>
                </a:pPr>
                <a:r>
                  <a:rPr lang="en-IN" dirty="0"/>
                  <a:t>Heterogeneous equilibria for </a:t>
                </a:r>
                <a:r>
                  <a:rPr lang="en-IN" dirty="0" err="1"/>
                  <a:t>K</a:t>
                </a:r>
                <a:r>
                  <a:rPr lang="en-IN" baseline="-25000" dirty="0" err="1"/>
                  <a:t>p</a:t>
                </a:r>
                <a:r>
                  <a:rPr lang="en-IN" dirty="0"/>
                  <a:t>:</a:t>
                </a:r>
                <a:endParaRPr lang="en-IN" dirty="0">
                  <a:solidFill>
                    <a:srgbClr val="080808"/>
                  </a:solidFill>
                </a:endParaRPr>
              </a:p>
              <a:p>
                <a:pPr marL="457200" lvl="0" indent="-342900">
                  <a:lnSpc>
                    <a:spcPct val="114000"/>
                  </a:lnSpc>
                  <a:buSzPts val="1800"/>
                  <a:buFont typeface="Arial"/>
                  <a:buChar char="●"/>
                  <a:defRPr/>
                </a:pPr>
                <a:r>
                  <a:rPr lang="en-IN" dirty="0">
                    <a:solidFill>
                      <a:srgbClr val="080808"/>
                    </a:solidFill>
                  </a:rPr>
                  <a:t>When a reaction contains reactants and products of different states, the substances other than gases are left out in the expression for </a:t>
                </a:r>
                <a:r>
                  <a:rPr lang="en-IN" dirty="0" err="1">
                    <a:solidFill>
                      <a:srgbClr val="080808"/>
                    </a:solidFill>
                  </a:rPr>
                  <a:t>K</a:t>
                </a:r>
                <a:r>
                  <a:rPr lang="en-IN" baseline="-25000" dirty="0" err="1">
                    <a:solidFill>
                      <a:srgbClr val="080808"/>
                    </a:solidFill>
                  </a:rPr>
                  <a:t>p</a:t>
                </a:r>
                <a:r>
                  <a:rPr lang="en-IN" dirty="0">
                    <a:solidFill>
                      <a:srgbClr val="080808"/>
                    </a:solidFill>
                  </a:rPr>
                  <a:t>.</a:t>
                </a:r>
              </a:p>
              <a:p>
                <a:pPr marL="457200" lvl="0" indent="-342900">
                  <a:lnSpc>
                    <a:spcPct val="114000"/>
                  </a:lnSpc>
                  <a:buSzPts val="1800"/>
                  <a:buFont typeface="Arial"/>
                  <a:buChar char="●"/>
                  <a:defRPr/>
                </a:pPr>
                <a:r>
                  <a:rPr lang="en-IN" dirty="0">
                    <a:solidFill>
                      <a:srgbClr val="000000"/>
                    </a:solidFill>
                  </a:rPr>
                  <a:t>For example:</a:t>
                </a:r>
              </a:p>
              <a:p>
                <a:pPr marL="0" indent="0" algn="ctr">
                  <a:lnSpc>
                    <a:spcPct val="113000"/>
                  </a:lnSpc>
                  <a:buNone/>
                </a:pPr>
                <a:r>
                  <a:rPr lang="en-IN" dirty="0">
                    <a:solidFill>
                      <a:srgbClr val="000000"/>
                    </a:solidFill>
                  </a:rPr>
                  <a:t>3Fe(s) + 4H</a:t>
                </a:r>
                <a:r>
                  <a:rPr lang="en-IN" baseline="-25000" dirty="0">
                    <a:solidFill>
                      <a:srgbClr val="000000"/>
                    </a:solidFill>
                  </a:rPr>
                  <a:t>2</a:t>
                </a:r>
                <a:r>
                  <a:rPr lang="en-IN" dirty="0">
                    <a:solidFill>
                      <a:srgbClr val="000000"/>
                    </a:solidFill>
                  </a:rPr>
                  <a:t>O (g) ⇋ Fe</a:t>
                </a:r>
                <a:r>
                  <a:rPr lang="en-IN" baseline="-25000" dirty="0">
                    <a:solidFill>
                      <a:srgbClr val="000000"/>
                    </a:solidFill>
                  </a:rPr>
                  <a:t>3</a:t>
                </a:r>
                <a:r>
                  <a:rPr lang="en-IN" dirty="0">
                    <a:solidFill>
                      <a:srgbClr val="000000"/>
                    </a:solidFill>
                  </a:rPr>
                  <a:t>O</a:t>
                </a:r>
                <a:r>
                  <a:rPr lang="en-IN" baseline="-25000" dirty="0">
                    <a:solidFill>
                      <a:srgbClr val="000000"/>
                    </a:solidFill>
                  </a:rPr>
                  <a:t>4</a:t>
                </a:r>
                <a:r>
                  <a:rPr lang="en-IN" dirty="0">
                    <a:solidFill>
                      <a:srgbClr val="000000"/>
                    </a:solidFill>
                  </a:rPr>
                  <a:t> (s) + 4H</a:t>
                </a:r>
                <a:r>
                  <a:rPr lang="en-IN" baseline="-25000" dirty="0">
                    <a:solidFill>
                      <a:srgbClr val="000000"/>
                    </a:solidFill>
                  </a:rPr>
                  <a:t>2</a:t>
                </a:r>
                <a:r>
                  <a:rPr lang="en-IN" dirty="0">
                    <a:solidFill>
                      <a:srgbClr val="000000"/>
                    </a:solidFill>
                  </a:rPr>
                  <a:t> (g)</a:t>
                </a:r>
              </a:p>
              <a:p>
                <a:pPr marL="0" indent="0">
                  <a:lnSpc>
                    <a:spcPct val="113000"/>
                  </a:lnSpc>
                  <a:buNone/>
                </a:pPr>
                <a14:m>
                  <m:oMathPara xmlns:m="http://schemas.openxmlformats.org/officeDocument/2006/math">
                    <m:oMathParaPr>
                      <m:jc m:val="centerGroup"/>
                    </m:oMathParaPr>
                    <m:oMath xmlns:m="http://schemas.openxmlformats.org/officeDocument/2006/math">
                      <m:sSub>
                        <m:sSubPr>
                          <m:ctrlPr>
                            <a:rPr lang="en-IN" i="1">
                              <a:solidFill>
                                <a:srgbClr val="000000"/>
                              </a:solidFill>
                              <a:latin typeface="Cambria Math" panose="02040503050406030204" pitchFamily="18" charset="0"/>
                            </a:rPr>
                          </m:ctrlPr>
                        </m:sSubPr>
                        <m:e>
                          <m:r>
                            <a:rPr lang="en-IN" i="1">
                              <a:solidFill>
                                <a:srgbClr val="000000"/>
                              </a:solidFill>
                              <a:latin typeface="Cambria Math" panose="02040503050406030204" pitchFamily="18" charset="0"/>
                            </a:rPr>
                            <m:t>𝐾</m:t>
                          </m:r>
                        </m:e>
                        <m:sub>
                          <m:r>
                            <a:rPr lang="en-IN" i="1">
                              <a:solidFill>
                                <a:srgbClr val="000000"/>
                              </a:solidFill>
                              <a:latin typeface="Cambria Math" panose="02040503050406030204" pitchFamily="18" charset="0"/>
                            </a:rPr>
                            <m:t>𝑝</m:t>
                          </m:r>
                        </m:sub>
                      </m:sSub>
                      <m:r>
                        <a:rPr lang="en-IN" i="1">
                          <a:solidFill>
                            <a:srgbClr val="000000"/>
                          </a:solidFill>
                          <a:latin typeface="Cambria Math" panose="02040503050406030204" pitchFamily="18" charset="0"/>
                        </a:rPr>
                        <m:t>=</m:t>
                      </m:r>
                      <m:f>
                        <m:fPr>
                          <m:ctrlPr>
                            <a:rPr lang="en-IN" i="1">
                              <a:solidFill>
                                <a:srgbClr val="000000"/>
                              </a:solidFill>
                              <a:latin typeface="Cambria Math" panose="02040503050406030204" pitchFamily="18" charset="0"/>
                            </a:rPr>
                          </m:ctrlPr>
                        </m:fPr>
                        <m:num>
                          <m:sSup>
                            <m:sSupPr>
                              <m:ctrlPr>
                                <a:rPr lang="en-IN" i="1">
                                  <a:solidFill>
                                    <a:srgbClr val="000000"/>
                                  </a:solidFill>
                                  <a:latin typeface="Cambria Math" panose="02040503050406030204" pitchFamily="18" charset="0"/>
                                </a:rPr>
                              </m:ctrlPr>
                            </m:sSupPr>
                            <m:e>
                              <m:sSub>
                                <m:sSubPr>
                                  <m:ctrlPr>
                                    <a:rPr lang="en-IN" i="1">
                                      <a:solidFill>
                                        <a:srgbClr val="000000"/>
                                      </a:solidFill>
                                      <a:latin typeface="Cambria Math" panose="02040503050406030204" pitchFamily="18" charset="0"/>
                                    </a:rPr>
                                  </m:ctrlPr>
                                </m:sSubPr>
                                <m:e>
                                  <m:r>
                                    <a:rPr lang="en-IN" i="1">
                                      <a:solidFill>
                                        <a:srgbClr val="000000"/>
                                      </a:solidFill>
                                      <a:latin typeface="Cambria Math" panose="02040503050406030204" pitchFamily="18" charset="0"/>
                                    </a:rPr>
                                    <m:t>𝑝</m:t>
                                  </m:r>
                                </m:e>
                                <m:sub>
                                  <m:sSub>
                                    <m:sSubPr>
                                      <m:ctrlPr>
                                        <a:rPr lang="en-IN" i="1">
                                          <a:solidFill>
                                            <a:srgbClr val="000000"/>
                                          </a:solidFill>
                                          <a:latin typeface="Cambria Math" panose="02040503050406030204" pitchFamily="18" charset="0"/>
                                        </a:rPr>
                                      </m:ctrlPr>
                                    </m:sSubPr>
                                    <m:e>
                                      <m:r>
                                        <a:rPr lang="en-IN" i="1">
                                          <a:solidFill>
                                            <a:srgbClr val="000000"/>
                                          </a:solidFill>
                                          <a:latin typeface="Cambria Math" panose="02040503050406030204" pitchFamily="18" charset="0"/>
                                        </a:rPr>
                                        <m:t>𝐻</m:t>
                                      </m:r>
                                    </m:e>
                                    <m:sub>
                                      <m:r>
                                        <a:rPr lang="en-IN" i="1">
                                          <a:solidFill>
                                            <a:srgbClr val="000000"/>
                                          </a:solidFill>
                                          <a:latin typeface="Cambria Math" panose="02040503050406030204" pitchFamily="18" charset="0"/>
                                        </a:rPr>
                                        <m:t>2</m:t>
                                      </m:r>
                                    </m:sub>
                                  </m:sSub>
                                </m:sub>
                              </m:sSub>
                            </m:e>
                            <m:sup>
                              <m:r>
                                <a:rPr lang="en-IN" i="1">
                                  <a:solidFill>
                                    <a:srgbClr val="000000"/>
                                  </a:solidFill>
                                  <a:latin typeface="Cambria Math" panose="02040503050406030204" pitchFamily="18" charset="0"/>
                                </a:rPr>
                                <m:t>4</m:t>
                              </m:r>
                            </m:sup>
                          </m:sSup>
                        </m:num>
                        <m:den>
                          <m:sSup>
                            <m:sSupPr>
                              <m:ctrlPr>
                                <a:rPr lang="en-IN" i="1">
                                  <a:solidFill>
                                    <a:srgbClr val="000000"/>
                                  </a:solidFill>
                                  <a:latin typeface="Cambria Math" panose="02040503050406030204" pitchFamily="18" charset="0"/>
                                </a:rPr>
                              </m:ctrlPr>
                            </m:sSupPr>
                            <m:e>
                              <m:sSub>
                                <m:sSubPr>
                                  <m:ctrlPr>
                                    <a:rPr lang="en-IN" i="1">
                                      <a:solidFill>
                                        <a:srgbClr val="000000"/>
                                      </a:solidFill>
                                      <a:latin typeface="Cambria Math" panose="02040503050406030204" pitchFamily="18" charset="0"/>
                                    </a:rPr>
                                  </m:ctrlPr>
                                </m:sSubPr>
                                <m:e>
                                  <m:r>
                                    <a:rPr lang="en-IN" i="1">
                                      <a:solidFill>
                                        <a:srgbClr val="000000"/>
                                      </a:solidFill>
                                      <a:latin typeface="Cambria Math" panose="02040503050406030204" pitchFamily="18" charset="0"/>
                                    </a:rPr>
                                    <m:t>𝑝</m:t>
                                  </m:r>
                                </m:e>
                                <m:sub>
                                  <m:sSub>
                                    <m:sSubPr>
                                      <m:ctrlPr>
                                        <a:rPr lang="en-IN" i="1">
                                          <a:solidFill>
                                            <a:srgbClr val="000000"/>
                                          </a:solidFill>
                                          <a:latin typeface="Cambria Math" panose="02040503050406030204" pitchFamily="18" charset="0"/>
                                        </a:rPr>
                                      </m:ctrlPr>
                                    </m:sSubPr>
                                    <m:e>
                                      <m:r>
                                        <a:rPr lang="en-IN" i="1">
                                          <a:solidFill>
                                            <a:srgbClr val="000000"/>
                                          </a:solidFill>
                                          <a:latin typeface="Cambria Math" panose="02040503050406030204" pitchFamily="18" charset="0"/>
                                        </a:rPr>
                                        <m:t>𝐻</m:t>
                                      </m:r>
                                    </m:e>
                                    <m:sub>
                                      <m:r>
                                        <a:rPr lang="en-IN" i="1">
                                          <a:solidFill>
                                            <a:srgbClr val="000000"/>
                                          </a:solidFill>
                                          <a:latin typeface="Cambria Math" panose="02040503050406030204" pitchFamily="18" charset="0"/>
                                        </a:rPr>
                                        <m:t>2</m:t>
                                      </m:r>
                                    </m:sub>
                                  </m:sSub>
                                  <m:r>
                                    <a:rPr lang="en-IN" i="1">
                                      <a:solidFill>
                                        <a:srgbClr val="000000"/>
                                      </a:solidFill>
                                      <a:latin typeface="Cambria Math" panose="02040503050406030204" pitchFamily="18" charset="0"/>
                                    </a:rPr>
                                    <m:t>𝑂</m:t>
                                  </m:r>
                                </m:sub>
                              </m:sSub>
                            </m:e>
                            <m:sup>
                              <m:r>
                                <a:rPr lang="en-IN" i="1">
                                  <a:solidFill>
                                    <a:srgbClr val="000000"/>
                                  </a:solidFill>
                                  <a:latin typeface="Cambria Math" panose="02040503050406030204" pitchFamily="18" charset="0"/>
                                </a:rPr>
                                <m:t>4</m:t>
                              </m:r>
                            </m:sup>
                          </m:sSup>
                        </m:den>
                      </m:f>
                    </m:oMath>
                  </m:oMathPara>
                </a14:m>
                <a:endParaRPr lang="en-IN" dirty="0">
                  <a:solidFill>
                    <a:srgbClr val="080808"/>
                  </a:solidFill>
                </a:endParaRPr>
              </a:p>
            </p:txBody>
          </p:sp>
        </mc:Choice>
        <mc:Fallback xmlns="">
          <p:sp>
            <p:nvSpPr>
              <p:cNvPr id="118" name="Google Shape;118;p26"/>
              <p:cNvSpPr txBox="1">
                <a:spLocks noRot="1" noChangeAspect="1" noMove="1" noResize="1" noEditPoints="1" noAdjustHandles="1" noChangeArrowheads="1" noChangeShapeType="1" noTextEdit="1"/>
              </p:cNvSpPr>
              <p:nvPr/>
            </p:nvSpPr>
            <p:spPr>
              <a:xfrm>
                <a:off x="658533" y="1829921"/>
                <a:ext cx="7835472" cy="2492100"/>
              </a:xfrm>
              <a:prstGeom prst="rect">
                <a:avLst/>
              </a:prstGeom>
              <a:blipFill>
                <a:blip r:embed="rId3"/>
                <a:stretch>
                  <a:fillRect l="-233" b="-16626"/>
                </a:stretch>
              </a:blipFill>
              <a:ln>
                <a:noFill/>
              </a:ln>
            </p:spPr>
            <p:txBody>
              <a:bodyPr/>
              <a:lstStyle/>
              <a:p>
                <a:r>
                  <a:rPr lang="en-IN">
                    <a:noFill/>
                  </a:rPr>
                  <a:t> </a:t>
                </a:r>
              </a:p>
            </p:txBody>
          </p:sp>
        </mc:Fallback>
      </mc:AlternateContent>
    </p:spTree>
    <p:extLst>
      <p:ext uri="{BB962C8B-B14F-4D97-AF65-F5344CB8AC3E}">
        <p14:creationId xmlns:p14="http://schemas.microsoft.com/office/powerpoint/2010/main" val="2099975609"/>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Shape 116"/>
        <p:cNvGrpSpPr/>
        <p:nvPr/>
      </p:nvGrpSpPr>
      <p:grpSpPr>
        <a:xfrm>
          <a:off x="0" y="0"/>
          <a:ext cx="0" cy="0"/>
          <a:chOff x="0" y="0"/>
          <a:chExt cx="0" cy="0"/>
        </a:xfrm>
      </p:grpSpPr>
      <p:sp>
        <p:nvSpPr>
          <p:cNvPr id="117" name="Google Shape;117;p26"/>
          <p:cNvSpPr txBox="1">
            <a:spLocks noGrp="1"/>
          </p:cNvSpPr>
          <p:nvPr>
            <p:ph type="title"/>
          </p:nvPr>
        </p:nvSpPr>
        <p:spPr>
          <a:xfrm>
            <a:off x="933025" y="592925"/>
            <a:ext cx="6305100" cy="767700"/>
          </a:xfrm>
          <a:prstGeom prst="rect">
            <a:avLst/>
          </a:prstGeom>
        </p:spPr>
        <p:txBody>
          <a:bodyPr spcFirstLastPara="1" wrap="square" lIns="91425" tIns="91425" rIns="91425" bIns="91425" anchor="b" anchorCtr="0">
            <a:noAutofit/>
          </a:bodyPr>
          <a:lstStyle/>
          <a:p>
            <a:pPr lvl="0"/>
            <a:r>
              <a:rPr lang="en-IN" dirty="0"/>
              <a:t>Equilibrium constants and changes in condition</a:t>
            </a:r>
          </a:p>
        </p:txBody>
      </p:sp>
      <p:sp>
        <p:nvSpPr>
          <p:cNvPr id="118" name="Google Shape;118;p26"/>
          <p:cNvSpPr txBox="1"/>
          <p:nvPr/>
        </p:nvSpPr>
        <p:spPr>
          <a:xfrm>
            <a:off x="680567" y="1918056"/>
            <a:ext cx="7835472" cy="2492100"/>
          </a:xfrm>
          <a:prstGeom prst="rect">
            <a:avLst/>
          </a:prstGeom>
          <a:noFill/>
          <a:ln>
            <a:noFill/>
          </a:ln>
        </p:spPr>
        <p:txBody>
          <a:bodyPr spcFirstLastPara="1" wrap="square" lIns="91425" tIns="91425" rIns="91425" bIns="91425" anchor="t" anchorCtr="0">
            <a:noAutofit/>
          </a:bodyPr>
          <a:lstStyle/>
          <a:p>
            <a:pPr marL="457200" lvl="0" indent="-342900">
              <a:lnSpc>
                <a:spcPct val="114000"/>
              </a:lnSpc>
              <a:buSzPts val="1800"/>
              <a:buFont typeface="Arial"/>
              <a:buChar char="●"/>
              <a:defRPr/>
            </a:pPr>
            <a:r>
              <a:rPr lang="en-IN" dirty="0">
                <a:solidFill>
                  <a:srgbClr val="080808"/>
                </a:solidFill>
              </a:rPr>
              <a:t>The larger the value of Kc, the more favourable it is for the formation of products. </a:t>
            </a:r>
          </a:p>
          <a:p>
            <a:pPr marL="457200" lvl="0" indent="-342900">
              <a:lnSpc>
                <a:spcPct val="114000"/>
              </a:lnSpc>
              <a:buSzPts val="1800"/>
              <a:buFont typeface="Arial"/>
              <a:buChar char="●"/>
              <a:defRPr/>
            </a:pPr>
            <a:r>
              <a:rPr lang="en-IN" dirty="0">
                <a:solidFill>
                  <a:srgbClr val="080808"/>
                </a:solidFill>
              </a:rPr>
              <a:t>A lower K</a:t>
            </a:r>
            <a:r>
              <a:rPr lang="en-IN" baseline="-25000" dirty="0">
                <a:solidFill>
                  <a:srgbClr val="080808"/>
                </a:solidFill>
              </a:rPr>
              <a:t>c</a:t>
            </a:r>
            <a:r>
              <a:rPr lang="en-IN" dirty="0">
                <a:solidFill>
                  <a:srgbClr val="080808"/>
                </a:solidFill>
              </a:rPr>
              <a:t> denotes that the reaction is more favourable towards the formation of reactants.</a:t>
            </a:r>
          </a:p>
          <a:p>
            <a:pPr marL="457200" lvl="0" indent="-342900">
              <a:lnSpc>
                <a:spcPct val="114000"/>
              </a:lnSpc>
              <a:buSzPts val="1800"/>
              <a:buFont typeface="Arial"/>
              <a:buChar char="●"/>
              <a:defRPr/>
            </a:pPr>
            <a:r>
              <a:rPr lang="en-IN" dirty="0">
                <a:solidFill>
                  <a:srgbClr val="080808"/>
                </a:solidFill>
              </a:rPr>
              <a:t>The effect of changing concentration, temperature and pressure on equilibrium constants is important. </a:t>
            </a:r>
          </a:p>
          <a:p>
            <a:pPr marL="457200" lvl="0" indent="-342900">
              <a:lnSpc>
                <a:spcPct val="114000"/>
              </a:lnSpc>
              <a:buSzPts val="1800"/>
              <a:buFont typeface="Arial"/>
              <a:buChar char="●"/>
              <a:defRPr/>
            </a:pPr>
            <a:r>
              <a:rPr lang="en-IN" dirty="0">
                <a:solidFill>
                  <a:srgbClr val="080808"/>
                </a:solidFill>
              </a:rPr>
              <a:t>It is also important to note that the equilibrium constants K</a:t>
            </a:r>
            <a:r>
              <a:rPr lang="en-IN" baseline="-25000" dirty="0">
                <a:solidFill>
                  <a:srgbClr val="080808"/>
                </a:solidFill>
              </a:rPr>
              <a:t>c</a:t>
            </a:r>
            <a:r>
              <a:rPr lang="en-IN" dirty="0">
                <a:solidFill>
                  <a:srgbClr val="080808"/>
                </a:solidFill>
              </a:rPr>
              <a:t> and </a:t>
            </a:r>
            <a:r>
              <a:rPr lang="en-IN" dirty="0" err="1">
                <a:solidFill>
                  <a:srgbClr val="080808"/>
                </a:solidFill>
              </a:rPr>
              <a:t>K</a:t>
            </a:r>
            <a:r>
              <a:rPr lang="en-IN" baseline="-25000" dirty="0" err="1">
                <a:solidFill>
                  <a:srgbClr val="080808"/>
                </a:solidFill>
              </a:rPr>
              <a:t>p</a:t>
            </a:r>
            <a:r>
              <a:rPr lang="en-IN" dirty="0">
                <a:solidFill>
                  <a:srgbClr val="080808"/>
                </a:solidFill>
              </a:rPr>
              <a:t> change only with changes in temperature. </a:t>
            </a:r>
          </a:p>
          <a:p>
            <a:pPr marL="457200" lvl="0" indent="-342900">
              <a:lnSpc>
                <a:spcPct val="114000"/>
              </a:lnSpc>
              <a:buSzPts val="1800"/>
              <a:buFont typeface="Arial"/>
              <a:buChar char="●"/>
              <a:defRPr/>
            </a:pPr>
            <a:r>
              <a:rPr lang="en-IN" dirty="0">
                <a:solidFill>
                  <a:srgbClr val="080808"/>
                </a:solidFill>
              </a:rPr>
              <a:t>They remain unchanged with changes in concentration and pressure.</a:t>
            </a:r>
          </a:p>
          <a:p>
            <a:pPr marL="0" indent="0">
              <a:lnSpc>
                <a:spcPct val="113000"/>
              </a:lnSpc>
              <a:buNone/>
            </a:pPr>
            <a:endParaRPr lang="en-IN" dirty="0">
              <a:solidFill>
                <a:srgbClr val="080808"/>
              </a:solidFill>
            </a:endParaRPr>
          </a:p>
        </p:txBody>
      </p:sp>
    </p:spTree>
    <p:extLst>
      <p:ext uri="{BB962C8B-B14F-4D97-AF65-F5344CB8AC3E}">
        <p14:creationId xmlns:p14="http://schemas.microsoft.com/office/powerpoint/2010/main" val="849141669"/>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Shape 116"/>
        <p:cNvGrpSpPr/>
        <p:nvPr/>
      </p:nvGrpSpPr>
      <p:grpSpPr>
        <a:xfrm>
          <a:off x="0" y="0"/>
          <a:ext cx="0" cy="0"/>
          <a:chOff x="0" y="0"/>
          <a:chExt cx="0" cy="0"/>
        </a:xfrm>
      </p:grpSpPr>
      <p:sp>
        <p:nvSpPr>
          <p:cNvPr id="117" name="Google Shape;117;p26"/>
          <p:cNvSpPr txBox="1">
            <a:spLocks noGrp="1"/>
          </p:cNvSpPr>
          <p:nvPr>
            <p:ph type="title"/>
          </p:nvPr>
        </p:nvSpPr>
        <p:spPr>
          <a:xfrm>
            <a:off x="933025" y="592925"/>
            <a:ext cx="6305100" cy="767700"/>
          </a:xfrm>
          <a:prstGeom prst="rect">
            <a:avLst/>
          </a:prstGeom>
        </p:spPr>
        <p:txBody>
          <a:bodyPr spcFirstLastPara="1" wrap="square" lIns="91425" tIns="91425" rIns="91425" bIns="91425" anchor="b" anchorCtr="0">
            <a:noAutofit/>
          </a:bodyPr>
          <a:lstStyle/>
          <a:p>
            <a:pPr lvl="0"/>
            <a:r>
              <a:rPr lang="en-IN" dirty="0"/>
              <a:t>Equilibrium constants and changes in temperature</a:t>
            </a:r>
          </a:p>
        </p:txBody>
      </p:sp>
      <mc:AlternateContent xmlns:mc="http://schemas.openxmlformats.org/markup-compatibility/2006" xmlns:a14="http://schemas.microsoft.com/office/drawing/2010/main">
        <mc:Choice Requires="a14">
          <p:sp>
            <p:nvSpPr>
              <p:cNvPr id="118" name="Google Shape;118;p26"/>
              <p:cNvSpPr txBox="1"/>
              <p:nvPr/>
            </p:nvSpPr>
            <p:spPr>
              <a:xfrm>
                <a:off x="636500" y="1719752"/>
                <a:ext cx="8276146" cy="2492100"/>
              </a:xfrm>
              <a:prstGeom prst="rect">
                <a:avLst/>
              </a:prstGeom>
              <a:noFill/>
              <a:ln>
                <a:noFill/>
              </a:ln>
            </p:spPr>
            <p:txBody>
              <a:bodyPr spcFirstLastPara="1" wrap="square" lIns="91425" tIns="91425" rIns="91425" bIns="91425" anchor="t" anchorCtr="0">
                <a:noAutofit/>
              </a:bodyPr>
              <a:lstStyle/>
              <a:p>
                <a:pPr marL="457200" lvl="0" indent="-342900">
                  <a:lnSpc>
                    <a:spcPct val="114000"/>
                  </a:lnSpc>
                  <a:buSzPts val="1800"/>
                  <a:buFont typeface="Arial"/>
                  <a:buChar char="●"/>
                  <a:defRPr/>
                </a:pPr>
                <a:r>
                  <a:rPr lang="en-IN" dirty="0">
                    <a:solidFill>
                      <a:srgbClr val="080808"/>
                    </a:solidFill>
                  </a:rPr>
                  <a:t>For endothermic reactions, the increase in temperature favours the formation of products. The equilibrium shifts to the right. For this endothermic reaction,</a:t>
                </a:r>
              </a:p>
              <a:p>
                <a:pPr marL="114300" algn="ctr">
                  <a:lnSpc>
                    <a:spcPct val="114000"/>
                  </a:lnSpc>
                  <a:buSzPts val="1800"/>
                  <a:defRPr/>
                </a:pPr>
                <a:r>
                  <a:rPr lang="en-IN" dirty="0"/>
                  <a:t>2HI⇋ H</a:t>
                </a:r>
                <a:r>
                  <a:rPr lang="en-IN" baseline="-25000" dirty="0"/>
                  <a:t>2</a:t>
                </a:r>
                <a:r>
                  <a:rPr lang="en-IN" dirty="0"/>
                  <a:t> + I</a:t>
                </a:r>
                <a:r>
                  <a:rPr lang="en-IN" baseline="-25000" dirty="0"/>
                  <a:t>2</a:t>
                </a:r>
                <a:endParaRPr lang="en-IN" dirty="0">
                  <a:solidFill>
                    <a:srgbClr val="080808"/>
                  </a:solidFill>
                </a:endParaRPr>
              </a:p>
              <a:p>
                <a:pPr marL="452438" lvl="0">
                  <a:lnSpc>
                    <a:spcPct val="114000"/>
                  </a:lnSpc>
                  <a:buSzPts val="1800"/>
                  <a:defRPr/>
                </a:pPr>
                <a:r>
                  <a:rPr lang="en-IN" dirty="0">
                    <a:solidFill>
                      <a:srgbClr val="080808"/>
                    </a:solidFill>
                  </a:rPr>
                  <a:t>the equilibrium constant is,</a:t>
                </a:r>
              </a:p>
              <a:p>
                <a:pPr marL="114300" lvl="0">
                  <a:lnSpc>
                    <a:spcPct val="114000"/>
                  </a:lnSpc>
                  <a:buSzPts val="1800"/>
                  <a:defRPr/>
                </a:pPr>
                <a14:m>
                  <m:oMathPara xmlns:m="http://schemas.openxmlformats.org/officeDocument/2006/math">
                    <m:oMathParaPr>
                      <m:jc m:val="centerGroup"/>
                    </m:oMathParaPr>
                    <m:oMath xmlns:m="http://schemas.openxmlformats.org/officeDocument/2006/math">
                      <m:sSub>
                        <m:sSubPr>
                          <m:ctrlPr>
                            <a:rPr lang="en-IN" i="1" smtClean="0">
                              <a:solidFill>
                                <a:srgbClr val="000000"/>
                              </a:solidFill>
                              <a:latin typeface="Cambria Math" panose="02040503050406030204" pitchFamily="18" charset="0"/>
                            </a:rPr>
                          </m:ctrlPr>
                        </m:sSubPr>
                        <m:e>
                          <m:r>
                            <a:rPr lang="en-IN" i="1">
                              <a:solidFill>
                                <a:srgbClr val="000000"/>
                              </a:solidFill>
                              <a:latin typeface="Cambria Math" panose="02040503050406030204" pitchFamily="18" charset="0"/>
                            </a:rPr>
                            <m:t>𝐾</m:t>
                          </m:r>
                        </m:e>
                        <m:sub>
                          <m:r>
                            <a:rPr lang="en-IN" i="1">
                              <a:solidFill>
                                <a:srgbClr val="000000"/>
                              </a:solidFill>
                              <a:latin typeface="Cambria Math" panose="02040503050406030204" pitchFamily="18" charset="0"/>
                            </a:rPr>
                            <m:t>𝑐</m:t>
                          </m:r>
                        </m:sub>
                      </m:sSub>
                      <m:r>
                        <a:rPr lang="en-IN" i="1">
                          <a:solidFill>
                            <a:srgbClr val="000000"/>
                          </a:solidFill>
                          <a:latin typeface="Cambria Math" panose="02040503050406030204" pitchFamily="18" charset="0"/>
                        </a:rPr>
                        <m:t>=</m:t>
                      </m:r>
                      <m:f>
                        <m:fPr>
                          <m:ctrlPr>
                            <a:rPr lang="en-IN" i="1">
                              <a:solidFill>
                                <a:srgbClr val="000000"/>
                              </a:solidFill>
                              <a:latin typeface="Cambria Math" panose="02040503050406030204" pitchFamily="18" charset="0"/>
                            </a:rPr>
                          </m:ctrlPr>
                        </m:fPr>
                        <m:num>
                          <m:d>
                            <m:dPr>
                              <m:begChr m:val="["/>
                              <m:endChr m:val="]"/>
                              <m:ctrlPr>
                                <a:rPr lang="en-IN" i="1">
                                  <a:solidFill>
                                    <a:srgbClr val="000000"/>
                                  </a:solidFill>
                                  <a:latin typeface="Cambria Math" panose="02040503050406030204" pitchFamily="18" charset="0"/>
                                </a:rPr>
                              </m:ctrlPr>
                            </m:dPr>
                            <m:e>
                              <m:sSub>
                                <m:sSubPr>
                                  <m:ctrlPr>
                                    <a:rPr lang="en-IN" i="1">
                                      <a:solidFill>
                                        <a:srgbClr val="000000"/>
                                      </a:solidFill>
                                      <a:latin typeface="Cambria Math" panose="02040503050406030204" pitchFamily="18" charset="0"/>
                                    </a:rPr>
                                  </m:ctrlPr>
                                </m:sSubPr>
                                <m:e>
                                  <m:r>
                                    <a:rPr lang="en-IN" i="1">
                                      <a:solidFill>
                                        <a:srgbClr val="000000"/>
                                      </a:solidFill>
                                      <a:latin typeface="Cambria Math" panose="02040503050406030204" pitchFamily="18" charset="0"/>
                                    </a:rPr>
                                    <m:t>𝐻</m:t>
                                  </m:r>
                                </m:e>
                                <m:sub>
                                  <m:r>
                                    <a:rPr lang="en-IN" i="1">
                                      <a:solidFill>
                                        <a:srgbClr val="000000"/>
                                      </a:solidFill>
                                      <a:latin typeface="Cambria Math" panose="02040503050406030204" pitchFamily="18" charset="0"/>
                                    </a:rPr>
                                    <m:t>2</m:t>
                                  </m:r>
                                </m:sub>
                              </m:sSub>
                            </m:e>
                          </m:d>
                          <m:d>
                            <m:dPr>
                              <m:begChr m:val="["/>
                              <m:endChr m:val="]"/>
                              <m:ctrlPr>
                                <a:rPr lang="en-IN" i="1">
                                  <a:solidFill>
                                    <a:srgbClr val="000000"/>
                                  </a:solidFill>
                                  <a:latin typeface="Cambria Math" panose="02040503050406030204" pitchFamily="18" charset="0"/>
                                </a:rPr>
                              </m:ctrlPr>
                            </m:dPr>
                            <m:e>
                              <m:sSub>
                                <m:sSubPr>
                                  <m:ctrlPr>
                                    <a:rPr lang="en-IN" i="1">
                                      <a:solidFill>
                                        <a:srgbClr val="000000"/>
                                      </a:solidFill>
                                      <a:latin typeface="Cambria Math" panose="02040503050406030204" pitchFamily="18" charset="0"/>
                                    </a:rPr>
                                  </m:ctrlPr>
                                </m:sSubPr>
                                <m:e>
                                  <m:r>
                                    <a:rPr lang="en-IN" i="1">
                                      <a:solidFill>
                                        <a:srgbClr val="000000"/>
                                      </a:solidFill>
                                      <a:latin typeface="Cambria Math" panose="02040503050406030204" pitchFamily="18" charset="0"/>
                                    </a:rPr>
                                    <m:t>𝐼</m:t>
                                  </m:r>
                                </m:e>
                                <m:sub>
                                  <m:r>
                                    <a:rPr lang="en-IN" i="1">
                                      <a:solidFill>
                                        <a:srgbClr val="000000"/>
                                      </a:solidFill>
                                      <a:latin typeface="Cambria Math" panose="02040503050406030204" pitchFamily="18" charset="0"/>
                                    </a:rPr>
                                    <m:t>2</m:t>
                                  </m:r>
                                </m:sub>
                              </m:sSub>
                            </m:e>
                          </m:d>
                        </m:num>
                        <m:den>
                          <m:sSup>
                            <m:sSupPr>
                              <m:ctrlPr>
                                <a:rPr lang="en-IN" i="1">
                                  <a:solidFill>
                                    <a:srgbClr val="000000"/>
                                  </a:solidFill>
                                  <a:latin typeface="Cambria Math" panose="02040503050406030204" pitchFamily="18" charset="0"/>
                                </a:rPr>
                              </m:ctrlPr>
                            </m:sSupPr>
                            <m:e>
                              <m:r>
                                <a:rPr lang="en-IN" i="1">
                                  <a:solidFill>
                                    <a:srgbClr val="000000"/>
                                  </a:solidFill>
                                  <a:latin typeface="Cambria Math" panose="02040503050406030204" pitchFamily="18" charset="0"/>
                                </a:rPr>
                                <m:t>[</m:t>
                              </m:r>
                              <m:r>
                                <a:rPr lang="en-IN" i="1">
                                  <a:solidFill>
                                    <a:srgbClr val="000000"/>
                                  </a:solidFill>
                                  <a:latin typeface="Cambria Math" panose="02040503050406030204" pitchFamily="18" charset="0"/>
                                </a:rPr>
                                <m:t>𝐻𝐼</m:t>
                              </m:r>
                              <m:r>
                                <a:rPr lang="en-IN" i="1">
                                  <a:solidFill>
                                    <a:srgbClr val="000000"/>
                                  </a:solidFill>
                                  <a:latin typeface="Cambria Math" panose="02040503050406030204" pitchFamily="18" charset="0"/>
                                </a:rPr>
                                <m:t>]</m:t>
                              </m:r>
                            </m:e>
                            <m:sup>
                              <m:r>
                                <a:rPr lang="en-IN" i="1">
                                  <a:solidFill>
                                    <a:srgbClr val="000000"/>
                                  </a:solidFill>
                                  <a:latin typeface="Cambria Math" panose="02040503050406030204" pitchFamily="18" charset="0"/>
                                </a:rPr>
                                <m:t>2</m:t>
                              </m:r>
                            </m:sup>
                          </m:sSup>
                        </m:den>
                      </m:f>
                    </m:oMath>
                  </m:oMathPara>
                </a14:m>
                <a:endParaRPr lang="en-IN" dirty="0">
                  <a:solidFill>
                    <a:srgbClr val="080808"/>
                  </a:solidFill>
                </a:endParaRPr>
              </a:p>
              <a:p>
                <a:pPr marL="457200" lvl="0" indent="-342900">
                  <a:lnSpc>
                    <a:spcPct val="114000"/>
                  </a:lnSpc>
                  <a:buSzPts val="1800"/>
                  <a:buFont typeface="Arial"/>
                  <a:buChar char="●"/>
                  <a:defRPr/>
                </a:pPr>
                <a:r>
                  <a:rPr lang="en-IN" dirty="0">
                    <a:solidFill>
                      <a:srgbClr val="080808"/>
                    </a:solidFill>
                  </a:rPr>
                  <a:t>When temperature is increased, the reaction shifts to the right forming more products. As a result, the value of K</a:t>
                </a:r>
                <a:r>
                  <a:rPr lang="en-IN" baseline="-25000" dirty="0">
                    <a:solidFill>
                      <a:srgbClr val="080808"/>
                    </a:solidFill>
                  </a:rPr>
                  <a:t>c </a:t>
                </a:r>
                <a:r>
                  <a:rPr lang="en-IN" dirty="0">
                    <a:solidFill>
                      <a:srgbClr val="080808"/>
                    </a:solidFill>
                  </a:rPr>
                  <a:t>increases.</a:t>
                </a:r>
              </a:p>
              <a:p>
                <a:pPr marL="457200" lvl="0" indent="-342900">
                  <a:lnSpc>
                    <a:spcPct val="114000"/>
                  </a:lnSpc>
                  <a:buSzPts val="1800"/>
                  <a:buFont typeface="Arial"/>
                  <a:buChar char="●"/>
                  <a:defRPr/>
                </a:pPr>
                <a:r>
                  <a:rPr lang="en-IN" dirty="0">
                    <a:solidFill>
                      <a:srgbClr val="080808"/>
                    </a:solidFill>
                  </a:rPr>
                  <a:t>The equilibrium constant in terms of partial pressure is,</a:t>
                </a:r>
              </a:p>
              <a:p>
                <a:pPr marL="114300" lvl="0">
                  <a:lnSpc>
                    <a:spcPct val="114000"/>
                  </a:lnSpc>
                  <a:buSzPts val="1800"/>
                  <a:defRPr/>
                </a:pPr>
                <a14:m>
                  <m:oMathPara xmlns:m="http://schemas.openxmlformats.org/officeDocument/2006/math">
                    <m:oMathParaPr>
                      <m:jc m:val="centerGroup"/>
                    </m:oMathParaPr>
                    <m:oMath xmlns:m="http://schemas.openxmlformats.org/officeDocument/2006/math">
                      <m:r>
                        <a:rPr lang="en-IN" i="1">
                          <a:solidFill>
                            <a:srgbClr val="000000">
                              <a:lumMod val="95000"/>
                              <a:lumOff val="5000"/>
                            </a:srgbClr>
                          </a:solidFill>
                          <a:latin typeface="Cambria Math" panose="02040503050406030204" pitchFamily="18" charset="0"/>
                          <a:sym typeface="Roboto Condensed"/>
                        </a:rPr>
                        <m:t>𝐾</m:t>
                      </m:r>
                      <m:r>
                        <a:rPr lang="en-IN" i="1" baseline="-25000">
                          <a:solidFill>
                            <a:srgbClr val="000000">
                              <a:lumMod val="95000"/>
                              <a:lumOff val="5000"/>
                            </a:srgbClr>
                          </a:solidFill>
                          <a:latin typeface="Cambria Math" panose="02040503050406030204" pitchFamily="18" charset="0"/>
                          <a:sym typeface="Roboto Condensed"/>
                        </a:rPr>
                        <m:t>𝑝</m:t>
                      </m:r>
                      <m:r>
                        <a:rPr lang="en-IN" i="1">
                          <a:solidFill>
                            <a:srgbClr val="000000">
                              <a:lumMod val="95000"/>
                              <a:lumOff val="5000"/>
                            </a:srgbClr>
                          </a:solidFill>
                          <a:latin typeface="Cambria Math" panose="02040503050406030204" pitchFamily="18" charset="0"/>
                          <a:sym typeface="Roboto Condensed"/>
                        </a:rPr>
                        <m:t>=</m:t>
                      </m:r>
                      <m:f>
                        <m:fPr>
                          <m:ctrlPr>
                            <a:rPr lang="en-IN" i="1">
                              <a:solidFill>
                                <a:srgbClr val="000000">
                                  <a:lumMod val="95000"/>
                                  <a:lumOff val="5000"/>
                                </a:srgbClr>
                              </a:solidFill>
                              <a:latin typeface="Cambria Math" panose="02040503050406030204" pitchFamily="18" charset="0"/>
                              <a:sym typeface="Roboto Condensed"/>
                            </a:rPr>
                          </m:ctrlPr>
                        </m:fPr>
                        <m:num>
                          <m:sSub>
                            <m:sSubPr>
                              <m:ctrlPr>
                                <a:rPr lang="ar-AE" i="1">
                                  <a:solidFill>
                                    <a:srgbClr val="000000">
                                      <a:lumMod val="95000"/>
                                      <a:lumOff val="5000"/>
                                    </a:srgbClr>
                                  </a:solidFill>
                                  <a:latin typeface="Cambria Math" panose="02040503050406030204" pitchFamily="18" charset="0"/>
                                  <a:sym typeface="Roboto Condensed"/>
                                </a:rPr>
                              </m:ctrlPr>
                            </m:sSubPr>
                            <m:e>
                              <m:r>
                                <a:rPr lang="ar-AE" i="1">
                                  <a:solidFill>
                                    <a:srgbClr val="000000">
                                      <a:lumMod val="95000"/>
                                      <a:lumOff val="5000"/>
                                    </a:srgbClr>
                                  </a:solidFill>
                                  <a:latin typeface="Cambria Math" panose="02040503050406030204" pitchFamily="18" charset="0"/>
                                  <a:sym typeface="Roboto Condensed"/>
                                </a:rPr>
                                <m:t>𝑝</m:t>
                              </m:r>
                            </m:e>
                            <m:sub>
                              <m:sSub>
                                <m:sSubPr>
                                  <m:ctrlPr>
                                    <a:rPr lang="ar-AE" i="1">
                                      <a:solidFill>
                                        <a:srgbClr val="000000">
                                          <a:lumMod val="95000"/>
                                          <a:lumOff val="5000"/>
                                        </a:srgbClr>
                                      </a:solidFill>
                                      <a:latin typeface="Cambria Math" panose="02040503050406030204" pitchFamily="18" charset="0"/>
                                      <a:sym typeface="Roboto Condensed"/>
                                    </a:rPr>
                                  </m:ctrlPr>
                                </m:sSubPr>
                                <m:e>
                                  <m:r>
                                    <a:rPr lang="ar-AE" i="1">
                                      <a:solidFill>
                                        <a:srgbClr val="000000">
                                          <a:lumMod val="95000"/>
                                          <a:lumOff val="5000"/>
                                        </a:srgbClr>
                                      </a:solidFill>
                                      <a:latin typeface="Cambria Math" panose="02040503050406030204" pitchFamily="18" charset="0"/>
                                      <a:sym typeface="Roboto Condensed"/>
                                    </a:rPr>
                                    <m:t>𝐻</m:t>
                                  </m:r>
                                </m:e>
                                <m:sub>
                                  <m:r>
                                    <a:rPr lang="ar-AE" i="1">
                                      <a:solidFill>
                                        <a:srgbClr val="000000">
                                          <a:lumMod val="95000"/>
                                          <a:lumOff val="5000"/>
                                        </a:srgbClr>
                                      </a:solidFill>
                                      <a:latin typeface="Cambria Math" panose="02040503050406030204" pitchFamily="18" charset="0"/>
                                      <a:sym typeface="Roboto Condensed"/>
                                    </a:rPr>
                                    <m:t>2</m:t>
                                  </m:r>
                                </m:sub>
                              </m:sSub>
                            </m:sub>
                          </m:sSub>
                          <m:r>
                            <a:rPr lang="ar-AE" i="1">
                              <a:solidFill>
                                <a:srgbClr val="000000">
                                  <a:lumMod val="95000"/>
                                  <a:lumOff val="5000"/>
                                </a:srgbClr>
                              </a:solidFill>
                              <a:latin typeface="Cambria Math" panose="02040503050406030204" pitchFamily="18" charset="0"/>
                              <a:sym typeface="Roboto Condensed"/>
                            </a:rPr>
                            <m:t>×</m:t>
                          </m:r>
                          <m:sSub>
                            <m:sSubPr>
                              <m:ctrlPr>
                                <a:rPr lang="ar-AE" i="1">
                                  <a:solidFill>
                                    <a:srgbClr val="000000">
                                      <a:lumMod val="95000"/>
                                      <a:lumOff val="5000"/>
                                    </a:srgbClr>
                                  </a:solidFill>
                                  <a:latin typeface="Cambria Math" panose="02040503050406030204" pitchFamily="18" charset="0"/>
                                  <a:sym typeface="Roboto Condensed"/>
                                </a:rPr>
                              </m:ctrlPr>
                            </m:sSubPr>
                            <m:e>
                              <m:r>
                                <a:rPr lang="ar-AE" i="1">
                                  <a:solidFill>
                                    <a:srgbClr val="000000">
                                      <a:lumMod val="95000"/>
                                      <a:lumOff val="5000"/>
                                    </a:srgbClr>
                                  </a:solidFill>
                                  <a:latin typeface="Cambria Math" panose="02040503050406030204" pitchFamily="18" charset="0"/>
                                  <a:sym typeface="Roboto Condensed"/>
                                </a:rPr>
                                <m:t>𝑝</m:t>
                              </m:r>
                            </m:e>
                            <m:sub>
                              <m:sSub>
                                <m:sSubPr>
                                  <m:ctrlPr>
                                    <a:rPr lang="ar-AE" i="1">
                                      <a:solidFill>
                                        <a:srgbClr val="000000">
                                          <a:lumMod val="95000"/>
                                          <a:lumOff val="5000"/>
                                        </a:srgbClr>
                                      </a:solidFill>
                                      <a:latin typeface="Cambria Math" panose="02040503050406030204" pitchFamily="18" charset="0"/>
                                      <a:sym typeface="Roboto Condensed"/>
                                    </a:rPr>
                                  </m:ctrlPr>
                                </m:sSubPr>
                                <m:e>
                                  <m:r>
                                    <a:rPr lang="ar-AE" i="1">
                                      <a:solidFill>
                                        <a:srgbClr val="000000">
                                          <a:lumMod val="95000"/>
                                          <a:lumOff val="5000"/>
                                        </a:srgbClr>
                                      </a:solidFill>
                                      <a:latin typeface="Cambria Math" panose="02040503050406030204" pitchFamily="18" charset="0"/>
                                      <a:sym typeface="Roboto Condensed"/>
                                    </a:rPr>
                                    <m:t>𝐼</m:t>
                                  </m:r>
                                </m:e>
                                <m:sub>
                                  <m:r>
                                    <a:rPr lang="ar-AE" i="1">
                                      <a:solidFill>
                                        <a:srgbClr val="000000">
                                          <a:lumMod val="95000"/>
                                          <a:lumOff val="5000"/>
                                        </a:srgbClr>
                                      </a:solidFill>
                                      <a:latin typeface="Cambria Math" panose="02040503050406030204" pitchFamily="18" charset="0"/>
                                      <a:sym typeface="Roboto Condensed"/>
                                    </a:rPr>
                                    <m:t>2</m:t>
                                  </m:r>
                                </m:sub>
                              </m:sSub>
                            </m:sub>
                          </m:sSub>
                        </m:num>
                        <m:den>
                          <m:sSubSup>
                            <m:sSubSupPr>
                              <m:ctrlPr>
                                <a:rPr lang="en-IN" i="1">
                                  <a:solidFill>
                                    <a:srgbClr val="000000">
                                      <a:lumMod val="95000"/>
                                      <a:lumOff val="5000"/>
                                    </a:srgbClr>
                                  </a:solidFill>
                                  <a:latin typeface="Cambria Math" panose="02040503050406030204" pitchFamily="18" charset="0"/>
                                  <a:sym typeface="Roboto Condensed"/>
                                </a:rPr>
                              </m:ctrlPr>
                            </m:sSubSupPr>
                            <m:e>
                              <m:r>
                                <a:rPr lang="en-IN" i="1">
                                  <a:solidFill>
                                    <a:srgbClr val="000000">
                                      <a:lumMod val="95000"/>
                                      <a:lumOff val="5000"/>
                                    </a:srgbClr>
                                  </a:solidFill>
                                  <a:latin typeface="Cambria Math" panose="02040503050406030204" pitchFamily="18" charset="0"/>
                                  <a:sym typeface="Roboto Condensed"/>
                                </a:rPr>
                                <m:t>𝑝</m:t>
                              </m:r>
                            </m:e>
                            <m:sub>
                              <m:r>
                                <a:rPr lang="en-IN" i="1">
                                  <a:solidFill>
                                    <a:srgbClr val="000000">
                                      <a:lumMod val="95000"/>
                                      <a:lumOff val="5000"/>
                                    </a:srgbClr>
                                  </a:solidFill>
                                  <a:latin typeface="Cambria Math" panose="02040503050406030204" pitchFamily="18" charset="0"/>
                                  <a:sym typeface="Roboto Condensed"/>
                                </a:rPr>
                                <m:t>𝐻𝐼</m:t>
                              </m:r>
                            </m:sub>
                            <m:sup>
                              <m:r>
                                <a:rPr lang="en-IN" i="1">
                                  <a:solidFill>
                                    <a:srgbClr val="000000">
                                      <a:lumMod val="95000"/>
                                      <a:lumOff val="5000"/>
                                    </a:srgbClr>
                                  </a:solidFill>
                                  <a:latin typeface="Cambria Math" panose="02040503050406030204" pitchFamily="18" charset="0"/>
                                  <a:sym typeface="Roboto Condensed"/>
                                </a:rPr>
                                <m:t>2</m:t>
                              </m:r>
                            </m:sup>
                          </m:sSubSup>
                        </m:den>
                      </m:f>
                    </m:oMath>
                  </m:oMathPara>
                </a14:m>
                <a:endParaRPr lang="en-IN" dirty="0">
                  <a:solidFill>
                    <a:srgbClr val="080808"/>
                  </a:solidFill>
                </a:endParaRPr>
              </a:p>
              <a:p>
                <a:pPr marL="457200" lvl="0" indent="-342900">
                  <a:lnSpc>
                    <a:spcPct val="114000"/>
                  </a:lnSpc>
                  <a:buSzPts val="1800"/>
                  <a:buFont typeface="Arial"/>
                  <a:buChar char="●"/>
                  <a:defRPr/>
                </a:pPr>
                <a:r>
                  <a:rPr lang="en-IN" dirty="0">
                    <a:solidFill>
                      <a:srgbClr val="080808"/>
                    </a:solidFill>
                  </a:rPr>
                  <a:t>When temperature is increased, the mole fraction of </a:t>
                </a:r>
                <a:r>
                  <a:rPr lang="en-IN" dirty="0">
                    <a:solidFill>
                      <a:srgbClr val="000000">
                        <a:lumMod val="95000"/>
                        <a:lumOff val="5000"/>
                      </a:srgbClr>
                    </a:solidFill>
                  </a:rPr>
                  <a:t>products (H</a:t>
                </a:r>
                <a:r>
                  <a:rPr lang="en-IN" baseline="-25000" dirty="0">
                    <a:solidFill>
                      <a:srgbClr val="000000">
                        <a:lumMod val="95000"/>
                        <a:lumOff val="5000"/>
                      </a:srgbClr>
                    </a:solidFill>
                  </a:rPr>
                  <a:t>2</a:t>
                </a:r>
                <a:r>
                  <a:rPr lang="en-IN" dirty="0">
                    <a:solidFill>
                      <a:srgbClr val="000000">
                        <a:lumMod val="95000"/>
                        <a:lumOff val="5000"/>
                      </a:srgbClr>
                    </a:solidFill>
                  </a:rPr>
                  <a:t> and I</a:t>
                </a:r>
                <a:r>
                  <a:rPr lang="en-IN" baseline="-25000" dirty="0">
                    <a:solidFill>
                      <a:srgbClr val="000000">
                        <a:lumMod val="95000"/>
                        <a:lumOff val="5000"/>
                      </a:srgbClr>
                    </a:solidFill>
                  </a:rPr>
                  <a:t>2</a:t>
                </a:r>
                <a:r>
                  <a:rPr lang="en-IN" dirty="0">
                    <a:solidFill>
                      <a:srgbClr val="000000">
                        <a:lumMod val="95000"/>
                        <a:lumOff val="5000"/>
                      </a:srgbClr>
                    </a:solidFill>
                  </a:rPr>
                  <a:t>)</a:t>
                </a:r>
                <a:r>
                  <a:rPr lang="en-IN" dirty="0">
                    <a:solidFill>
                      <a:srgbClr val="080808"/>
                    </a:solidFill>
                  </a:rPr>
                  <a:t> increases. As a result, the value of </a:t>
                </a:r>
                <a:r>
                  <a:rPr lang="en-IN" dirty="0" err="1">
                    <a:solidFill>
                      <a:srgbClr val="080808"/>
                    </a:solidFill>
                  </a:rPr>
                  <a:t>K</a:t>
                </a:r>
                <a:r>
                  <a:rPr lang="en-IN" baseline="-25000" dirty="0" err="1">
                    <a:solidFill>
                      <a:srgbClr val="080808"/>
                    </a:solidFill>
                  </a:rPr>
                  <a:t>p</a:t>
                </a:r>
                <a:r>
                  <a:rPr lang="en-IN" dirty="0">
                    <a:solidFill>
                      <a:srgbClr val="080808"/>
                    </a:solidFill>
                  </a:rPr>
                  <a:t> increases. </a:t>
                </a:r>
              </a:p>
              <a:p>
                <a:pPr marL="114300" lvl="0">
                  <a:lnSpc>
                    <a:spcPct val="114000"/>
                  </a:lnSpc>
                  <a:buSzPts val="1800"/>
                  <a:defRPr/>
                </a:pPr>
                <a:endParaRPr lang="en-IN" dirty="0">
                  <a:solidFill>
                    <a:srgbClr val="080808"/>
                  </a:solidFill>
                </a:endParaRPr>
              </a:p>
              <a:p>
                <a:pPr marL="114300" lvl="0">
                  <a:lnSpc>
                    <a:spcPct val="114000"/>
                  </a:lnSpc>
                  <a:buSzPts val="1800"/>
                  <a:defRPr/>
                </a:pPr>
                <a:endParaRPr lang="en-IN" dirty="0">
                  <a:solidFill>
                    <a:srgbClr val="080808"/>
                  </a:solidFill>
                </a:endParaRPr>
              </a:p>
            </p:txBody>
          </p:sp>
        </mc:Choice>
        <mc:Fallback xmlns="">
          <p:sp>
            <p:nvSpPr>
              <p:cNvPr id="118" name="Google Shape;118;p26"/>
              <p:cNvSpPr txBox="1">
                <a:spLocks noRot="1" noChangeAspect="1" noMove="1" noResize="1" noEditPoints="1" noAdjustHandles="1" noChangeArrowheads="1" noChangeShapeType="1" noTextEdit="1"/>
              </p:cNvSpPr>
              <p:nvPr/>
            </p:nvSpPr>
            <p:spPr>
              <a:xfrm>
                <a:off x="636500" y="1719752"/>
                <a:ext cx="8276146" cy="2492100"/>
              </a:xfrm>
              <a:prstGeom prst="rect">
                <a:avLst/>
              </a:prstGeom>
              <a:blipFill>
                <a:blip r:embed="rId3"/>
                <a:stretch>
                  <a:fillRect b="-35941"/>
                </a:stretch>
              </a:blipFill>
              <a:ln>
                <a:noFill/>
              </a:ln>
            </p:spPr>
            <p:txBody>
              <a:bodyPr/>
              <a:lstStyle/>
              <a:p>
                <a:r>
                  <a:rPr lang="en-IN">
                    <a:noFill/>
                  </a:rPr>
                  <a:t> </a:t>
                </a:r>
              </a:p>
            </p:txBody>
          </p:sp>
        </mc:Fallback>
      </mc:AlternateContent>
    </p:spTree>
    <p:extLst>
      <p:ext uri="{BB962C8B-B14F-4D97-AF65-F5344CB8AC3E}">
        <p14:creationId xmlns:p14="http://schemas.microsoft.com/office/powerpoint/2010/main" val="3099874787"/>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Shape 116"/>
        <p:cNvGrpSpPr/>
        <p:nvPr/>
      </p:nvGrpSpPr>
      <p:grpSpPr>
        <a:xfrm>
          <a:off x="0" y="0"/>
          <a:ext cx="0" cy="0"/>
          <a:chOff x="0" y="0"/>
          <a:chExt cx="0" cy="0"/>
        </a:xfrm>
      </p:grpSpPr>
      <p:sp>
        <p:nvSpPr>
          <p:cNvPr id="117" name="Google Shape;117;p26"/>
          <p:cNvSpPr txBox="1">
            <a:spLocks noGrp="1"/>
          </p:cNvSpPr>
          <p:nvPr>
            <p:ph type="title"/>
          </p:nvPr>
        </p:nvSpPr>
        <p:spPr>
          <a:xfrm>
            <a:off x="933025" y="592925"/>
            <a:ext cx="6305100" cy="767700"/>
          </a:xfrm>
          <a:prstGeom prst="rect">
            <a:avLst/>
          </a:prstGeom>
        </p:spPr>
        <p:txBody>
          <a:bodyPr spcFirstLastPara="1" wrap="square" lIns="91425" tIns="91425" rIns="91425" bIns="91425" anchor="b" anchorCtr="0">
            <a:noAutofit/>
          </a:bodyPr>
          <a:lstStyle/>
          <a:p>
            <a:pPr lvl="0"/>
            <a:r>
              <a:rPr lang="en-IN" dirty="0"/>
              <a:t>Equilibrium constants and changes in temperature</a:t>
            </a:r>
          </a:p>
        </p:txBody>
      </p:sp>
      <mc:AlternateContent xmlns:mc="http://schemas.openxmlformats.org/markup-compatibility/2006" xmlns:a14="http://schemas.microsoft.com/office/drawing/2010/main">
        <mc:Choice Requires="a14">
          <p:sp>
            <p:nvSpPr>
              <p:cNvPr id="118" name="Google Shape;118;p26"/>
              <p:cNvSpPr txBox="1"/>
              <p:nvPr/>
            </p:nvSpPr>
            <p:spPr>
              <a:xfrm>
                <a:off x="680567" y="1918056"/>
                <a:ext cx="7835472" cy="2492100"/>
              </a:xfrm>
              <a:prstGeom prst="rect">
                <a:avLst/>
              </a:prstGeom>
              <a:noFill/>
              <a:ln>
                <a:noFill/>
              </a:ln>
            </p:spPr>
            <p:txBody>
              <a:bodyPr spcFirstLastPara="1" wrap="square" lIns="91425" tIns="91425" rIns="91425" bIns="91425" anchor="t" anchorCtr="0">
                <a:noAutofit/>
              </a:bodyPr>
              <a:lstStyle/>
              <a:p>
                <a:pPr marL="457200" lvl="0" indent="-342900">
                  <a:lnSpc>
                    <a:spcPct val="114000"/>
                  </a:lnSpc>
                  <a:buSzPts val="1800"/>
                  <a:buFont typeface="Arial"/>
                  <a:buChar char="●"/>
                  <a:defRPr/>
                </a:pPr>
                <a:r>
                  <a:rPr lang="en-IN" dirty="0">
                    <a:solidFill>
                      <a:srgbClr val="080808"/>
                    </a:solidFill>
                  </a:rPr>
                  <a:t>For exothermic reactions, the increase in temperature shift the reaction towards the left. For this exothermic reaction,</a:t>
                </a:r>
              </a:p>
              <a:p>
                <a:pPr marL="114300" algn="ctr">
                  <a:lnSpc>
                    <a:spcPct val="114000"/>
                  </a:lnSpc>
                  <a:buSzPts val="1800"/>
                  <a:defRPr/>
                </a:pPr>
                <a:r>
                  <a:rPr lang="en-IN" dirty="0"/>
                  <a:t>2SO</a:t>
                </a:r>
                <a:r>
                  <a:rPr lang="en-IN" baseline="-25000" dirty="0"/>
                  <a:t>2</a:t>
                </a:r>
                <a:r>
                  <a:rPr lang="en-IN" dirty="0"/>
                  <a:t> (g) + O</a:t>
                </a:r>
                <a:r>
                  <a:rPr lang="en-IN" baseline="-25000" dirty="0"/>
                  <a:t>2</a:t>
                </a:r>
                <a:r>
                  <a:rPr lang="en-IN" dirty="0"/>
                  <a:t> (g) ⇋ 2SO</a:t>
                </a:r>
                <a:r>
                  <a:rPr lang="en-IN" baseline="-25000" dirty="0"/>
                  <a:t>3</a:t>
                </a:r>
                <a:r>
                  <a:rPr lang="en-IN" dirty="0"/>
                  <a:t> (g)</a:t>
                </a:r>
              </a:p>
              <a:p>
                <a:pPr marL="452438" lvl="0">
                  <a:lnSpc>
                    <a:spcPct val="114000"/>
                  </a:lnSpc>
                  <a:buSzPts val="1800"/>
                  <a:defRPr/>
                </a:pPr>
                <a:r>
                  <a:rPr lang="en-IN" dirty="0">
                    <a:solidFill>
                      <a:srgbClr val="080808"/>
                    </a:solidFill>
                  </a:rPr>
                  <a:t>the equilibrium constant is,</a:t>
                </a:r>
              </a:p>
              <a:p>
                <a:pPr marL="452438" lvl="0">
                  <a:lnSpc>
                    <a:spcPct val="114000"/>
                  </a:lnSpc>
                  <a:buSzPts val="1800"/>
                  <a:defRPr/>
                </a:pPr>
                <a14:m>
                  <m:oMathPara xmlns:m="http://schemas.openxmlformats.org/officeDocument/2006/math">
                    <m:oMathParaPr>
                      <m:jc m:val="centerGroup"/>
                    </m:oMathParaPr>
                    <m:oMath xmlns:m="http://schemas.openxmlformats.org/officeDocument/2006/math">
                      <m:sSub>
                        <m:sSubPr>
                          <m:ctrlPr>
                            <a:rPr lang="en-IN" i="1" smtClean="0">
                              <a:solidFill>
                                <a:srgbClr val="000000"/>
                              </a:solidFill>
                              <a:latin typeface="Cambria Math" panose="02040503050406030204" pitchFamily="18" charset="0"/>
                            </a:rPr>
                          </m:ctrlPr>
                        </m:sSubPr>
                        <m:e>
                          <m:r>
                            <a:rPr lang="en-IN" i="1">
                              <a:solidFill>
                                <a:srgbClr val="000000"/>
                              </a:solidFill>
                              <a:latin typeface="Cambria Math" panose="02040503050406030204" pitchFamily="18" charset="0"/>
                            </a:rPr>
                            <m:t>𝐾</m:t>
                          </m:r>
                        </m:e>
                        <m:sub>
                          <m:r>
                            <a:rPr lang="en-IN" i="1">
                              <a:solidFill>
                                <a:srgbClr val="000000"/>
                              </a:solidFill>
                              <a:latin typeface="Cambria Math" panose="02040503050406030204" pitchFamily="18" charset="0"/>
                            </a:rPr>
                            <m:t>𝑐</m:t>
                          </m:r>
                        </m:sub>
                      </m:sSub>
                      <m:r>
                        <a:rPr lang="en-IN" i="1">
                          <a:solidFill>
                            <a:srgbClr val="000000"/>
                          </a:solidFill>
                          <a:latin typeface="Cambria Math" panose="02040503050406030204" pitchFamily="18" charset="0"/>
                        </a:rPr>
                        <m:t>=</m:t>
                      </m:r>
                      <m:f>
                        <m:fPr>
                          <m:ctrlPr>
                            <a:rPr lang="en-IN" i="1">
                              <a:solidFill>
                                <a:srgbClr val="000000"/>
                              </a:solidFill>
                              <a:latin typeface="Cambria Math" panose="02040503050406030204" pitchFamily="18" charset="0"/>
                            </a:rPr>
                          </m:ctrlPr>
                        </m:fPr>
                        <m:num>
                          <m:sSup>
                            <m:sSupPr>
                              <m:ctrlPr>
                                <a:rPr lang="en-IN" i="1">
                                  <a:solidFill>
                                    <a:srgbClr val="000000"/>
                                  </a:solidFill>
                                  <a:latin typeface="Cambria Math" panose="02040503050406030204" pitchFamily="18" charset="0"/>
                                </a:rPr>
                              </m:ctrlPr>
                            </m:sSupPr>
                            <m:e>
                              <m:d>
                                <m:dPr>
                                  <m:begChr m:val="["/>
                                  <m:endChr m:val="]"/>
                                  <m:ctrlPr>
                                    <a:rPr lang="en-IN" i="1">
                                      <a:solidFill>
                                        <a:srgbClr val="000000"/>
                                      </a:solidFill>
                                      <a:latin typeface="Cambria Math" panose="02040503050406030204" pitchFamily="18" charset="0"/>
                                    </a:rPr>
                                  </m:ctrlPr>
                                </m:dPr>
                                <m:e>
                                  <m:sSub>
                                    <m:sSubPr>
                                      <m:ctrlPr>
                                        <a:rPr lang="en-IN" i="1">
                                          <a:solidFill>
                                            <a:srgbClr val="000000"/>
                                          </a:solidFill>
                                          <a:latin typeface="Cambria Math" panose="02040503050406030204" pitchFamily="18" charset="0"/>
                                        </a:rPr>
                                      </m:ctrlPr>
                                    </m:sSubPr>
                                    <m:e>
                                      <m:r>
                                        <a:rPr lang="en-IN" i="1">
                                          <a:solidFill>
                                            <a:srgbClr val="000000"/>
                                          </a:solidFill>
                                          <a:latin typeface="Cambria Math" panose="02040503050406030204" pitchFamily="18" charset="0"/>
                                        </a:rPr>
                                        <m:t>𝑆𝑂</m:t>
                                      </m:r>
                                    </m:e>
                                    <m:sub>
                                      <m:r>
                                        <a:rPr lang="en-IN" i="1">
                                          <a:solidFill>
                                            <a:srgbClr val="000000"/>
                                          </a:solidFill>
                                          <a:latin typeface="Cambria Math" panose="02040503050406030204" pitchFamily="18" charset="0"/>
                                        </a:rPr>
                                        <m:t>3</m:t>
                                      </m:r>
                                    </m:sub>
                                  </m:sSub>
                                </m:e>
                              </m:d>
                            </m:e>
                            <m:sup>
                              <m:r>
                                <a:rPr lang="en-IN" i="1">
                                  <a:solidFill>
                                    <a:srgbClr val="000000"/>
                                  </a:solidFill>
                                  <a:latin typeface="Cambria Math" panose="02040503050406030204" pitchFamily="18" charset="0"/>
                                </a:rPr>
                                <m:t>2</m:t>
                              </m:r>
                            </m:sup>
                          </m:sSup>
                        </m:num>
                        <m:den>
                          <m:sSup>
                            <m:sSupPr>
                              <m:ctrlPr>
                                <a:rPr lang="en-IN" i="1">
                                  <a:solidFill>
                                    <a:srgbClr val="000000"/>
                                  </a:solidFill>
                                  <a:latin typeface="Cambria Math" panose="02040503050406030204" pitchFamily="18" charset="0"/>
                                </a:rPr>
                              </m:ctrlPr>
                            </m:sSupPr>
                            <m:e>
                              <m:sSub>
                                <m:sSubPr>
                                  <m:ctrlPr>
                                    <a:rPr lang="en-IN" i="1">
                                      <a:solidFill>
                                        <a:srgbClr val="000000"/>
                                      </a:solidFill>
                                      <a:latin typeface="Cambria Math" panose="02040503050406030204" pitchFamily="18" charset="0"/>
                                    </a:rPr>
                                  </m:ctrlPr>
                                </m:sSubPr>
                                <m:e>
                                  <m:r>
                                    <a:rPr lang="en-IN" i="1">
                                      <a:solidFill>
                                        <a:srgbClr val="000000"/>
                                      </a:solidFill>
                                      <a:latin typeface="Cambria Math" panose="02040503050406030204" pitchFamily="18" charset="0"/>
                                    </a:rPr>
                                    <m:t>[</m:t>
                                  </m:r>
                                  <m:r>
                                    <a:rPr lang="en-IN" i="1">
                                      <a:solidFill>
                                        <a:srgbClr val="000000"/>
                                      </a:solidFill>
                                      <a:latin typeface="Cambria Math" panose="02040503050406030204" pitchFamily="18" charset="0"/>
                                    </a:rPr>
                                    <m:t>𝑆𝑂</m:t>
                                  </m:r>
                                </m:e>
                                <m:sub>
                                  <m:r>
                                    <a:rPr lang="en-IN" i="1">
                                      <a:solidFill>
                                        <a:srgbClr val="000000"/>
                                      </a:solidFill>
                                      <a:latin typeface="Cambria Math" panose="02040503050406030204" pitchFamily="18" charset="0"/>
                                    </a:rPr>
                                    <m:t>2</m:t>
                                  </m:r>
                                </m:sub>
                              </m:sSub>
                              <m:r>
                                <a:rPr lang="en-IN" i="1">
                                  <a:solidFill>
                                    <a:srgbClr val="000000"/>
                                  </a:solidFill>
                                  <a:latin typeface="Cambria Math" panose="02040503050406030204" pitchFamily="18" charset="0"/>
                                </a:rPr>
                                <m:t>]</m:t>
                              </m:r>
                            </m:e>
                            <m:sup>
                              <m:r>
                                <a:rPr lang="en-IN" i="1">
                                  <a:solidFill>
                                    <a:srgbClr val="000000"/>
                                  </a:solidFill>
                                  <a:latin typeface="Cambria Math" panose="02040503050406030204" pitchFamily="18" charset="0"/>
                                </a:rPr>
                                <m:t>2</m:t>
                              </m:r>
                            </m:sup>
                          </m:sSup>
                          <m:d>
                            <m:dPr>
                              <m:begChr m:val="["/>
                              <m:endChr m:val="]"/>
                              <m:ctrlPr>
                                <a:rPr lang="en-IN" i="1">
                                  <a:solidFill>
                                    <a:srgbClr val="000000"/>
                                  </a:solidFill>
                                  <a:latin typeface="Cambria Math" panose="02040503050406030204" pitchFamily="18" charset="0"/>
                                </a:rPr>
                              </m:ctrlPr>
                            </m:dPr>
                            <m:e>
                              <m:sSub>
                                <m:sSubPr>
                                  <m:ctrlPr>
                                    <a:rPr lang="en-IN" i="1">
                                      <a:solidFill>
                                        <a:srgbClr val="000000"/>
                                      </a:solidFill>
                                      <a:latin typeface="Cambria Math" panose="02040503050406030204" pitchFamily="18" charset="0"/>
                                    </a:rPr>
                                  </m:ctrlPr>
                                </m:sSubPr>
                                <m:e>
                                  <m:r>
                                    <a:rPr lang="en-IN" i="1">
                                      <a:solidFill>
                                        <a:srgbClr val="000000"/>
                                      </a:solidFill>
                                      <a:latin typeface="Cambria Math" panose="02040503050406030204" pitchFamily="18" charset="0"/>
                                    </a:rPr>
                                    <m:t>𝑂</m:t>
                                  </m:r>
                                </m:e>
                                <m:sub>
                                  <m:r>
                                    <a:rPr lang="en-IN" i="1">
                                      <a:solidFill>
                                        <a:srgbClr val="000000"/>
                                      </a:solidFill>
                                      <a:latin typeface="Cambria Math" panose="02040503050406030204" pitchFamily="18" charset="0"/>
                                    </a:rPr>
                                    <m:t>2</m:t>
                                  </m:r>
                                </m:sub>
                              </m:sSub>
                            </m:e>
                          </m:d>
                        </m:den>
                      </m:f>
                    </m:oMath>
                  </m:oMathPara>
                </a14:m>
                <a:endParaRPr lang="en-IN" dirty="0">
                  <a:solidFill>
                    <a:srgbClr val="080808"/>
                  </a:solidFill>
                </a:endParaRPr>
              </a:p>
              <a:p>
                <a:pPr marL="457200" lvl="0" indent="-342900">
                  <a:lnSpc>
                    <a:spcPct val="114000"/>
                  </a:lnSpc>
                  <a:buSzPts val="1800"/>
                  <a:buFont typeface="Arial"/>
                  <a:buChar char="●"/>
                  <a:defRPr/>
                </a:pPr>
                <a:r>
                  <a:rPr lang="en-IN" dirty="0">
                    <a:solidFill>
                      <a:srgbClr val="080808"/>
                    </a:solidFill>
                  </a:rPr>
                  <a:t>When the temperature increases, the concentration of SO</a:t>
                </a:r>
                <a:r>
                  <a:rPr lang="en-IN" baseline="-25000" dirty="0">
                    <a:solidFill>
                      <a:srgbClr val="080808"/>
                    </a:solidFill>
                  </a:rPr>
                  <a:t>2</a:t>
                </a:r>
                <a:r>
                  <a:rPr lang="en-IN" dirty="0">
                    <a:solidFill>
                      <a:srgbClr val="080808"/>
                    </a:solidFill>
                  </a:rPr>
                  <a:t> and O</a:t>
                </a:r>
                <a:r>
                  <a:rPr lang="en-IN" baseline="-25000" dirty="0">
                    <a:solidFill>
                      <a:srgbClr val="080808"/>
                    </a:solidFill>
                  </a:rPr>
                  <a:t>2</a:t>
                </a:r>
                <a:r>
                  <a:rPr lang="en-IN" dirty="0">
                    <a:solidFill>
                      <a:srgbClr val="080808"/>
                    </a:solidFill>
                  </a:rPr>
                  <a:t> increases and the concentration of SO</a:t>
                </a:r>
                <a:r>
                  <a:rPr lang="en-IN" baseline="-25000" dirty="0">
                    <a:solidFill>
                      <a:srgbClr val="080808"/>
                    </a:solidFill>
                  </a:rPr>
                  <a:t>3</a:t>
                </a:r>
                <a:r>
                  <a:rPr lang="en-IN" dirty="0">
                    <a:solidFill>
                      <a:srgbClr val="080808"/>
                    </a:solidFill>
                  </a:rPr>
                  <a:t> decreases, the value of K</a:t>
                </a:r>
                <a:r>
                  <a:rPr lang="en-IN" baseline="-25000" dirty="0">
                    <a:solidFill>
                      <a:srgbClr val="080808"/>
                    </a:solidFill>
                  </a:rPr>
                  <a:t>c</a:t>
                </a:r>
                <a:r>
                  <a:rPr lang="en-IN" dirty="0">
                    <a:solidFill>
                      <a:srgbClr val="080808"/>
                    </a:solidFill>
                  </a:rPr>
                  <a:t> decreases.</a:t>
                </a:r>
              </a:p>
              <a:p>
                <a:pPr marL="114300" lvl="0">
                  <a:lnSpc>
                    <a:spcPct val="114000"/>
                  </a:lnSpc>
                  <a:buSzPts val="1800"/>
                  <a:defRPr/>
                </a:pPr>
                <a:endParaRPr lang="en-IN" dirty="0">
                  <a:solidFill>
                    <a:srgbClr val="080808"/>
                  </a:solidFill>
                </a:endParaRPr>
              </a:p>
              <a:p>
                <a:pPr marL="114300" lvl="0">
                  <a:lnSpc>
                    <a:spcPct val="114000"/>
                  </a:lnSpc>
                  <a:buSzPts val="1800"/>
                  <a:defRPr/>
                </a:pPr>
                <a:endParaRPr lang="en-IN" dirty="0">
                  <a:solidFill>
                    <a:srgbClr val="080808"/>
                  </a:solidFill>
                </a:endParaRPr>
              </a:p>
            </p:txBody>
          </p:sp>
        </mc:Choice>
        <mc:Fallback xmlns="">
          <p:sp>
            <p:nvSpPr>
              <p:cNvPr id="118" name="Google Shape;118;p26"/>
              <p:cNvSpPr txBox="1">
                <a:spLocks noRot="1" noChangeAspect="1" noMove="1" noResize="1" noEditPoints="1" noAdjustHandles="1" noChangeArrowheads="1" noChangeShapeType="1" noTextEdit="1"/>
              </p:cNvSpPr>
              <p:nvPr/>
            </p:nvSpPr>
            <p:spPr>
              <a:xfrm>
                <a:off x="680567" y="1918056"/>
                <a:ext cx="7835472" cy="2492100"/>
              </a:xfrm>
              <a:prstGeom prst="rect">
                <a:avLst/>
              </a:prstGeom>
              <a:blipFill>
                <a:blip r:embed="rId3"/>
                <a:stretch>
                  <a:fillRect r="-324"/>
                </a:stretch>
              </a:blipFill>
              <a:ln>
                <a:noFill/>
              </a:ln>
            </p:spPr>
            <p:txBody>
              <a:bodyPr/>
              <a:lstStyle/>
              <a:p>
                <a:r>
                  <a:rPr lang="en-US">
                    <a:noFill/>
                  </a:rPr>
                  <a:t> </a:t>
                </a:r>
              </a:p>
            </p:txBody>
          </p:sp>
        </mc:Fallback>
      </mc:AlternateContent>
    </p:spTree>
    <p:extLst>
      <p:ext uri="{BB962C8B-B14F-4D97-AF65-F5344CB8AC3E}">
        <p14:creationId xmlns:p14="http://schemas.microsoft.com/office/powerpoint/2010/main" val="3024944052"/>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Shape 116"/>
        <p:cNvGrpSpPr/>
        <p:nvPr/>
      </p:nvGrpSpPr>
      <p:grpSpPr>
        <a:xfrm>
          <a:off x="0" y="0"/>
          <a:ext cx="0" cy="0"/>
          <a:chOff x="0" y="0"/>
          <a:chExt cx="0" cy="0"/>
        </a:xfrm>
      </p:grpSpPr>
      <p:sp>
        <p:nvSpPr>
          <p:cNvPr id="117" name="Google Shape;117;p26"/>
          <p:cNvSpPr txBox="1">
            <a:spLocks noGrp="1"/>
          </p:cNvSpPr>
          <p:nvPr>
            <p:ph type="title"/>
          </p:nvPr>
        </p:nvSpPr>
        <p:spPr>
          <a:xfrm>
            <a:off x="933025" y="592925"/>
            <a:ext cx="6305100" cy="767700"/>
          </a:xfrm>
          <a:prstGeom prst="rect">
            <a:avLst/>
          </a:prstGeom>
        </p:spPr>
        <p:txBody>
          <a:bodyPr spcFirstLastPara="1" wrap="square" lIns="91425" tIns="91425" rIns="91425" bIns="91425" anchor="b" anchorCtr="0">
            <a:noAutofit/>
          </a:bodyPr>
          <a:lstStyle/>
          <a:p>
            <a:pPr lvl="0"/>
            <a:r>
              <a:rPr lang="en-IN" dirty="0"/>
              <a:t>Equilibrium constants and changes in concentration</a:t>
            </a:r>
          </a:p>
        </p:txBody>
      </p:sp>
      <p:sp>
        <p:nvSpPr>
          <p:cNvPr id="118" name="Google Shape;118;p26"/>
          <p:cNvSpPr txBox="1"/>
          <p:nvPr/>
        </p:nvSpPr>
        <p:spPr>
          <a:xfrm>
            <a:off x="680567" y="1918056"/>
            <a:ext cx="7835472" cy="2492100"/>
          </a:xfrm>
          <a:prstGeom prst="rect">
            <a:avLst/>
          </a:prstGeom>
          <a:noFill/>
          <a:ln>
            <a:noFill/>
          </a:ln>
        </p:spPr>
        <p:txBody>
          <a:bodyPr spcFirstLastPara="1" wrap="square" lIns="91425" tIns="91425" rIns="91425" bIns="91425" anchor="t" anchorCtr="0">
            <a:noAutofit/>
          </a:bodyPr>
          <a:lstStyle/>
          <a:p>
            <a:pPr marL="457200" lvl="0" indent="-342900">
              <a:lnSpc>
                <a:spcPct val="114000"/>
              </a:lnSpc>
              <a:buSzPts val="1800"/>
              <a:buFont typeface="Arial"/>
              <a:buChar char="●"/>
              <a:defRPr/>
            </a:pPr>
            <a:r>
              <a:rPr lang="en-IN" dirty="0">
                <a:solidFill>
                  <a:srgbClr val="080808"/>
                </a:solidFill>
              </a:rPr>
              <a:t>Changing concentration of reactants or products shifts the position of equilibrium but the value of equilibrium constant remains the same. </a:t>
            </a:r>
          </a:p>
          <a:p>
            <a:pPr marL="457200" lvl="0" indent="-342900">
              <a:lnSpc>
                <a:spcPct val="114000"/>
              </a:lnSpc>
              <a:buSzPts val="1800"/>
              <a:buFont typeface="Arial"/>
              <a:buChar char="●"/>
              <a:defRPr/>
            </a:pPr>
            <a:r>
              <a:rPr lang="en-IN" dirty="0">
                <a:solidFill>
                  <a:srgbClr val="080808"/>
                </a:solidFill>
              </a:rPr>
              <a:t>For example, when the concentration of hydrogen iodide is increased in the following reaction,</a:t>
            </a:r>
          </a:p>
          <a:p>
            <a:pPr marL="452438" algn="ctr">
              <a:lnSpc>
                <a:spcPct val="114000"/>
              </a:lnSpc>
              <a:buSzPts val="1800"/>
              <a:defRPr/>
            </a:pPr>
            <a:r>
              <a:rPr lang="en-IN" dirty="0"/>
              <a:t>2HI⇋ H</a:t>
            </a:r>
            <a:r>
              <a:rPr lang="en-IN" baseline="-25000" dirty="0"/>
              <a:t>2</a:t>
            </a:r>
            <a:r>
              <a:rPr lang="en-IN" dirty="0"/>
              <a:t> + I</a:t>
            </a:r>
            <a:r>
              <a:rPr lang="en-IN" baseline="-25000" dirty="0"/>
              <a:t>2</a:t>
            </a:r>
            <a:endParaRPr lang="en-IN" dirty="0"/>
          </a:p>
          <a:p>
            <a:pPr marL="452438" lvl="0">
              <a:lnSpc>
                <a:spcPct val="114000"/>
              </a:lnSpc>
              <a:buSzPts val="1800"/>
              <a:defRPr/>
            </a:pPr>
            <a:endParaRPr lang="en-IN" dirty="0">
              <a:solidFill>
                <a:srgbClr val="080808"/>
              </a:solidFill>
            </a:endParaRPr>
          </a:p>
          <a:p>
            <a:pPr marL="457200" lvl="0" indent="-342900">
              <a:lnSpc>
                <a:spcPct val="114000"/>
              </a:lnSpc>
              <a:buSzPts val="1800"/>
              <a:buFont typeface="Arial"/>
              <a:buChar char="●"/>
              <a:defRPr/>
            </a:pPr>
            <a:r>
              <a:rPr lang="en-IN" dirty="0">
                <a:solidFill>
                  <a:srgbClr val="080808"/>
                </a:solidFill>
              </a:rPr>
              <a:t>the equilibrium is restored by increasing the concentration of hydrogen and iodine. Thus, the value of K</a:t>
            </a:r>
            <a:r>
              <a:rPr lang="en-IN" baseline="-25000" dirty="0">
                <a:solidFill>
                  <a:srgbClr val="080808"/>
                </a:solidFill>
              </a:rPr>
              <a:t>c</a:t>
            </a:r>
            <a:r>
              <a:rPr lang="en-IN" dirty="0">
                <a:solidFill>
                  <a:srgbClr val="080808"/>
                </a:solidFill>
              </a:rPr>
              <a:t> remains constant</a:t>
            </a:r>
          </a:p>
          <a:p>
            <a:pPr marL="114300" lvl="0">
              <a:lnSpc>
                <a:spcPct val="114000"/>
              </a:lnSpc>
              <a:buSzPts val="1800"/>
              <a:defRPr/>
            </a:pPr>
            <a:endParaRPr lang="en-IN" dirty="0">
              <a:solidFill>
                <a:srgbClr val="080808"/>
              </a:solidFill>
            </a:endParaRPr>
          </a:p>
          <a:p>
            <a:pPr marL="114300" lvl="0">
              <a:lnSpc>
                <a:spcPct val="114000"/>
              </a:lnSpc>
              <a:buSzPts val="1800"/>
              <a:defRPr/>
            </a:pPr>
            <a:endParaRPr lang="en-IN" dirty="0">
              <a:solidFill>
                <a:srgbClr val="080808"/>
              </a:solidFill>
            </a:endParaRPr>
          </a:p>
        </p:txBody>
      </p:sp>
    </p:spTree>
    <p:extLst>
      <p:ext uri="{BB962C8B-B14F-4D97-AF65-F5344CB8AC3E}">
        <p14:creationId xmlns:p14="http://schemas.microsoft.com/office/powerpoint/2010/main" val="4294501469"/>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Shape 116"/>
        <p:cNvGrpSpPr/>
        <p:nvPr/>
      </p:nvGrpSpPr>
      <p:grpSpPr>
        <a:xfrm>
          <a:off x="0" y="0"/>
          <a:ext cx="0" cy="0"/>
          <a:chOff x="0" y="0"/>
          <a:chExt cx="0" cy="0"/>
        </a:xfrm>
      </p:grpSpPr>
      <p:sp>
        <p:nvSpPr>
          <p:cNvPr id="117" name="Google Shape;117;p26"/>
          <p:cNvSpPr txBox="1">
            <a:spLocks noGrp="1"/>
          </p:cNvSpPr>
          <p:nvPr>
            <p:ph type="title"/>
          </p:nvPr>
        </p:nvSpPr>
        <p:spPr>
          <a:xfrm>
            <a:off x="933025" y="592925"/>
            <a:ext cx="6305100" cy="767700"/>
          </a:xfrm>
          <a:prstGeom prst="rect">
            <a:avLst/>
          </a:prstGeom>
        </p:spPr>
        <p:txBody>
          <a:bodyPr spcFirstLastPara="1" wrap="square" lIns="91425" tIns="91425" rIns="91425" bIns="91425" anchor="b" anchorCtr="0">
            <a:noAutofit/>
          </a:bodyPr>
          <a:lstStyle/>
          <a:p>
            <a:pPr lvl="0"/>
            <a:r>
              <a:rPr lang="en-IN" dirty="0"/>
              <a:t>Equilibrium constants and changes in pressure</a:t>
            </a:r>
          </a:p>
        </p:txBody>
      </p:sp>
      <mc:AlternateContent xmlns:mc="http://schemas.openxmlformats.org/markup-compatibility/2006" xmlns:a14="http://schemas.microsoft.com/office/drawing/2010/main">
        <mc:Choice Requires="a14">
          <p:sp>
            <p:nvSpPr>
              <p:cNvPr id="118" name="Google Shape;118;p26"/>
              <p:cNvSpPr txBox="1"/>
              <p:nvPr/>
            </p:nvSpPr>
            <p:spPr>
              <a:xfrm>
                <a:off x="680567" y="1918056"/>
                <a:ext cx="7835472" cy="2492100"/>
              </a:xfrm>
              <a:prstGeom prst="rect">
                <a:avLst/>
              </a:prstGeom>
              <a:noFill/>
              <a:ln>
                <a:noFill/>
              </a:ln>
            </p:spPr>
            <p:txBody>
              <a:bodyPr spcFirstLastPara="1" wrap="square" lIns="91425" tIns="91425" rIns="91425" bIns="91425" anchor="t" anchorCtr="0">
                <a:noAutofit/>
              </a:bodyPr>
              <a:lstStyle/>
              <a:p>
                <a:pPr marL="457200" lvl="0" indent="-342900">
                  <a:lnSpc>
                    <a:spcPct val="114000"/>
                  </a:lnSpc>
                  <a:buSzPts val="1800"/>
                  <a:buFont typeface="Arial"/>
                  <a:buChar char="●"/>
                  <a:defRPr/>
                </a:pPr>
                <a:r>
                  <a:rPr lang="en-IN" dirty="0">
                    <a:solidFill>
                      <a:srgbClr val="080808"/>
                    </a:solidFill>
                  </a:rPr>
                  <a:t>Changes in pressure shift the position of equilibrium but the values of equilibrium constants K</a:t>
                </a:r>
                <a:r>
                  <a:rPr lang="en-IN" baseline="-25000" dirty="0">
                    <a:solidFill>
                      <a:srgbClr val="080808"/>
                    </a:solidFill>
                  </a:rPr>
                  <a:t>c</a:t>
                </a:r>
                <a:r>
                  <a:rPr lang="en-IN" dirty="0">
                    <a:solidFill>
                      <a:srgbClr val="080808"/>
                    </a:solidFill>
                  </a:rPr>
                  <a:t> and </a:t>
                </a:r>
                <a:r>
                  <a:rPr lang="en-IN" dirty="0" err="1">
                    <a:solidFill>
                      <a:srgbClr val="080808"/>
                    </a:solidFill>
                  </a:rPr>
                  <a:t>K</a:t>
                </a:r>
                <a:r>
                  <a:rPr lang="en-IN" baseline="-25000" dirty="0" err="1">
                    <a:solidFill>
                      <a:srgbClr val="080808"/>
                    </a:solidFill>
                  </a:rPr>
                  <a:t>p</a:t>
                </a:r>
                <a:r>
                  <a:rPr lang="en-IN" dirty="0">
                    <a:solidFill>
                      <a:srgbClr val="080808"/>
                    </a:solidFill>
                  </a:rPr>
                  <a:t> remain unchanged. Consider the reaction,</a:t>
                </a:r>
              </a:p>
              <a:p>
                <a:pPr marL="0" indent="0" algn="ctr">
                  <a:lnSpc>
                    <a:spcPct val="113000"/>
                  </a:lnSpc>
                  <a:buNone/>
                </a:pPr>
                <a:r>
                  <a:rPr lang="en-IN" dirty="0"/>
                  <a:t>N</a:t>
                </a:r>
                <a:r>
                  <a:rPr lang="en-IN" baseline="-25000" dirty="0"/>
                  <a:t>2</a:t>
                </a:r>
                <a:r>
                  <a:rPr lang="en-IN" dirty="0"/>
                  <a:t> + 3H</a:t>
                </a:r>
                <a:r>
                  <a:rPr lang="en-IN" baseline="-25000" dirty="0"/>
                  <a:t>2</a:t>
                </a:r>
                <a:r>
                  <a:rPr lang="en-IN" dirty="0"/>
                  <a:t> ⇋ 2NH</a:t>
                </a:r>
                <a:r>
                  <a:rPr lang="en-IN" baseline="-25000" dirty="0"/>
                  <a:t>3</a:t>
                </a:r>
                <a:endParaRPr lang="en-IN" dirty="0">
                  <a:solidFill>
                    <a:srgbClr val="080808"/>
                  </a:solidFill>
                </a:endParaRPr>
              </a:p>
              <a:p>
                <a:pPr marL="457200" lvl="0" indent="-342900">
                  <a:lnSpc>
                    <a:spcPct val="114000"/>
                  </a:lnSpc>
                  <a:buSzPts val="1800"/>
                  <a:buFont typeface="Arial"/>
                  <a:buChar char="●"/>
                  <a:defRPr/>
                </a:pPr>
                <a:r>
                  <a:rPr lang="en-IN" dirty="0">
                    <a:solidFill>
                      <a:srgbClr val="080808"/>
                    </a:solidFill>
                  </a:rPr>
                  <a:t>When the pressure is increased at constant temperature, the equilibrium shifts towards the right where there are fewer molecules. The concentration of NH</a:t>
                </a:r>
                <a:r>
                  <a:rPr lang="en-IN" baseline="-25000" dirty="0">
                    <a:solidFill>
                      <a:srgbClr val="080808"/>
                    </a:solidFill>
                  </a:rPr>
                  <a:t>3</a:t>
                </a:r>
                <a:r>
                  <a:rPr lang="en-IN" dirty="0">
                    <a:solidFill>
                      <a:srgbClr val="080808"/>
                    </a:solidFill>
                  </a:rPr>
                  <a:t> increases and the concentration of N</a:t>
                </a:r>
                <a:r>
                  <a:rPr lang="en-IN" baseline="-25000" dirty="0">
                    <a:solidFill>
                      <a:srgbClr val="080808"/>
                    </a:solidFill>
                  </a:rPr>
                  <a:t>2</a:t>
                </a:r>
                <a:r>
                  <a:rPr lang="en-IN" dirty="0">
                    <a:solidFill>
                      <a:srgbClr val="080808"/>
                    </a:solidFill>
                  </a:rPr>
                  <a:t> and H</a:t>
                </a:r>
                <a:r>
                  <a:rPr lang="en-IN" baseline="-25000" dirty="0">
                    <a:solidFill>
                      <a:srgbClr val="080808"/>
                    </a:solidFill>
                  </a:rPr>
                  <a:t>2</a:t>
                </a:r>
                <a:r>
                  <a:rPr lang="en-IN" dirty="0">
                    <a:solidFill>
                      <a:srgbClr val="080808"/>
                    </a:solidFill>
                  </a:rPr>
                  <a:t> decreases. </a:t>
                </a:r>
              </a:p>
              <a:p>
                <a:pPr marL="457200" lvl="0" indent="-342900">
                  <a:lnSpc>
                    <a:spcPct val="114000"/>
                  </a:lnSpc>
                  <a:buSzPts val="1800"/>
                  <a:buFont typeface="Arial"/>
                  <a:buChar char="●"/>
                  <a:defRPr/>
                </a:pPr>
                <a:r>
                  <a:rPr lang="en-IN" dirty="0">
                    <a:solidFill>
                      <a:srgbClr val="080808"/>
                    </a:solidFill>
                  </a:rPr>
                  <a:t>Therefore, the equilibrium constant,</a:t>
                </a:r>
              </a:p>
              <a:p>
                <a:pPr marL="114300" lvl="0" algn="ctr">
                  <a:lnSpc>
                    <a:spcPct val="114000"/>
                  </a:lnSpc>
                  <a:buSzPts val="1800"/>
                  <a:defRPr/>
                </a:pPr>
                <a:r>
                  <a:rPr lang="en-IN" dirty="0">
                    <a:solidFill>
                      <a:srgbClr val="000000"/>
                    </a:solidFill>
                  </a:rPr>
                  <a:t> </a:t>
                </a:r>
                <a14:m>
                  <m:oMath xmlns:m="http://schemas.openxmlformats.org/officeDocument/2006/math">
                    <m:sSub>
                      <m:sSubPr>
                        <m:ctrlPr>
                          <a:rPr lang="ar-AE" i="1">
                            <a:solidFill>
                              <a:srgbClr val="000000"/>
                            </a:solidFill>
                            <a:latin typeface="Cambria Math" panose="02040503050406030204" pitchFamily="18" charset="0"/>
                          </a:rPr>
                        </m:ctrlPr>
                      </m:sSubPr>
                      <m:e>
                        <m:r>
                          <a:rPr lang="ar-AE" i="1">
                            <a:solidFill>
                              <a:srgbClr val="000000"/>
                            </a:solidFill>
                            <a:latin typeface="Cambria Math" panose="02040503050406030204" pitchFamily="18" charset="0"/>
                          </a:rPr>
                          <m:t>𝐾</m:t>
                        </m:r>
                      </m:e>
                      <m:sub>
                        <m:r>
                          <a:rPr lang="ar-AE" i="1">
                            <a:solidFill>
                              <a:srgbClr val="000000"/>
                            </a:solidFill>
                            <a:latin typeface="Cambria Math" panose="02040503050406030204" pitchFamily="18" charset="0"/>
                          </a:rPr>
                          <m:t>𝑐</m:t>
                        </m:r>
                      </m:sub>
                    </m:sSub>
                    <m:r>
                      <a:rPr lang="ar-AE" i="1">
                        <a:solidFill>
                          <a:srgbClr val="000000"/>
                        </a:solidFill>
                        <a:latin typeface="Cambria Math" panose="02040503050406030204" pitchFamily="18" charset="0"/>
                      </a:rPr>
                      <m:t>=</m:t>
                    </m:r>
                    <m:f>
                      <m:fPr>
                        <m:ctrlPr>
                          <a:rPr lang="ar-AE" i="1">
                            <a:solidFill>
                              <a:srgbClr val="000000"/>
                            </a:solidFill>
                            <a:latin typeface="Cambria Math" panose="02040503050406030204" pitchFamily="18" charset="0"/>
                          </a:rPr>
                        </m:ctrlPr>
                      </m:fPr>
                      <m:num>
                        <m:sSup>
                          <m:sSupPr>
                            <m:ctrlPr>
                              <a:rPr lang="ar-AE" i="1">
                                <a:solidFill>
                                  <a:srgbClr val="000000"/>
                                </a:solidFill>
                                <a:latin typeface="Cambria Math" panose="02040503050406030204" pitchFamily="18" charset="0"/>
                              </a:rPr>
                            </m:ctrlPr>
                          </m:sSupPr>
                          <m:e>
                            <m:d>
                              <m:dPr>
                                <m:begChr m:val="["/>
                                <m:endChr m:val="]"/>
                                <m:ctrlPr>
                                  <a:rPr lang="ar-AE" i="1">
                                    <a:solidFill>
                                      <a:srgbClr val="000000"/>
                                    </a:solidFill>
                                    <a:latin typeface="Cambria Math" panose="02040503050406030204" pitchFamily="18" charset="0"/>
                                  </a:rPr>
                                </m:ctrlPr>
                              </m:dPr>
                              <m:e>
                                <m:sSub>
                                  <m:sSubPr>
                                    <m:ctrlPr>
                                      <a:rPr lang="ar-AE" i="1">
                                        <a:solidFill>
                                          <a:srgbClr val="000000"/>
                                        </a:solidFill>
                                        <a:latin typeface="Cambria Math" panose="02040503050406030204" pitchFamily="18" charset="0"/>
                                      </a:rPr>
                                    </m:ctrlPr>
                                  </m:sSubPr>
                                  <m:e>
                                    <m:r>
                                      <a:rPr lang="ar-AE" i="1">
                                        <a:solidFill>
                                          <a:srgbClr val="000000"/>
                                        </a:solidFill>
                                        <a:latin typeface="Cambria Math" panose="02040503050406030204" pitchFamily="18" charset="0"/>
                                      </a:rPr>
                                      <m:t>𝑁𝐻</m:t>
                                    </m:r>
                                  </m:e>
                                  <m:sub>
                                    <m:r>
                                      <a:rPr lang="ar-AE" i="1">
                                        <a:solidFill>
                                          <a:srgbClr val="000000"/>
                                        </a:solidFill>
                                        <a:latin typeface="Cambria Math" panose="02040503050406030204" pitchFamily="18" charset="0"/>
                                      </a:rPr>
                                      <m:t>3</m:t>
                                    </m:r>
                                  </m:sub>
                                </m:sSub>
                              </m:e>
                            </m:d>
                          </m:e>
                          <m:sup>
                            <m:r>
                              <a:rPr lang="ar-AE" i="1">
                                <a:solidFill>
                                  <a:srgbClr val="000000"/>
                                </a:solidFill>
                                <a:latin typeface="Cambria Math" panose="02040503050406030204" pitchFamily="18" charset="0"/>
                              </a:rPr>
                              <m:t>2</m:t>
                            </m:r>
                          </m:sup>
                        </m:sSup>
                      </m:num>
                      <m:den>
                        <m:sSup>
                          <m:sSupPr>
                            <m:ctrlPr>
                              <a:rPr lang="ar-AE" i="1">
                                <a:solidFill>
                                  <a:srgbClr val="000000"/>
                                </a:solidFill>
                                <a:latin typeface="Cambria Math" panose="02040503050406030204" pitchFamily="18" charset="0"/>
                              </a:rPr>
                            </m:ctrlPr>
                          </m:sSupPr>
                          <m:e>
                            <m:r>
                              <a:rPr lang="ar-AE" i="1">
                                <a:solidFill>
                                  <a:srgbClr val="000000"/>
                                </a:solidFill>
                                <a:latin typeface="Cambria Math" panose="02040503050406030204" pitchFamily="18" charset="0"/>
                              </a:rPr>
                              <m:t>[</m:t>
                            </m:r>
                            <m:sSub>
                              <m:sSubPr>
                                <m:ctrlPr>
                                  <a:rPr lang="ar-AE" i="1">
                                    <a:solidFill>
                                      <a:srgbClr val="000000"/>
                                    </a:solidFill>
                                    <a:latin typeface="Cambria Math" panose="02040503050406030204" pitchFamily="18" charset="0"/>
                                  </a:rPr>
                                </m:ctrlPr>
                              </m:sSubPr>
                              <m:e>
                                <m:r>
                                  <a:rPr lang="ar-AE" i="1">
                                    <a:solidFill>
                                      <a:srgbClr val="000000"/>
                                    </a:solidFill>
                                    <a:latin typeface="Cambria Math" panose="02040503050406030204" pitchFamily="18" charset="0"/>
                                  </a:rPr>
                                  <m:t>𝐻</m:t>
                                </m:r>
                              </m:e>
                              <m:sub>
                                <m:r>
                                  <a:rPr lang="ar-AE" i="1">
                                    <a:solidFill>
                                      <a:srgbClr val="000000"/>
                                    </a:solidFill>
                                    <a:latin typeface="Cambria Math" panose="02040503050406030204" pitchFamily="18" charset="0"/>
                                  </a:rPr>
                                  <m:t>2</m:t>
                                </m:r>
                              </m:sub>
                            </m:sSub>
                            <m:r>
                              <a:rPr lang="ar-AE" i="1">
                                <a:solidFill>
                                  <a:srgbClr val="000000"/>
                                </a:solidFill>
                                <a:latin typeface="Cambria Math" panose="02040503050406030204" pitchFamily="18" charset="0"/>
                              </a:rPr>
                              <m:t>]</m:t>
                            </m:r>
                          </m:e>
                          <m:sup>
                            <m:r>
                              <a:rPr lang="ar-AE" i="1">
                                <a:solidFill>
                                  <a:srgbClr val="000000"/>
                                </a:solidFill>
                                <a:latin typeface="Cambria Math" panose="02040503050406030204" pitchFamily="18" charset="0"/>
                              </a:rPr>
                              <m:t>3</m:t>
                            </m:r>
                          </m:sup>
                        </m:sSup>
                        <m:d>
                          <m:dPr>
                            <m:begChr m:val="["/>
                            <m:endChr m:val="]"/>
                            <m:ctrlPr>
                              <a:rPr lang="ar-AE" i="1">
                                <a:solidFill>
                                  <a:srgbClr val="000000"/>
                                </a:solidFill>
                                <a:latin typeface="Cambria Math" panose="02040503050406030204" pitchFamily="18" charset="0"/>
                              </a:rPr>
                            </m:ctrlPr>
                          </m:dPr>
                          <m:e>
                            <m:sSub>
                              <m:sSubPr>
                                <m:ctrlPr>
                                  <a:rPr lang="ar-AE" i="1">
                                    <a:solidFill>
                                      <a:srgbClr val="000000"/>
                                    </a:solidFill>
                                    <a:latin typeface="Cambria Math" panose="02040503050406030204" pitchFamily="18" charset="0"/>
                                  </a:rPr>
                                </m:ctrlPr>
                              </m:sSubPr>
                              <m:e>
                                <m:r>
                                  <a:rPr lang="ar-AE" i="1">
                                    <a:solidFill>
                                      <a:srgbClr val="000000"/>
                                    </a:solidFill>
                                    <a:latin typeface="Cambria Math" panose="02040503050406030204" pitchFamily="18" charset="0"/>
                                  </a:rPr>
                                  <m:t>𝑁</m:t>
                                </m:r>
                              </m:e>
                              <m:sub>
                                <m:r>
                                  <a:rPr lang="ar-AE" i="1">
                                    <a:solidFill>
                                      <a:srgbClr val="000000"/>
                                    </a:solidFill>
                                    <a:latin typeface="Cambria Math" panose="02040503050406030204" pitchFamily="18" charset="0"/>
                                  </a:rPr>
                                  <m:t>2</m:t>
                                </m:r>
                              </m:sub>
                            </m:sSub>
                          </m:e>
                        </m:d>
                      </m:den>
                    </m:f>
                  </m:oMath>
                </a14:m>
                <a:endParaRPr lang="en-IN" dirty="0">
                  <a:solidFill>
                    <a:srgbClr val="080808"/>
                  </a:solidFill>
                </a:endParaRPr>
              </a:p>
              <a:p>
                <a:pPr marL="452438">
                  <a:lnSpc>
                    <a:spcPct val="114000"/>
                  </a:lnSpc>
                  <a:buSzPts val="1800"/>
                  <a:defRPr/>
                </a:pPr>
                <a:r>
                  <a:rPr lang="en-IN" dirty="0"/>
                  <a:t>remains the same as the numerator increases but the denominator decreases.</a:t>
                </a:r>
              </a:p>
              <a:p>
                <a:pPr marL="114300" lvl="0">
                  <a:lnSpc>
                    <a:spcPct val="114000"/>
                  </a:lnSpc>
                  <a:buSzPts val="1800"/>
                  <a:defRPr/>
                </a:pPr>
                <a:endParaRPr lang="en-IN" dirty="0">
                  <a:solidFill>
                    <a:srgbClr val="080808"/>
                  </a:solidFill>
                </a:endParaRPr>
              </a:p>
              <a:p>
                <a:pPr marL="114300" lvl="0">
                  <a:lnSpc>
                    <a:spcPct val="114000"/>
                  </a:lnSpc>
                  <a:buSzPts val="1800"/>
                  <a:defRPr/>
                </a:pPr>
                <a:endParaRPr lang="en-IN" dirty="0">
                  <a:solidFill>
                    <a:srgbClr val="080808"/>
                  </a:solidFill>
                </a:endParaRPr>
              </a:p>
            </p:txBody>
          </p:sp>
        </mc:Choice>
        <mc:Fallback xmlns="">
          <p:sp>
            <p:nvSpPr>
              <p:cNvPr id="118" name="Google Shape;118;p26"/>
              <p:cNvSpPr txBox="1">
                <a:spLocks noRot="1" noChangeAspect="1" noMove="1" noResize="1" noEditPoints="1" noAdjustHandles="1" noChangeArrowheads="1" noChangeShapeType="1" noTextEdit="1"/>
              </p:cNvSpPr>
              <p:nvPr/>
            </p:nvSpPr>
            <p:spPr>
              <a:xfrm>
                <a:off x="680567" y="1918056"/>
                <a:ext cx="7835472" cy="2492100"/>
              </a:xfrm>
              <a:prstGeom prst="rect">
                <a:avLst/>
              </a:prstGeom>
              <a:blipFill>
                <a:blip r:embed="rId3"/>
                <a:stretch>
                  <a:fillRect b="-1523"/>
                </a:stretch>
              </a:blipFill>
              <a:ln>
                <a:noFill/>
              </a:ln>
            </p:spPr>
            <p:txBody>
              <a:bodyPr/>
              <a:lstStyle/>
              <a:p>
                <a:r>
                  <a:rPr lang="en-US">
                    <a:noFill/>
                  </a:rPr>
                  <a:t> </a:t>
                </a:r>
              </a:p>
            </p:txBody>
          </p:sp>
        </mc:Fallback>
      </mc:AlternateContent>
    </p:spTree>
    <p:extLst>
      <p:ext uri="{BB962C8B-B14F-4D97-AF65-F5344CB8AC3E}">
        <p14:creationId xmlns:p14="http://schemas.microsoft.com/office/powerpoint/2010/main" val="3640244318"/>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Shape 116"/>
        <p:cNvGrpSpPr/>
        <p:nvPr/>
      </p:nvGrpSpPr>
      <p:grpSpPr>
        <a:xfrm>
          <a:off x="0" y="0"/>
          <a:ext cx="0" cy="0"/>
          <a:chOff x="0" y="0"/>
          <a:chExt cx="0" cy="0"/>
        </a:xfrm>
      </p:grpSpPr>
      <p:sp>
        <p:nvSpPr>
          <p:cNvPr id="117" name="Google Shape;117;p26"/>
          <p:cNvSpPr txBox="1">
            <a:spLocks noGrp="1"/>
          </p:cNvSpPr>
          <p:nvPr>
            <p:ph type="title"/>
          </p:nvPr>
        </p:nvSpPr>
        <p:spPr>
          <a:xfrm>
            <a:off x="933025" y="592925"/>
            <a:ext cx="6305100" cy="767700"/>
          </a:xfrm>
          <a:prstGeom prst="rect">
            <a:avLst/>
          </a:prstGeom>
        </p:spPr>
        <p:txBody>
          <a:bodyPr spcFirstLastPara="1" wrap="square" lIns="91425" tIns="91425" rIns="91425" bIns="91425" anchor="b" anchorCtr="0">
            <a:noAutofit/>
          </a:bodyPr>
          <a:lstStyle/>
          <a:p>
            <a:pPr lvl="0"/>
            <a:r>
              <a:rPr lang="en-IN" dirty="0"/>
              <a:t>Equilibrium constants and changes in pressure</a:t>
            </a:r>
          </a:p>
        </p:txBody>
      </p:sp>
      <mc:AlternateContent xmlns:mc="http://schemas.openxmlformats.org/markup-compatibility/2006" xmlns:a14="http://schemas.microsoft.com/office/drawing/2010/main">
        <mc:Choice Requires="a14">
          <p:sp>
            <p:nvSpPr>
              <p:cNvPr id="118" name="Google Shape;118;p26"/>
              <p:cNvSpPr txBox="1"/>
              <p:nvPr/>
            </p:nvSpPr>
            <p:spPr>
              <a:xfrm>
                <a:off x="680567" y="1918056"/>
                <a:ext cx="7835472" cy="2492100"/>
              </a:xfrm>
              <a:prstGeom prst="rect">
                <a:avLst/>
              </a:prstGeom>
              <a:noFill/>
              <a:ln>
                <a:noFill/>
              </a:ln>
            </p:spPr>
            <p:txBody>
              <a:bodyPr spcFirstLastPara="1" wrap="square" lIns="91425" tIns="91425" rIns="91425" bIns="91425" anchor="t" anchorCtr="0">
                <a:noAutofit/>
              </a:bodyPr>
              <a:lstStyle/>
              <a:p>
                <a:pPr marL="457200" lvl="0" indent="-342900">
                  <a:lnSpc>
                    <a:spcPct val="114000"/>
                  </a:lnSpc>
                  <a:buSzPts val="1800"/>
                  <a:buFont typeface="Arial"/>
                  <a:buChar char="●"/>
                  <a:defRPr/>
                </a:pPr>
                <a:r>
                  <a:rPr lang="en-IN" dirty="0">
                    <a:solidFill>
                      <a:srgbClr val="080808"/>
                    </a:solidFill>
                  </a:rPr>
                  <a:t>The equilibrium constant </a:t>
                </a:r>
                <a:r>
                  <a:rPr lang="en-IN" dirty="0" err="1">
                    <a:solidFill>
                      <a:srgbClr val="080808"/>
                    </a:solidFill>
                  </a:rPr>
                  <a:t>K</a:t>
                </a:r>
                <a:r>
                  <a:rPr lang="en-IN" baseline="-25000" dirty="0" err="1">
                    <a:solidFill>
                      <a:srgbClr val="080808"/>
                    </a:solidFill>
                  </a:rPr>
                  <a:t>p</a:t>
                </a:r>
                <a:r>
                  <a:rPr lang="en-IN" dirty="0">
                    <a:solidFill>
                      <a:srgbClr val="080808"/>
                    </a:solidFill>
                  </a:rPr>
                  <a:t> remains unchanged. This is because the mole fraction of NH</a:t>
                </a:r>
                <a:r>
                  <a:rPr lang="en-IN" baseline="-25000" dirty="0">
                    <a:solidFill>
                      <a:srgbClr val="080808"/>
                    </a:solidFill>
                  </a:rPr>
                  <a:t>3</a:t>
                </a:r>
                <a:r>
                  <a:rPr lang="en-IN" dirty="0">
                    <a:solidFill>
                      <a:srgbClr val="080808"/>
                    </a:solidFill>
                  </a:rPr>
                  <a:t> increases but the mole fraction of N</a:t>
                </a:r>
                <a:r>
                  <a:rPr lang="en-IN" baseline="-25000" dirty="0">
                    <a:solidFill>
                      <a:srgbClr val="080808"/>
                    </a:solidFill>
                  </a:rPr>
                  <a:t>2</a:t>
                </a:r>
                <a:r>
                  <a:rPr lang="en-IN" dirty="0">
                    <a:solidFill>
                      <a:srgbClr val="080808"/>
                    </a:solidFill>
                  </a:rPr>
                  <a:t> and H</a:t>
                </a:r>
                <a:r>
                  <a:rPr lang="en-IN" baseline="-25000" dirty="0">
                    <a:solidFill>
                      <a:srgbClr val="080808"/>
                    </a:solidFill>
                  </a:rPr>
                  <a:t>2</a:t>
                </a:r>
                <a:r>
                  <a:rPr lang="en-IN" dirty="0">
                    <a:solidFill>
                      <a:srgbClr val="080808"/>
                    </a:solidFill>
                  </a:rPr>
                  <a:t> decreases. </a:t>
                </a:r>
              </a:p>
              <a:p>
                <a:pPr marL="0" indent="0" algn="just">
                  <a:lnSpc>
                    <a:spcPct val="113000"/>
                  </a:lnSpc>
                  <a:buNone/>
                </a:pPr>
                <a14:m>
                  <m:oMathPara xmlns:m="http://schemas.openxmlformats.org/officeDocument/2006/math">
                    <m:oMathParaPr>
                      <m:jc m:val="centerGroup"/>
                    </m:oMathParaPr>
                    <m:oMath xmlns:m="http://schemas.openxmlformats.org/officeDocument/2006/math">
                      <m:sSub>
                        <m:sSubPr>
                          <m:ctrlPr>
                            <a:rPr lang="ar-AE" i="1" smtClean="0">
                              <a:solidFill>
                                <a:srgbClr val="000000"/>
                              </a:solidFill>
                              <a:latin typeface="Cambria Math" panose="02040503050406030204" pitchFamily="18" charset="0"/>
                            </a:rPr>
                          </m:ctrlPr>
                        </m:sSubPr>
                        <m:e>
                          <m:r>
                            <a:rPr lang="ar-AE" i="1">
                              <a:solidFill>
                                <a:srgbClr val="000000"/>
                              </a:solidFill>
                              <a:latin typeface="Cambria Math" panose="02040503050406030204" pitchFamily="18" charset="0"/>
                            </a:rPr>
                            <m:t>𝐾</m:t>
                          </m:r>
                        </m:e>
                        <m:sub>
                          <m:r>
                            <a:rPr lang="ar-AE" i="1">
                              <a:solidFill>
                                <a:srgbClr val="000000"/>
                              </a:solidFill>
                              <a:latin typeface="Cambria Math" panose="02040503050406030204" pitchFamily="18" charset="0"/>
                            </a:rPr>
                            <m:t>𝑝</m:t>
                          </m:r>
                        </m:sub>
                      </m:sSub>
                      <m:r>
                        <a:rPr lang="ar-AE" i="1">
                          <a:solidFill>
                            <a:srgbClr val="000000"/>
                          </a:solidFill>
                          <a:latin typeface="Cambria Math" panose="02040503050406030204" pitchFamily="18" charset="0"/>
                        </a:rPr>
                        <m:t>=</m:t>
                      </m:r>
                      <m:f>
                        <m:fPr>
                          <m:ctrlPr>
                            <a:rPr lang="ar-AE" i="1">
                              <a:solidFill>
                                <a:srgbClr val="000000"/>
                              </a:solidFill>
                              <a:latin typeface="Cambria Math" panose="02040503050406030204" pitchFamily="18" charset="0"/>
                            </a:rPr>
                          </m:ctrlPr>
                        </m:fPr>
                        <m:num>
                          <m:sSup>
                            <m:sSupPr>
                              <m:ctrlPr>
                                <a:rPr lang="ar-AE" i="1">
                                  <a:solidFill>
                                    <a:srgbClr val="000000"/>
                                  </a:solidFill>
                                  <a:latin typeface="Cambria Math" panose="02040503050406030204" pitchFamily="18" charset="0"/>
                                </a:rPr>
                              </m:ctrlPr>
                            </m:sSupPr>
                            <m:e>
                              <m:sSub>
                                <m:sSubPr>
                                  <m:ctrlPr>
                                    <a:rPr lang="ar-AE" i="1">
                                      <a:solidFill>
                                        <a:srgbClr val="000000"/>
                                      </a:solidFill>
                                      <a:latin typeface="Cambria Math" panose="02040503050406030204" pitchFamily="18" charset="0"/>
                                    </a:rPr>
                                  </m:ctrlPr>
                                </m:sSubPr>
                                <m:e>
                                  <m:r>
                                    <a:rPr lang="ar-AE" i="1">
                                      <a:solidFill>
                                        <a:srgbClr val="000000"/>
                                      </a:solidFill>
                                      <a:latin typeface="Cambria Math" panose="02040503050406030204" pitchFamily="18" charset="0"/>
                                    </a:rPr>
                                    <m:t>𝑝</m:t>
                                  </m:r>
                                </m:e>
                                <m:sub>
                                  <m:r>
                                    <a:rPr lang="ar-AE" i="1">
                                      <a:solidFill>
                                        <a:srgbClr val="000000"/>
                                      </a:solidFill>
                                      <a:latin typeface="Cambria Math" panose="02040503050406030204" pitchFamily="18" charset="0"/>
                                    </a:rPr>
                                    <m:t>𝑁</m:t>
                                  </m:r>
                                  <m:sSub>
                                    <m:sSubPr>
                                      <m:ctrlPr>
                                        <a:rPr lang="ar-AE" i="1">
                                          <a:solidFill>
                                            <a:srgbClr val="000000"/>
                                          </a:solidFill>
                                          <a:latin typeface="Cambria Math" panose="02040503050406030204" pitchFamily="18" charset="0"/>
                                        </a:rPr>
                                      </m:ctrlPr>
                                    </m:sSubPr>
                                    <m:e>
                                      <m:r>
                                        <a:rPr lang="ar-AE" i="1">
                                          <a:solidFill>
                                            <a:srgbClr val="000000"/>
                                          </a:solidFill>
                                          <a:latin typeface="Cambria Math" panose="02040503050406030204" pitchFamily="18" charset="0"/>
                                        </a:rPr>
                                        <m:t>𝐻</m:t>
                                      </m:r>
                                    </m:e>
                                    <m:sub>
                                      <m:r>
                                        <a:rPr lang="ar-AE" i="1">
                                          <a:solidFill>
                                            <a:srgbClr val="000000"/>
                                          </a:solidFill>
                                          <a:latin typeface="Cambria Math" panose="02040503050406030204" pitchFamily="18" charset="0"/>
                                        </a:rPr>
                                        <m:t>3</m:t>
                                      </m:r>
                                    </m:sub>
                                  </m:sSub>
                                </m:sub>
                              </m:sSub>
                            </m:e>
                            <m:sup>
                              <m:r>
                                <a:rPr lang="ar-AE" i="1">
                                  <a:solidFill>
                                    <a:srgbClr val="000000"/>
                                  </a:solidFill>
                                  <a:latin typeface="Cambria Math" panose="02040503050406030204" pitchFamily="18" charset="0"/>
                                </a:rPr>
                                <m:t>2</m:t>
                              </m:r>
                            </m:sup>
                          </m:sSup>
                        </m:num>
                        <m:den>
                          <m:sSup>
                            <m:sSupPr>
                              <m:ctrlPr>
                                <a:rPr lang="ar-AE" i="1">
                                  <a:solidFill>
                                    <a:srgbClr val="000000"/>
                                  </a:solidFill>
                                  <a:latin typeface="Cambria Math" panose="02040503050406030204" pitchFamily="18" charset="0"/>
                                </a:rPr>
                              </m:ctrlPr>
                            </m:sSupPr>
                            <m:e>
                              <m:sSub>
                                <m:sSubPr>
                                  <m:ctrlPr>
                                    <a:rPr lang="ar-AE" i="1">
                                      <a:solidFill>
                                        <a:srgbClr val="000000"/>
                                      </a:solidFill>
                                      <a:latin typeface="Cambria Math" panose="02040503050406030204" pitchFamily="18" charset="0"/>
                                    </a:rPr>
                                  </m:ctrlPr>
                                </m:sSubPr>
                                <m:e>
                                  <m:r>
                                    <a:rPr lang="ar-AE" i="1">
                                      <a:solidFill>
                                        <a:srgbClr val="000000"/>
                                      </a:solidFill>
                                      <a:latin typeface="Cambria Math" panose="02040503050406030204" pitchFamily="18" charset="0"/>
                                    </a:rPr>
                                    <m:t>𝑝</m:t>
                                  </m:r>
                                </m:e>
                                <m:sub>
                                  <m:sSub>
                                    <m:sSubPr>
                                      <m:ctrlPr>
                                        <a:rPr lang="ar-AE" i="1">
                                          <a:solidFill>
                                            <a:srgbClr val="000000"/>
                                          </a:solidFill>
                                          <a:latin typeface="Cambria Math" panose="02040503050406030204" pitchFamily="18" charset="0"/>
                                        </a:rPr>
                                      </m:ctrlPr>
                                    </m:sSubPr>
                                    <m:e>
                                      <m:r>
                                        <a:rPr lang="ar-AE" i="1">
                                          <a:solidFill>
                                            <a:srgbClr val="000000"/>
                                          </a:solidFill>
                                          <a:latin typeface="Cambria Math" panose="02040503050406030204" pitchFamily="18" charset="0"/>
                                        </a:rPr>
                                        <m:t>𝑁</m:t>
                                      </m:r>
                                    </m:e>
                                    <m:sub>
                                      <m:r>
                                        <a:rPr lang="ar-AE" i="1">
                                          <a:solidFill>
                                            <a:srgbClr val="000000"/>
                                          </a:solidFill>
                                          <a:latin typeface="Cambria Math" panose="02040503050406030204" pitchFamily="18" charset="0"/>
                                        </a:rPr>
                                        <m:t>2</m:t>
                                      </m:r>
                                    </m:sub>
                                  </m:sSub>
                                </m:sub>
                              </m:sSub>
                              <m:r>
                                <a:rPr lang="ar-AE" i="1">
                                  <a:solidFill>
                                    <a:srgbClr val="000000"/>
                                  </a:solidFill>
                                  <a:latin typeface="Cambria Math" panose="02040503050406030204" pitchFamily="18" charset="0"/>
                                </a:rPr>
                                <m:t>×</m:t>
                              </m:r>
                              <m:sSub>
                                <m:sSubPr>
                                  <m:ctrlPr>
                                    <a:rPr lang="ar-AE" i="1">
                                      <a:solidFill>
                                        <a:srgbClr val="000000"/>
                                      </a:solidFill>
                                      <a:latin typeface="Cambria Math" panose="02040503050406030204" pitchFamily="18" charset="0"/>
                                    </a:rPr>
                                  </m:ctrlPr>
                                </m:sSubPr>
                                <m:e>
                                  <m:r>
                                    <a:rPr lang="ar-AE" i="1">
                                      <a:solidFill>
                                        <a:srgbClr val="000000"/>
                                      </a:solidFill>
                                      <a:latin typeface="Cambria Math" panose="02040503050406030204" pitchFamily="18" charset="0"/>
                                    </a:rPr>
                                    <m:t>𝑝</m:t>
                                  </m:r>
                                </m:e>
                                <m:sub>
                                  <m:sSub>
                                    <m:sSubPr>
                                      <m:ctrlPr>
                                        <a:rPr lang="ar-AE" i="1">
                                          <a:solidFill>
                                            <a:srgbClr val="000000"/>
                                          </a:solidFill>
                                          <a:latin typeface="Cambria Math" panose="02040503050406030204" pitchFamily="18" charset="0"/>
                                        </a:rPr>
                                      </m:ctrlPr>
                                    </m:sSubPr>
                                    <m:e>
                                      <m:r>
                                        <a:rPr lang="ar-AE" i="1">
                                          <a:solidFill>
                                            <a:srgbClr val="000000"/>
                                          </a:solidFill>
                                          <a:latin typeface="Cambria Math" panose="02040503050406030204" pitchFamily="18" charset="0"/>
                                        </a:rPr>
                                        <m:t>𝐻</m:t>
                                      </m:r>
                                    </m:e>
                                    <m:sub>
                                      <m:r>
                                        <a:rPr lang="ar-AE" i="1">
                                          <a:solidFill>
                                            <a:srgbClr val="000000"/>
                                          </a:solidFill>
                                          <a:latin typeface="Cambria Math" panose="02040503050406030204" pitchFamily="18" charset="0"/>
                                        </a:rPr>
                                        <m:t>2</m:t>
                                      </m:r>
                                    </m:sub>
                                  </m:sSub>
                                </m:sub>
                              </m:sSub>
                            </m:e>
                            <m:sup>
                              <m:r>
                                <a:rPr lang="ar-AE" i="1">
                                  <a:solidFill>
                                    <a:srgbClr val="000000"/>
                                  </a:solidFill>
                                  <a:latin typeface="Cambria Math" panose="02040503050406030204" pitchFamily="18" charset="0"/>
                                </a:rPr>
                                <m:t>3</m:t>
                              </m:r>
                            </m:sup>
                          </m:sSup>
                        </m:den>
                      </m:f>
                      <m:r>
                        <a:rPr lang="ar-AE" i="1">
                          <a:solidFill>
                            <a:srgbClr val="000000"/>
                          </a:solidFill>
                          <a:latin typeface="Cambria Math" panose="02040503050406030204" pitchFamily="18" charset="0"/>
                        </a:rPr>
                        <m:t>=</m:t>
                      </m:r>
                      <m:f>
                        <m:fPr>
                          <m:ctrlPr>
                            <a:rPr lang="ar-AE" i="1">
                              <a:solidFill>
                                <a:srgbClr val="000000"/>
                              </a:solidFill>
                              <a:latin typeface="Cambria Math" panose="02040503050406030204" pitchFamily="18" charset="0"/>
                            </a:rPr>
                          </m:ctrlPr>
                        </m:fPr>
                        <m:num>
                          <m:sSup>
                            <m:sSupPr>
                              <m:ctrlPr>
                                <a:rPr lang="ar-AE" i="1">
                                  <a:solidFill>
                                    <a:srgbClr val="000000"/>
                                  </a:solidFill>
                                  <a:latin typeface="Cambria Math" panose="02040503050406030204" pitchFamily="18" charset="0"/>
                                </a:rPr>
                              </m:ctrlPr>
                            </m:sSupPr>
                            <m:e>
                              <m:sSub>
                                <m:sSubPr>
                                  <m:ctrlPr>
                                    <a:rPr lang="ar-AE" i="1">
                                      <a:solidFill>
                                        <a:srgbClr val="000000"/>
                                      </a:solidFill>
                                      <a:latin typeface="Cambria Math" panose="02040503050406030204" pitchFamily="18" charset="0"/>
                                    </a:rPr>
                                  </m:ctrlPr>
                                </m:sSubPr>
                                <m:e>
                                  <m:r>
                                    <a:rPr lang="ar-AE" i="1">
                                      <a:solidFill>
                                        <a:srgbClr val="000000"/>
                                      </a:solidFill>
                                      <a:latin typeface="Cambria Math" panose="02040503050406030204" pitchFamily="18" charset="0"/>
                                    </a:rPr>
                                    <m:t>𝑥</m:t>
                                  </m:r>
                                </m:e>
                                <m:sub>
                                  <m:r>
                                    <a:rPr lang="ar-AE" i="1">
                                      <a:solidFill>
                                        <a:srgbClr val="000000"/>
                                      </a:solidFill>
                                      <a:latin typeface="Cambria Math" panose="02040503050406030204" pitchFamily="18" charset="0"/>
                                    </a:rPr>
                                    <m:t>𝑁</m:t>
                                  </m:r>
                                  <m:sSub>
                                    <m:sSubPr>
                                      <m:ctrlPr>
                                        <a:rPr lang="ar-AE" i="1">
                                          <a:solidFill>
                                            <a:srgbClr val="000000"/>
                                          </a:solidFill>
                                          <a:latin typeface="Cambria Math" panose="02040503050406030204" pitchFamily="18" charset="0"/>
                                        </a:rPr>
                                      </m:ctrlPr>
                                    </m:sSubPr>
                                    <m:e>
                                      <m:r>
                                        <a:rPr lang="ar-AE" i="1">
                                          <a:solidFill>
                                            <a:srgbClr val="000000"/>
                                          </a:solidFill>
                                          <a:latin typeface="Cambria Math" panose="02040503050406030204" pitchFamily="18" charset="0"/>
                                        </a:rPr>
                                        <m:t>𝐻</m:t>
                                      </m:r>
                                    </m:e>
                                    <m:sub>
                                      <m:r>
                                        <a:rPr lang="ar-AE" i="1">
                                          <a:solidFill>
                                            <a:srgbClr val="000000"/>
                                          </a:solidFill>
                                          <a:latin typeface="Cambria Math" panose="02040503050406030204" pitchFamily="18" charset="0"/>
                                        </a:rPr>
                                        <m:t>3</m:t>
                                      </m:r>
                                    </m:sub>
                                  </m:sSub>
                                </m:sub>
                              </m:sSub>
                            </m:e>
                            <m:sup>
                              <m:r>
                                <a:rPr lang="ar-AE" i="1">
                                  <a:solidFill>
                                    <a:srgbClr val="000000"/>
                                  </a:solidFill>
                                  <a:latin typeface="Cambria Math" panose="02040503050406030204" pitchFamily="18" charset="0"/>
                                </a:rPr>
                                <m:t>2</m:t>
                              </m:r>
                            </m:sup>
                          </m:sSup>
                          <m:r>
                            <a:rPr lang="ar-AE" i="1">
                              <a:solidFill>
                                <a:srgbClr val="000000"/>
                              </a:solidFill>
                              <a:latin typeface="Cambria Math" panose="02040503050406030204" pitchFamily="18" charset="0"/>
                            </a:rPr>
                            <m:t>𝑃</m:t>
                          </m:r>
                        </m:num>
                        <m:den>
                          <m:sSup>
                            <m:sSupPr>
                              <m:ctrlPr>
                                <a:rPr lang="ar-AE" i="1">
                                  <a:solidFill>
                                    <a:srgbClr val="000000"/>
                                  </a:solidFill>
                                  <a:latin typeface="Cambria Math" panose="02040503050406030204" pitchFamily="18" charset="0"/>
                                </a:rPr>
                              </m:ctrlPr>
                            </m:sSupPr>
                            <m:e>
                              <m:sSub>
                                <m:sSubPr>
                                  <m:ctrlPr>
                                    <a:rPr lang="ar-AE" i="1">
                                      <a:solidFill>
                                        <a:srgbClr val="000000"/>
                                      </a:solidFill>
                                      <a:latin typeface="Cambria Math" panose="02040503050406030204" pitchFamily="18" charset="0"/>
                                    </a:rPr>
                                  </m:ctrlPr>
                                </m:sSubPr>
                                <m:e>
                                  <m:r>
                                    <a:rPr lang="ar-AE" i="1">
                                      <a:solidFill>
                                        <a:srgbClr val="000000"/>
                                      </a:solidFill>
                                      <a:latin typeface="Cambria Math" panose="02040503050406030204" pitchFamily="18" charset="0"/>
                                    </a:rPr>
                                    <m:t>𝑥</m:t>
                                  </m:r>
                                </m:e>
                                <m:sub>
                                  <m:sSub>
                                    <m:sSubPr>
                                      <m:ctrlPr>
                                        <a:rPr lang="ar-AE" i="1">
                                          <a:solidFill>
                                            <a:srgbClr val="000000"/>
                                          </a:solidFill>
                                          <a:latin typeface="Cambria Math" panose="02040503050406030204" pitchFamily="18" charset="0"/>
                                        </a:rPr>
                                      </m:ctrlPr>
                                    </m:sSubPr>
                                    <m:e>
                                      <m:r>
                                        <a:rPr lang="ar-AE" i="1">
                                          <a:solidFill>
                                            <a:srgbClr val="000000"/>
                                          </a:solidFill>
                                          <a:latin typeface="Cambria Math" panose="02040503050406030204" pitchFamily="18" charset="0"/>
                                        </a:rPr>
                                        <m:t>𝑁</m:t>
                                      </m:r>
                                    </m:e>
                                    <m:sub>
                                      <m:r>
                                        <a:rPr lang="ar-AE" i="1">
                                          <a:solidFill>
                                            <a:srgbClr val="000000"/>
                                          </a:solidFill>
                                          <a:latin typeface="Cambria Math" panose="02040503050406030204" pitchFamily="18" charset="0"/>
                                        </a:rPr>
                                        <m:t>2</m:t>
                                      </m:r>
                                    </m:sub>
                                  </m:sSub>
                                </m:sub>
                              </m:sSub>
                              <m:r>
                                <a:rPr lang="ar-AE" i="1">
                                  <a:solidFill>
                                    <a:srgbClr val="000000"/>
                                  </a:solidFill>
                                  <a:latin typeface="Cambria Math" panose="02040503050406030204" pitchFamily="18" charset="0"/>
                                </a:rPr>
                                <m:t>𝑃</m:t>
                              </m:r>
                              <m:r>
                                <a:rPr lang="ar-AE" i="1">
                                  <a:solidFill>
                                    <a:srgbClr val="000000"/>
                                  </a:solidFill>
                                  <a:latin typeface="Cambria Math" panose="02040503050406030204" pitchFamily="18" charset="0"/>
                                </a:rPr>
                                <m:t>×</m:t>
                              </m:r>
                              <m:sSub>
                                <m:sSubPr>
                                  <m:ctrlPr>
                                    <a:rPr lang="ar-AE" i="1">
                                      <a:solidFill>
                                        <a:srgbClr val="000000"/>
                                      </a:solidFill>
                                      <a:latin typeface="Cambria Math" panose="02040503050406030204" pitchFamily="18" charset="0"/>
                                    </a:rPr>
                                  </m:ctrlPr>
                                </m:sSubPr>
                                <m:e>
                                  <m:r>
                                    <a:rPr lang="ar-AE" i="1">
                                      <a:solidFill>
                                        <a:srgbClr val="000000"/>
                                      </a:solidFill>
                                      <a:latin typeface="Cambria Math" panose="02040503050406030204" pitchFamily="18" charset="0"/>
                                    </a:rPr>
                                    <m:t>𝑥</m:t>
                                  </m:r>
                                </m:e>
                                <m:sub>
                                  <m:sSub>
                                    <m:sSubPr>
                                      <m:ctrlPr>
                                        <a:rPr lang="ar-AE" i="1">
                                          <a:solidFill>
                                            <a:srgbClr val="000000"/>
                                          </a:solidFill>
                                          <a:latin typeface="Cambria Math" panose="02040503050406030204" pitchFamily="18" charset="0"/>
                                        </a:rPr>
                                      </m:ctrlPr>
                                    </m:sSubPr>
                                    <m:e>
                                      <m:r>
                                        <a:rPr lang="ar-AE" i="1">
                                          <a:solidFill>
                                            <a:srgbClr val="000000"/>
                                          </a:solidFill>
                                          <a:latin typeface="Cambria Math" panose="02040503050406030204" pitchFamily="18" charset="0"/>
                                        </a:rPr>
                                        <m:t>𝐻</m:t>
                                      </m:r>
                                    </m:e>
                                    <m:sub>
                                      <m:r>
                                        <a:rPr lang="ar-AE" i="1">
                                          <a:solidFill>
                                            <a:srgbClr val="000000"/>
                                          </a:solidFill>
                                          <a:latin typeface="Cambria Math" panose="02040503050406030204" pitchFamily="18" charset="0"/>
                                        </a:rPr>
                                        <m:t>2</m:t>
                                      </m:r>
                                    </m:sub>
                                  </m:sSub>
                                </m:sub>
                              </m:sSub>
                            </m:e>
                            <m:sup>
                              <m:r>
                                <a:rPr lang="ar-AE" i="1">
                                  <a:solidFill>
                                    <a:srgbClr val="000000"/>
                                  </a:solidFill>
                                  <a:latin typeface="Cambria Math" panose="02040503050406030204" pitchFamily="18" charset="0"/>
                                </a:rPr>
                                <m:t>3</m:t>
                              </m:r>
                            </m:sup>
                          </m:sSup>
                          <m:r>
                            <a:rPr lang="ar-AE" i="1">
                              <a:solidFill>
                                <a:srgbClr val="000000"/>
                              </a:solidFill>
                              <a:latin typeface="Cambria Math" panose="02040503050406030204" pitchFamily="18" charset="0"/>
                            </a:rPr>
                            <m:t>𝑃</m:t>
                          </m:r>
                        </m:den>
                      </m:f>
                    </m:oMath>
                  </m:oMathPara>
                </a14:m>
                <a:endParaRPr lang="ar-AE" dirty="0">
                  <a:solidFill>
                    <a:schemeClr val="tx1">
                      <a:lumMod val="95000"/>
                      <a:lumOff val="5000"/>
                    </a:schemeClr>
                  </a:solidFill>
                </a:endParaRPr>
              </a:p>
              <a:p>
                <a:pPr marL="457200" lvl="0" indent="-342900">
                  <a:lnSpc>
                    <a:spcPct val="114000"/>
                  </a:lnSpc>
                  <a:buSzPts val="1800"/>
                  <a:buFont typeface="Arial"/>
                  <a:buChar char="●"/>
                  <a:defRPr/>
                </a:pPr>
                <a:r>
                  <a:rPr lang="en-IN" dirty="0">
                    <a:solidFill>
                      <a:srgbClr val="080808"/>
                    </a:solidFill>
                  </a:rPr>
                  <a:t>As a result, the value of </a:t>
                </a:r>
                <a:r>
                  <a:rPr lang="en-IN" dirty="0" err="1">
                    <a:solidFill>
                      <a:srgbClr val="080808"/>
                    </a:solidFill>
                  </a:rPr>
                  <a:t>K</a:t>
                </a:r>
                <a:r>
                  <a:rPr lang="en-IN" baseline="-25000" dirty="0" err="1">
                    <a:solidFill>
                      <a:srgbClr val="080808"/>
                    </a:solidFill>
                  </a:rPr>
                  <a:t>p</a:t>
                </a:r>
                <a:r>
                  <a:rPr lang="en-IN" dirty="0">
                    <a:solidFill>
                      <a:srgbClr val="080808"/>
                    </a:solidFill>
                  </a:rPr>
                  <a:t> is restored. </a:t>
                </a:r>
              </a:p>
              <a:p>
                <a:pPr marL="114300" lvl="0">
                  <a:lnSpc>
                    <a:spcPct val="114000"/>
                  </a:lnSpc>
                  <a:buSzPts val="1800"/>
                  <a:defRPr/>
                </a:pPr>
                <a:endParaRPr lang="en-IN" dirty="0">
                  <a:solidFill>
                    <a:srgbClr val="080808"/>
                  </a:solidFill>
                </a:endParaRPr>
              </a:p>
              <a:p>
                <a:pPr marL="114300" lvl="0">
                  <a:lnSpc>
                    <a:spcPct val="114000"/>
                  </a:lnSpc>
                  <a:buSzPts val="1800"/>
                  <a:defRPr/>
                </a:pPr>
                <a:endParaRPr lang="en-IN" dirty="0">
                  <a:solidFill>
                    <a:srgbClr val="080808"/>
                  </a:solidFill>
                </a:endParaRPr>
              </a:p>
            </p:txBody>
          </p:sp>
        </mc:Choice>
        <mc:Fallback xmlns="">
          <p:sp>
            <p:nvSpPr>
              <p:cNvPr id="118" name="Google Shape;118;p26"/>
              <p:cNvSpPr txBox="1">
                <a:spLocks noRot="1" noChangeAspect="1" noMove="1" noResize="1" noEditPoints="1" noAdjustHandles="1" noChangeArrowheads="1" noChangeShapeType="1" noTextEdit="1"/>
              </p:cNvSpPr>
              <p:nvPr/>
            </p:nvSpPr>
            <p:spPr>
              <a:xfrm>
                <a:off x="680567" y="1918056"/>
                <a:ext cx="7835472" cy="2492100"/>
              </a:xfrm>
              <a:prstGeom prst="rect">
                <a:avLst/>
              </a:prstGeom>
              <a:blipFill>
                <a:blip r:embed="rId3"/>
                <a:stretch>
                  <a:fillRect/>
                </a:stretch>
              </a:blipFill>
              <a:ln>
                <a:noFill/>
              </a:ln>
            </p:spPr>
            <p:txBody>
              <a:bodyPr/>
              <a:lstStyle/>
              <a:p>
                <a:r>
                  <a:rPr lang="en-IN">
                    <a:noFill/>
                  </a:rPr>
                  <a:t> </a:t>
                </a:r>
              </a:p>
            </p:txBody>
          </p:sp>
        </mc:Fallback>
      </mc:AlternateContent>
    </p:spTree>
    <p:extLst>
      <p:ext uri="{BB962C8B-B14F-4D97-AF65-F5344CB8AC3E}">
        <p14:creationId xmlns:p14="http://schemas.microsoft.com/office/powerpoint/2010/main" val="1951216767"/>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Shape 116"/>
        <p:cNvGrpSpPr/>
        <p:nvPr/>
      </p:nvGrpSpPr>
      <p:grpSpPr>
        <a:xfrm>
          <a:off x="0" y="0"/>
          <a:ext cx="0" cy="0"/>
          <a:chOff x="0" y="0"/>
          <a:chExt cx="0" cy="0"/>
        </a:xfrm>
      </p:grpSpPr>
      <p:sp>
        <p:nvSpPr>
          <p:cNvPr id="117" name="Google Shape;117;p26"/>
          <p:cNvSpPr txBox="1">
            <a:spLocks noGrp="1"/>
          </p:cNvSpPr>
          <p:nvPr>
            <p:ph type="title"/>
          </p:nvPr>
        </p:nvSpPr>
        <p:spPr>
          <a:xfrm>
            <a:off x="933025" y="592925"/>
            <a:ext cx="6305100" cy="767700"/>
          </a:xfrm>
          <a:prstGeom prst="rect">
            <a:avLst/>
          </a:prstGeom>
        </p:spPr>
        <p:txBody>
          <a:bodyPr spcFirstLastPara="1" wrap="square" lIns="91425" tIns="91425" rIns="91425" bIns="91425" anchor="b" anchorCtr="0">
            <a:noAutofit/>
          </a:bodyPr>
          <a:lstStyle/>
          <a:p>
            <a:pPr lvl="0"/>
            <a:r>
              <a:rPr lang="en-US" dirty="0"/>
              <a:t>Definitions of acids</a:t>
            </a:r>
          </a:p>
        </p:txBody>
      </p:sp>
      <p:sp>
        <p:nvSpPr>
          <p:cNvPr id="118" name="Google Shape;118;p26"/>
          <p:cNvSpPr txBox="1"/>
          <p:nvPr/>
        </p:nvSpPr>
        <p:spPr>
          <a:xfrm>
            <a:off x="680567" y="1918056"/>
            <a:ext cx="7835472" cy="2492100"/>
          </a:xfrm>
          <a:prstGeom prst="rect">
            <a:avLst/>
          </a:prstGeom>
          <a:noFill/>
          <a:ln>
            <a:noFill/>
          </a:ln>
        </p:spPr>
        <p:txBody>
          <a:bodyPr spcFirstLastPara="1" wrap="square" lIns="91425" tIns="91425" rIns="91425" bIns="91425" anchor="t" anchorCtr="0">
            <a:noAutofit/>
          </a:bodyPr>
          <a:lstStyle/>
          <a:p>
            <a:pPr marL="285750" indent="-285750" algn="just">
              <a:lnSpc>
                <a:spcPct val="114000"/>
              </a:lnSpc>
              <a:spcBef>
                <a:spcPts val="600"/>
              </a:spcBef>
              <a:buFont typeface="Arial" panose="020B0604020202020204" pitchFamily="34" charset="0"/>
              <a:buChar char="•"/>
            </a:pPr>
            <a:r>
              <a:rPr lang="en-MY" sz="1400" dirty="0">
                <a:solidFill>
                  <a:schemeClr val="bg2">
                    <a:lumMod val="50000"/>
                  </a:schemeClr>
                </a:solidFill>
                <a:latin typeface="+mn-lt"/>
              </a:rPr>
              <a:t>Acids are chemical substances that release hydrogen ions (H</a:t>
            </a:r>
            <a:r>
              <a:rPr lang="en-MY" sz="1400" baseline="30000" dirty="0">
                <a:solidFill>
                  <a:schemeClr val="bg2">
                    <a:lumMod val="50000"/>
                  </a:schemeClr>
                </a:solidFill>
                <a:latin typeface="+mn-lt"/>
              </a:rPr>
              <a:t>+</a:t>
            </a:r>
            <a:r>
              <a:rPr lang="en-MY" sz="1400" dirty="0">
                <a:solidFill>
                  <a:schemeClr val="bg2">
                    <a:lumMod val="50000"/>
                  </a:schemeClr>
                </a:solidFill>
                <a:latin typeface="+mn-lt"/>
              </a:rPr>
              <a:t>) when added to aqueous solutions. </a:t>
            </a:r>
          </a:p>
          <a:p>
            <a:pPr algn="ctr">
              <a:lnSpc>
                <a:spcPct val="114000"/>
              </a:lnSpc>
              <a:spcBef>
                <a:spcPts val="600"/>
              </a:spcBef>
            </a:pPr>
            <a:r>
              <a:rPr lang="en-MY" sz="1400" dirty="0">
                <a:solidFill>
                  <a:schemeClr val="bg2">
                    <a:lumMod val="50000"/>
                  </a:schemeClr>
                </a:solidFill>
                <a:latin typeface="+mn-lt"/>
              </a:rPr>
              <a:t>HCl (g) + H</a:t>
            </a:r>
            <a:r>
              <a:rPr lang="en-MY" sz="1400" baseline="-25000" dirty="0">
                <a:solidFill>
                  <a:schemeClr val="bg2">
                    <a:lumMod val="50000"/>
                  </a:schemeClr>
                </a:solidFill>
                <a:latin typeface="+mn-lt"/>
              </a:rPr>
              <a:t>2</a:t>
            </a:r>
            <a:r>
              <a:rPr lang="en-MY" sz="1400" dirty="0">
                <a:solidFill>
                  <a:schemeClr val="bg2">
                    <a:lumMod val="50000"/>
                  </a:schemeClr>
                </a:solidFill>
                <a:latin typeface="+mn-lt"/>
              </a:rPr>
              <a:t>O (l) → H</a:t>
            </a:r>
            <a:r>
              <a:rPr lang="en-MY" sz="1400" baseline="-25000" dirty="0">
                <a:solidFill>
                  <a:schemeClr val="bg2">
                    <a:lumMod val="50000"/>
                  </a:schemeClr>
                </a:solidFill>
                <a:latin typeface="+mn-lt"/>
              </a:rPr>
              <a:t>3</a:t>
            </a:r>
            <a:r>
              <a:rPr lang="en-MY" sz="1400" dirty="0">
                <a:solidFill>
                  <a:schemeClr val="bg2">
                    <a:lumMod val="50000"/>
                  </a:schemeClr>
                </a:solidFill>
                <a:latin typeface="+mn-lt"/>
              </a:rPr>
              <a:t>O</a:t>
            </a:r>
            <a:r>
              <a:rPr lang="en-MY" sz="1400" baseline="30000" dirty="0">
                <a:solidFill>
                  <a:schemeClr val="bg2">
                    <a:lumMod val="50000"/>
                  </a:schemeClr>
                </a:solidFill>
                <a:latin typeface="+mn-lt"/>
              </a:rPr>
              <a:t>+</a:t>
            </a:r>
            <a:r>
              <a:rPr lang="en-MY" sz="1400" dirty="0">
                <a:solidFill>
                  <a:schemeClr val="bg2">
                    <a:lumMod val="50000"/>
                  </a:schemeClr>
                </a:solidFill>
                <a:latin typeface="+mn-lt"/>
              </a:rPr>
              <a:t> (</a:t>
            </a:r>
            <a:r>
              <a:rPr lang="en-MY" sz="1400" dirty="0" err="1">
                <a:solidFill>
                  <a:schemeClr val="bg2">
                    <a:lumMod val="50000"/>
                  </a:schemeClr>
                </a:solidFill>
                <a:latin typeface="+mn-lt"/>
              </a:rPr>
              <a:t>aq</a:t>
            </a:r>
            <a:r>
              <a:rPr lang="en-MY" sz="1400" dirty="0">
                <a:solidFill>
                  <a:schemeClr val="bg2">
                    <a:lumMod val="50000"/>
                  </a:schemeClr>
                </a:solidFill>
                <a:latin typeface="+mn-lt"/>
              </a:rPr>
              <a:t>) + Cl- (</a:t>
            </a:r>
            <a:r>
              <a:rPr lang="en-MY" sz="1400" dirty="0" err="1">
                <a:solidFill>
                  <a:schemeClr val="bg2">
                    <a:lumMod val="50000"/>
                  </a:schemeClr>
                </a:solidFill>
                <a:latin typeface="+mn-lt"/>
              </a:rPr>
              <a:t>aq</a:t>
            </a:r>
            <a:r>
              <a:rPr lang="en-MY" sz="1400" dirty="0">
                <a:solidFill>
                  <a:schemeClr val="bg2">
                    <a:lumMod val="50000"/>
                  </a:schemeClr>
                </a:solidFill>
                <a:latin typeface="+mn-lt"/>
              </a:rPr>
              <a:t>)</a:t>
            </a:r>
          </a:p>
          <a:p>
            <a:pPr marL="285750" indent="-285750" algn="just">
              <a:lnSpc>
                <a:spcPct val="114000"/>
              </a:lnSpc>
              <a:spcBef>
                <a:spcPts val="600"/>
              </a:spcBef>
              <a:buFont typeface="Arial" panose="020B0604020202020204" pitchFamily="34" charset="0"/>
              <a:buChar char="•"/>
            </a:pPr>
            <a:r>
              <a:rPr lang="en-MY" sz="1400" dirty="0">
                <a:solidFill>
                  <a:schemeClr val="bg2">
                    <a:lumMod val="50000"/>
                  </a:schemeClr>
                </a:solidFill>
                <a:latin typeface="+mn-lt"/>
              </a:rPr>
              <a:t>H+ ion datively bonds with water molecule to form oxonium ion, H</a:t>
            </a:r>
            <a:r>
              <a:rPr lang="en-MY" sz="1400" baseline="-25000" dirty="0">
                <a:solidFill>
                  <a:schemeClr val="bg2">
                    <a:lumMod val="50000"/>
                  </a:schemeClr>
                </a:solidFill>
                <a:latin typeface="+mn-lt"/>
              </a:rPr>
              <a:t>3</a:t>
            </a:r>
            <a:r>
              <a:rPr lang="en-MY" sz="1400" dirty="0">
                <a:solidFill>
                  <a:schemeClr val="bg2">
                    <a:lumMod val="50000"/>
                  </a:schemeClr>
                </a:solidFill>
                <a:latin typeface="+mn-lt"/>
              </a:rPr>
              <a:t>O</a:t>
            </a:r>
            <a:r>
              <a:rPr lang="en-MY" sz="1400" baseline="30000" dirty="0">
                <a:solidFill>
                  <a:schemeClr val="bg2">
                    <a:lumMod val="50000"/>
                  </a:schemeClr>
                </a:solidFill>
                <a:latin typeface="+mn-lt"/>
              </a:rPr>
              <a:t>+</a:t>
            </a:r>
            <a:r>
              <a:rPr lang="en-MY" sz="1400" dirty="0">
                <a:solidFill>
                  <a:schemeClr val="bg2">
                    <a:lumMod val="50000"/>
                  </a:schemeClr>
                </a:solidFill>
                <a:latin typeface="+mn-lt"/>
              </a:rPr>
              <a:t> ion (hydroxonium ion). This ion also form hydrogen bonds with water molecules.</a:t>
            </a:r>
          </a:p>
          <a:p>
            <a:pPr algn="ctr">
              <a:lnSpc>
                <a:spcPct val="114000"/>
              </a:lnSpc>
              <a:spcBef>
                <a:spcPts val="600"/>
              </a:spcBef>
            </a:pPr>
            <a:r>
              <a:rPr lang="en-MY" sz="1400" dirty="0">
                <a:solidFill>
                  <a:schemeClr val="bg2">
                    <a:lumMod val="50000"/>
                  </a:schemeClr>
                </a:solidFill>
                <a:latin typeface="+mn-lt"/>
              </a:rPr>
              <a:t>H</a:t>
            </a:r>
            <a:r>
              <a:rPr lang="en-MY" sz="1400" baseline="30000" dirty="0">
                <a:solidFill>
                  <a:schemeClr val="bg2">
                    <a:lumMod val="50000"/>
                  </a:schemeClr>
                </a:solidFill>
                <a:latin typeface="+mn-lt"/>
              </a:rPr>
              <a:t>+</a:t>
            </a:r>
            <a:r>
              <a:rPr lang="en-MY" sz="1400" dirty="0">
                <a:solidFill>
                  <a:schemeClr val="bg2">
                    <a:lumMod val="50000"/>
                  </a:schemeClr>
                </a:solidFill>
                <a:latin typeface="+mn-lt"/>
              </a:rPr>
              <a:t> (</a:t>
            </a:r>
            <a:r>
              <a:rPr lang="en-MY" sz="1400" dirty="0" err="1">
                <a:solidFill>
                  <a:schemeClr val="bg2">
                    <a:lumMod val="50000"/>
                  </a:schemeClr>
                </a:solidFill>
                <a:latin typeface="+mn-lt"/>
              </a:rPr>
              <a:t>aq</a:t>
            </a:r>
            <a:r>
              <a:rPr lang="en-MY" sz="1400" dirty="0">
                <a:solidFill>
                  <a:schemeClr val="bg2">
                    <a:lumMod val="50000"/>
                  </a:schemeClr>
                </a:solidFill>
                <a:latin typeface="+mn-lt"/>
              </a:rPr>
              <a:t>) + H</a:t>
            </a:r>
            <a:r>
              <a:rPr lang="en-MY" sz="1400" baseline="-25000" dirty="0">
                <a:solidFill>
                  <a:schemeClr val="bg2">
                    <a:lumMod val="50000"/>
                  </a:schemeClr>
                </a:solidFill>
                <a:latin typeface="+mn-lt"/>
              </a:rPr>
              <a:t>2</a:t>
            </a:r>
            <a:r>
              <a:rPr lang="en-MY" sz="1400" dirty="0">
                <a:solidFill>
                  <a:schemeClr val="bg2">
                    <a:lumMod val="50000"/>
                  </a:schemeClr>
                </a:solidFill>
                <a:latin typeface="+mn-lt"/>
              </a:rPr>
              <a:t>O (l) → H</a:t>
            </a:r>
            <a:r>
              <a:rPr lang="en-MY" sz="1400" baseline="-25000" dirty="0">
                <a:solidFill>
                  <a:schemeClr val="bg2">
                    <a:lumMod val="50000"/>
                  </a:schemeClr>
                </a:solidFill>
                <a:latin typeface="+mn-lt"/>
              </a:rPr>
              <a:t>3</a:t>
            </a:r>
            <a:r>
              <a:rPr lang="en-MY" sz="1400" dirty="0">
                <a:solidFill>
                  <a:schemeClr val="bg2">
                    <a:lumMod val="50000"/>
                  </a:schemeClr>
                </a:solidFill>
                <a:latin typeface="+mn-lt"/>
              </a:rPr>
              <a:t>O</a:t>
            </a:r>
            <a:r>
              <a:rPr lang="en-MY" sz="1400" baseline="30000" dirty="0">
                <a:solidFill>
                  <a:schemeClr val="bg2">
                    <a:lumMod val="50000"/>
                  </a:schemeClr>
                </a:solidFill>
                <a:latin typeface="+mn-lt"/>
              </a:rPr>
              <a:t>+</a:t>
            </a:r>
            <a:r>
              <a:rPr lang="en-MY" sz="1400" dirty="0">
                <a:solidFill>
                  <a:schemeClr val="bg2">
                    <a:lumMod val="50000"/>
                  </a:schemeClr>
                </a:solidFill>
                <a:latin typeface="+mn-lt"/>
              </a:rPr>
              <a:t> (</a:t>
            </a:r>
            <a:r>
              <a:rPr lang="en-MY" sz="1400" dirty="0" err="1">
                <a:solidFill>
                  <a:schemeClr val="bg2">
                    <a:lumMod val="50000"/>
                  </a:schemeClr>
                </a:solidFill>
                <a:latin typeface="+mn-lt"/>
              </a:rPr>
              <a:t>aq</a:t>
            </a:r>
            <a:r>
              <a:rPr lang="en-MY" sz="1400" dirty="0">
                <a:solidFill>
                  <a:schemeClr val="bg2">
                    <a:lumMod val="50000"/>
                  </a:schemeClr>
                </a:solidFill>
                <a:latin typeface="+mn-lt"/>
              </a:rPr>
              <a:t>)</a:t>
            </a:r>
          </a:p>
          <a:p>
            <a:pPr marL="285750" indent="-285750" algn="just">
              <a:lnSpc>
                <a:spcPct val="114000"/>
              </a:lnSpc>
              <a:spcBef>
                <a:spcPts val="600"/>
              </a:spcBef>
              <a:buFont typeface="Arial" panose="020B0604020202020204" pitchFamily="34" charset="0"/>
              <a:buChar char="•"/>
            </a:pPr>
            <a:r>
              <a:rPr lang="en-MY" sz="1400" dirty="0">
                <a:solidFill>
                  <a:schemeClr val="bg2">
                    <a:lumMod val="50000"/>
                  </a:schemeClr>
                </a:solidFill>
                <a:latin typeface="+mn-lt"/>
              </a:rPr>
              <a:t>Strong acid is fully dissociated</a:t>
            </a:r>
            <a:r>
              <a:rPr lang="en-MY" dirty="0">
                <a:solidFill>
                  <a:schemeClr val="bg2">
                    <a:lumMod val="50000"/>
                  </a:schemeClr>
                </a:solidFill>
                <a:latin typeface="+mn-lt"/>
              </a:rPr>
              <a:t> </a:t>
            </a:r>
            <a:r>
              <a:rPr lang="en-MY" sz="1400" dirty="0">
                <a:solidFill>
                  <a:schemeClr val="bg2">
                    <a:lumMod val="50000"/>
                  </a:schemeClr>
                </a:solidFill>
                <a:latin typeface="+mn-lt"/>
              </a:rPr>
              <a:t>in aqueous solution. Some examples of strong acids are HCl, H</a:t>
            </a:r>
            <a:r>
              <a:rPr lang="en-MY" sz="1400" baseline="-25000" dirty="0">
                <a:solidFill>
                  <a:schemeClr val="bg2">
                    <a:lumMod val="50000"/>
                  </a:schemeClr>
                </a:solidFill>
                <a:latin typeface="+mn-lt"/>
              </a:rPr>
              <a:t>2</a:t>
            </a:r>
            <a:r>
              <a:rPr lang="en-MY" sz="1400" dirty="0">
                <a:solidFill>
                  <a:schemeClr val="bg2">
                    <a:lumMod val="50000"/>
                  </a:schemeClr>
                </a:solidFill>
                <a:latin typeface="+mn-lt"/>
              </a:rPr>
              <a:t>SO</a:t>
            </a:r>
            <a:r>
              <a:rPr lang="en-MY" sz="1400" baseline="-25000" dirty="0">
                <a:solidFill>
                  <a:schemeClr val="bg2">
                    <a:lumMod val="50000"/>
                  </a:schemeClr>
                </a:solidFill>
                <a:latin typeface="+mn-lt"/>
              </a:rPr>
              <a:t>4</a:t>
            </a:r>
            <a:r>
              <a:rPr lang="en-MY" sz="1400" dirty="0">
                <a:solidFill>
                  <a:schemeClr val="bg2">
                    <a:lumMod val="50000"/>
                  </a:schemeClr>
                </a:solidFill>
                <a:latin typeface="+mn-lt"/>
              </a:rPr>
              <a:t> and HNO</a:t>
            </a:r>
            <a:r>
              <a:rPr lang="en-MY" sz="1400" baseline="-25000" dirty="0">
                <a:solidFill>
                  <a:schemeClr val="bg2">
                    <a:lumMod val="50000"/>
                  </a:schemeClr>
                </a:solidFill>
                <a:latin typeface="+mn-lt"/>
              </a:rPr>
              <a:t>3</a:t>
            </a:r>
            <a:r>
              <a:rPr lang="en-MY" sz="1400" dirty="0">
                <a:solidFill>
                  <a:schemeClr val="bg2">
                    <a:lumMod val="50000"/>
                  </a:schemeClr>
                </a:solidFill>
                <a:latin typeface="+mn-lt"/>
              </a:rPr>
              <a:t>.</a:t>
            </a:r>
            <a:endParaRPr lang="en-IN" dirty="0">
              <a:solidFill>
                <a:schemeClr val="bg2">
                  <a:lumMod val="50000"/>
                </a:schemeClr>
              </a:solidFill>
            </a:endParaRPr>
          </a:p>
        </p:txBody>
      </p:sp>
    </p:spTree>
    <p:extLst>
      <p:ext uri="{BB962C8B-B14F-4D97-AF65-F5344CB8AC3E}">
        <p14:creationId xmlns:p14="http://schemas.microsoft.com/office/powerpoint/2010/main" val="751371607"/>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Shape 116"/>
        <p:cNvGrpSpPr/>
        <p:nvPr/>
      </p:nvGrpSpPr>
      <p:grpSpPr>
        <a:xfrm>
          <a:off x="0" y="0"/>
          <a:ext cx="0" cy="0"/>
          <a:chOff x="0" y="0"/>
          <a:chExt cx="0" cy="0"/>
        </a:xfrm>
      </p:grpSpPr>
      <p:sp>
        <p:nvSpPr>
          <p:cNvPr id="117" name="Google Shape;117;p26"/>
          <p:cNvSpPr txBox="1">
            <a:spLocks noGrp="1"/>
          </p:cNvSpPr>
          <p:nvPr>
            <p:ph type="title"/>
          </p:nvPr>
        </p:nvSpPr>
        <p:spPr>
          <a:xfrm>
            <a:off x="933025" y="592925"/>
            <a:ext cx="6305100" cy="767700"/>
          </a:xfrm>
          <a:prstGeom prst="rect">
            <a:avLst/>
          </a:prstGeom>
        </p:spPr>
        <p:txBody>
          <a:bodyPr spcFirstLastPara="1" wrap="square" lIns="91425" tIns="91425" rIns="91425" bIns="91425" anchor="b" anchorCtr="0">
            <a:noAutofit/>
          </a:bodyPr>
          <a:lstStyle/>
          <a:p>
            <a:pPr lvl="0"/>
            <a:r>
              <a:rPr lang="en-US" dirty="0"/>
              <a:t>Definitions of acids</a:t>
            </a:r>
          </a:p>
        </p:txBody>
      </p:sp>
      <p:sp>
        <p:nvSpPr>
          <p:cNvPr id="118" name="Google Shape;118;p26"/>
          <p:cNvSpPr txBox="1"/>
          <p:nvPr/>
        </p:nvSpPr>
        <p:spPr>
          <a:xfrm>
            <a:off x="680567" y="1793878"/>
            <a:ext cx="7835472" cy="2492100"/>
          </a:xfrm>
          <a:prstGeom prst="rect">
            <a:avLst/>
          </a:prstGeom>
          <a:noFill/>
          <a:ln>
            <a:noFill/>
          </a:ln>
        </p:spPr>
        <p:txBody>
          <a:bodyPr spcFirstLastPara="1" wrap="square" lIns="91425" tIns="91425" rIns="91425" bIns="91425" anchor="t" anchorCtr="0">
            <a:noAutofit/>
          </a:bodyPr>
          <a:lstStyle/>
          <a:p>
            <a:pPr marL="285750" indent="-285750" algn="just">
              <a:lnSpc>
                <a:spcPct val="114000"/>
              </a:lnSpc>
              <a:spcBef>
                <a:spcPts val="600"/>
              </a:spcBef>
              <a:buFont typeface="Arial" panose="020B0604020202020204" pitchFamily="34" charset="0"/>
              <a:buChar char="•"/>
            </a:pPr>
            <a:r>
              <a:rPr lang="en-MY" sz="1400" dirty="0">
                <a:solidFill>
                  <a:schemeClr val="bg2">
                    <a:lumMod val="50000"/>
                  </a:schemeClr>
                </a:solidFill>
                <a:latin typeface="+mn-lt"/>
              </a:rPr>
              <a:t>A weak acid is only dissociated to a small extent in aqueous solution. An example of weak acid is ethanoic acid (CH</a:t>
            </a:r>
            <a:r>
              <a:rPr lang="en-MY" sz="1400" baseline="-25000" dirty="0">
                <a:solidFill>
                  <a:schemeClr val="bg2">
                    <a:lumMod val="50000"/>
                  </a:schemeClr>
                </a:solidFill>
                <a:latin typeface="+mn-lt"/>
              </a:rPr>
              <a:t>3</a:t>
            </a:r>
            <a:r>
              <a:rPr lang="en-MY" sz="1400" dirty="0">
                <a:solidFill>
                  <a:schemeClr val="bg2">
                    <a:lumMod val="50000"/>
                  </a:schemeClr>
                </a:solidFill>
                <a:latin typeface="+mn-lt"/>
              </a:rPr>
              <a:t>COOH). Less than 10% of the hydrogen atoms are ionised. </a:t>
            </a:r>
          </a:p>
          <a:p>
            <a:pPr algn="ctr">
              <a:lnSpc>
                <a:spcPct val="114000"/>
              </a:lnSpc>
              <a:spcBef>
                <a:spcPts val="600"/>
              </a:spcBef>
            </a:pPr>
            <a:r>
              <a:rPr lang="en-MY" sz="1400" dirty="0">
                <a:solidFill>
                  <a:schemeClr val="bg2">
                    <a:lumMod val="50000"/>
                  </a:schemeClr>
                </a:solidFill>
                <a:latin typeface="+mn-lt"/>
              </a:rPr>
              <a:t>CH</a:t>
            </a:r>
            <a:r>
              <a:rPr lang="en-MY" sz="1400" baseline="-25000" dirty="0">
                <a:solidFill>
                  <a:schemeClr val="bg2">
                    <a:lumMod val="50000"/>
                  </a:schemeClr>
                </a:solidFill>
                <a:latin typeface="+mn-lt"/>
              </a:rPr>
              <a:t>3</a:t>
            </a:r>
            <a:r>
              <a:rPr lang="en-MY" sz="1400" dirty="0">
                <a:solidFill>
                  <a:schemeClr val="bg2">
                    <a:lumMod val="50000"/>
                  </a:schemeClr>
                </a:solidFill>
                <a:latin typeface="+mn-lt"/>
              </a:rPr>
              <a:t>COOH (l) + H</a:t>
            </a:r>
            <a:r>
              <a:rPr lang="en-MY" sz="1400" baseline="-25000" dirty="0">
                <a:solidFill>
                  <a:schemeClr val="bg2">
                    <a:lumMod val="50000"/>
                  </a:schemeClr>
                </a:solidFill>
                <a:latin typeface="+mn-lt"/>
              </a:rPr>
              <a:t>2</a:t>
            </a:r>
            <a:r>
              <a:rPr lang="en-MY" sz="1400" dirty="0">
                <a:solidFill>
                  <a:schemeClr val="bg2">
                    <a:lumMod val="50000"/>
                  </a:schemeClr>
                </a:solidFill>
                <a:latin typeface="+mn-lt"/>
              </a:rPr>
              <a:t>O (l) </a:t>
            </a:r>
            <a:r>
              <a:rPr lang="en-IN" sz="1400" dirty="0">
                <a:solidFill>
                  <a:schemeClr val="bg2">
                    <a:lumMod val="50000"/>
                  </a:schemeClr>
                </a:solidFill>
                <a:latin typeface="+mn-lt"/>
              </a:rPr>
              <a:t>⇋</a:t>
            </a:r>
            <a:r>
              <a:rPr lang="en-MY" sz="1400" dirty="0">
                <a:solidFill>
                  <a:schemeClr val="bg2">
                    <a:lumMod val="50000"/>
                  </a:schemeClr>
                </a:solidFill>
                <a:latin typeface="+mn-lt"/>
              </a:rPr>
              <a:t> H</a:t>
            </a:r>
            <a:r>
              <a:rPr lang="en-MY" sz="1400" baseline="-25000" dirty="0">
                <a:solidFill>
                  <a:schemeClr val="bg2">
                    <a:lumMod val="50000"/>
                  </a:schemeClr>
                </a:solidFill>
                <a:latin typeface="+mn-lt"/>
              </a:rPr>
              <a:t>3</a:t>
            </a:r>
            <a:r>
              <a:rPr lang="en-MY" sz="1400" dirty="0">
                <a:solidFill>
                  <a:schemeClr val="bg2">
                    <a:lumMod val="50000"/>
                  </a:schemeClr>
                </a:solidFill>
                <a:latin typeface="+mn-lt"/>
              </a:rPr>
              <a:t>O</a:t>
            </a:r>
            <a:r>
              <a:rPr lang="en-MY" sz="1400" baseline="30000" dirty="0">
                <a:solidFill>
                  <a:schemeClr val="bg2">
                    <a:lumMod val="50000"/>
                  </a:schemeClr>
                </a:solidFill>
                <a:latin typeface="+mn-lt"/>
              </a:rPr>
              <a:t>+</a:t>
            </a:r>
            <a:r>
              <a:rPr lang="en-MY" sz="1400" dirty="0">
                <a:solidFill>
                  <a:schemeClr val="bg2">
                    <a:lumMod val="50000"/>
                  </a:schemeClr>
                </a:solidFill>
                <a:latin typeface="+mn-lt"/>
              </a:rPr>
              <a:t> (</a:t>
            </a:r>
            <a:r>
              <a:rPr lang="en-MY" sz="1400" dirty="0" err="1">
                <a:solidFill>
                  <a:schemeClr val="bg2">
                    <a:lumMod val="50000"/>
                  </a:schemeClr>
                </a:solidFill>
                <a:latin typeface="+mn-lt"/>
              </a:rPr>
              <a:t>aq</a:t>
            </a:r>
            <a:r>
              <a:rPr lang="en-MY" sz="1400" dirty="0">
                <a:solidFill>
                  <a:schemeClr val="bg2">
                    <a:lumMod val="50000"/>
                  </a:schemeClr>
                </a:solidFill>
                <a:latin typeface="+mn-lt"/>
              </a:rPr>
              <a:t>) + CH</a:t>
            </a:r>
            <a:r>
              <a:rPr lang="en-MY" sz="1400" baseline="-25000" dirty="0">
                <a:solidFill>
                  <a:schemeClr val="bg2">
                    <a:lumMod val="50000"/>
                  </a:schemeClr>
                </a:solidFill>
                <a:latin typeface="+mn-lt"/>
              </a:rPr>
              <a:t>3</a:t>
            </a:r>
            <a:r>
              <a:rPr lang="en-MY" sz="1400" dirty="0">
                <a:solidFill>
                  <a:schemeClr val="bg2">
                    <a:lumMod val="50000"/>
                  </a:schemeClr>
                </a:solidFill>
                <a:latin typeface="+mn-lt"/>
              </a:rPr>
              <a:t>COO- (</a:t>
            </a:r>
            <a:r>
              <a:rPr lang="en-MY" sz="1400" dirty="0" err="1">
                <a:solidFill>
                  <a:schemeClr val="bg2">
                    <a:lumMod val="50000"/>
                  </a:schemeClr>
                </a:solidFill>
                <a:latin typeface="+mn-lt"/>
              </a:rPr>
              <a:t>aq</a:t>
            </a:r>
            <a:r>
              <a:rPr lang="en-MY" dirty="0">
                <a:solidFill>
                  <a:schemeClr val="bg2">
                    <a:lumMod val="50000"/>
                  </a:schemeClr>
                </a:solidFill>
                <a:latin typeface="+mn-lt"/>
              </a:rPr>
              <a:t>)</a:t>
            </a:r>
            <a:endParaRPr lang="en-MY" sz="1400" dirty="0">
              <a:solidFill>
                <a:schemeClr val="bg2">
                  <a:lumMod val="50000"/>
                </a:schemeClr>
              </a:solidFill>
              <a:latin typeface="+mn-lt"/>
            </a:endParaRPr>
          </a:p>
        </p:txBody>
      </p:sp>
      <p:graphicFrame>
        <p:nvGraphicFramePr>
          <p:cNvPr id="4" name="Table 3">
            <a:extLst>
              <a:ext uri="{FF2B5EF4-FFF2-40B4-BE49-F238E27FC236}">
                <a16:creationId xmlns:a16="http://schemas.microsoft.com/office/drawing/2014/main" id="{78A8D454-B474-48B3-892E-58212EC099C4}"/>
              </a:ext>
            </a:extLst>
          </p:cNvPr>
          <p:cNvGraphicFramePr>
            <a:graphicFrameLocks noGrp="1"/>
          </p:cNvGraphicFramePr>
          <p:nvPr>
            <p:extLst>
              <p:ext uri="{D42A27DB-BD31-4B8C-83A1-F6EECF244321}">
                <p14:modId xmlns:p14="http://schemas.microsoft.com/office/powerpoint/2010/main" val="371919629"/>
              </p:ext>
            </p:extLst>
          </p:nvPr>
        </p:nvGraphicFramePr>
        <p:xfrm>
          <a:off x="1301538" y="3158364"/>
          <a:ext cx="6311589" cy="1803674"/>
        </p:xfrm>
        <a:graphic>
          <a:graphicData uri="http://schemas.openxmlformats.org/drawingml/2006/table">
            <a:tbl>
              <a:tblPr firstRow="1" firstCol="1" bandRow="1"/>
              <a:tblGrid>
                <a:gridCol w="2103863">
                  <a:extLst>
                    <a:ext uri="{9D8B030D-6E8A-4147-A177-3AD203B41FA5}">
                      <a16:colId xmlns:a16="http://schemas.microsoft.com/office/drawing/2014/main" val="866952307"/>
                    </a:ext>
                  </a:extLst>
                </a:gridCol>
                <a:gridCol w="1654096">
                  <a:extLst>
                    <a:ext uri="{9D8B030D-6E8A-4147-A177-3AD203B41FA5}">
                      <a16:colId xmlns:a16="http://schemas.microsoft.com/office/drawing/2014/main" val="2480863575"/>
                    </a:ext>
                  </a:extLst>
                </a:gridCol>
                <a:gridCol w="2553630">
                  <a:extLst>
                    <a:ext uri="{9D8B030D-6E8A-4147-A177-3AD203B41FA5}">
                      <a16:colId xmlns:a16="http://schemas.microsoft.com/office/drawing/2014/main" val="1378229842"/>
                    </a:ext>
                  </a:extLst>
                </a:gridCol>
              </a:tblGrid>
              <a:tr h="288000">
                <a:tc>
                  <a:txBody>
                    <a:bodyPr/>
                    <a:lstStyle/>
                    <a:p>
                      <a:pPr algn="ctr">
                        <a:lnSpc>
                          <a:spcPct val="115000"/>
                        </a:lnSpc>
                        <a:spcAft>
                          <a:spcPts val="0"/>
                        </a:spcAft>
                      </a:pPr>
                      <a:r>
                        <a:rPr lang="en-IN" sz="1400" b="0" dirty="0">
                          <a:solidFill>
                            <a:schemeClr val="bg1"/>
                          </a:solidFill>
                          <a:effectLst/>
                          <a:latin typeface="+mn-lt"/>
                          <a:ea typeface="Calibri" panose="020F0502020204030204" pitchFamily="34" charset="0"/>
                          <a:cs typeface="Times New Roman" panose="02020603050405020304" pitchFamily="18" charset="0"/>
                        </a:rPr>
                        <a:t>Chemical name</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B050"/>
                    </a:solidFill>
                  </a:tcPr>
                </a:tc>
                <a:tc>
                  <a:txBody>
                    <a:bodyPr/>
                    <a:lstStyle/>
                    <a:p>
                      <a:pPr algn="ctr">
                        <a:lnSpc>
                          <a:spcPct val="115000"/>
                        </a:lnSpc>
                        <a:spcAft>
                          <a:spcPts val="0"/>
                        </a:spcAft>
                      </a:pPr>
                      <a:r>
                        <a:rPr lang="en-IN" sz="1400" b="0" dirty="0">
                          <a:solidFill>
                            <a:schemeClr val="bg1"/>
                          </a:solidFill>
                          <a:effectLst/>
                          <a:latin typeface="+mn-lt"/>
                          <a:ea typeface="Calibri" panose="020F0502020204030204" pitchFamily="34" charset="0"/>
                          <a:cs typeface="Times New Roman" panose="02020603050405020304" pitchFamily="18" charset="0"/>
                        </a:rPr>
                        <a:t>Chemical formula</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B050"/>
                    </a:solidFill>
                  </a:tcPr>
                </a:tc>
                <a:tc>
                  <a:txBody>
                    <a:bodyPr/>
                    <a:lstStyle/>
                    <a:p>
                      <a:pPr algn="ctr">
                        <a:lnSpc>
                          <a:spcPct val="115000"/>
                        </a:lnSpc>
                        <a:spcAft>
                          <a:spcPts val="0"/>
                        </a:spcAft>
                      </a:pPr>
                      <a:r>
                        <a:rPr lang="en-IN" sz="1400" b="0" dirty="0">
                          <a:solidFill>
                            <a:schemeClr val="bg1"/>
                          </a:solidFill>
                          <a:effectLst/>
                          <a:latin typeface="+mn-lt"/>
                          <a:ea typeface="Calibri" panose="020F0502020204030204" pitchFamily="34" charset="0"/>
                          <a:cs typeface="Times New Roman" panose="02020603050405020304" pitchFamily="18" charset="0"/>
                        </a:rPr>
                        <a:t>Ions formed in water</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B050"/>
                    </a:solidFill>
                  </a:tcPr>
                </a:tc>
                <a:extLst>
                  <a:ext uri="{0D108BD9-81ED-4DB2-BD59-A6C34878D82A}">
                    <a16:rowId xmlns:a16="http://schemas.microsoft.com/office/drawing/2014/main" val="3608838592"/>
                  </a:ext>
                </a:extLst>
              </a:tr>
              <a:tr h="288000">
                <a:tc>
                  <a:txBody>
                    <a:bodyPr/>
                    <a:lstStyle/>
                    <a:p>
                      <a:pPr>
                        <a:lnSpc>
                          <a:spcPct val="115000"/>
                        </a:lnSpc>
                        <a:spcAft>
                          <a:spcPts val="0"/>
                        </a:spcAft>
                      </a:pPr>
                      <a:r>
                        <a:rPr lang="en-IN" sz="1400" dirty="0">
                          <a:solidFill>
                            <a:schemeClr val="bg2">
                              <a:lumMod val="50000"/>
                            </a:schemeClr>
                          </a:solidFill>
                          <a:effectLst/>
                          <a:latin typeface="+mn-lt"/>
                          <a:ea typeface="Calibri" panose="020F0502020204030204" pitchFamily="34" charset="0"/>
                          <a:cs typeface="Times New Roman" panose="02020603050405020304" pitchFamily="18" charset="0"/>
                        </a:rPr>
                        <a:t>Hydrochloric acid</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15000"/>
                        </a:lnSpc>
                        <a:spcAft>
                          <a:spcPts val="0"/>
                        </a:spcAft>
                      </a:pPr>
                      <a:r>
                        <a:rPr lang="en-IN" sz="1400" dirty="0" err="1">
                          <a:solidFill>
                            <a:schemeClr val="bg2">
                              <a:lumMod val="50000"/>
                            </a:schemeClr>
                          </a:solidFill>
                          <a:effectLst/>
                          <a:latin typeface="+mn-lt"/>
                          <a:ea typeface="Calibri" panose="020F0502020204030204" pitchFamily="34" charset="0"/>
                          <a:cs typeface="Times New Roman" panose="02020603050405020304" pitchFamily="18" charset="0"/>
                        </a:rPr>
                        <a:t>HCl</a:t>
                      </a:r>
                      <a:endParaRPr lang="en-IN" sz="1400" dirty="0">
                        <a:solidFill>
                          <a:schemeClr val="bg2">
                            <a:lumMod val="50000"/>
                          </a:schemeClr>
                        </a:solidFill>
                        <a:effectLst/>
                        <a:latin typeface="+mn-lt"/>
                        <a:ea typeface="Calibri" panose="020F0502020204030204" pitchFamily="34"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15000"/>
                        </a:lnSpc>
                        <a:spcAft>
                          <a:spcPts val="0"/>
                        </a:spcAft>
                      </a:pPr>
                      <a:r>
                        <a:rPr lang="en-IN" sz="1400" dirty="0">
                          <a:solidFill>
                            <a:schemeClr val="bg2">
                              <a:lumMod val="50000"/>
                            </a:schemeClr>
                          </a:solidFill>
                          <a:effectLst/>
                          <a:latin typeface="+mn-lt"/>
                          <a:ea typeface="Calibri" panose="020F0502020204030204" pitchFamily="34" charset="0"/>
                          <a:cs typeface="Times New Roman" panose="02020603050405020304" pitchFamily="18" charset="0"/>
                        </a:rPr>
                        <a:t>hydrogen ion and chloride ion</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859277475"/>
                  </a:ext>
                </a:extLst>
              </a:tr>
              <a:tr h="288000">
                <a:tc>
                  <a:txBody>
                    <a:bodyPr/>
                    <a:lstStyle/>
                    <a:p>
                      <a:pPr>
                        <a:lnSpc>
                          <a:spcPct val="115000"/>
                        </a:lnSpc>
                        <a:spcAft>
                          <a:spcPts val="0"/>
                        </a:spcAft>
                      </a:pPr>
                      <a:r>
                        <a:rPr lang="en-IN" sz="1400" dirty="0">
                          <a:solidFill>
                            <a:schemeClr val="bg2">
                              <a:lumMod val="50000"/>
                            </a:schemeClr>
                          </a:solidFill>
                          <a:effectLst/>
                          <a:latin typeface="+mn-lt"/>
                          <a:ea typeface="Calibri" panose="020F0502020204030204" pitchFamily="34" charset="0"/>
                          <a:cs typeface="Times New Roman" panose="02020603050405020304" pitchFamily="18" charset="0"/>
                        </a:rPr>
                        <a:t>Sulphuric acid</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15000"/>
                        </a:lnSpc>
                        <a:spcAft>
                          <a:spcPts val="0"/>
                        </a:spcAft>
                      </a:pPr>
                      <a:r>
                        <a:rPr lang="en-IN" sz="1400" dirty="0">
                          <a:solidFill>
                            <a:schemeClr val="bg2">
                              <a:lumMod val="50000"/>
                            </a:schemeClr>
                          </a:solidFill>
                          <a:effectLst/>
                          <a:latin typeface="+mn-lt"/>
                          <a:ea typeface="Calibri" panose="020F0502020204030204" pitchFamily="34" charset="0"/>
                          <a:cs typeface="Times New Roman" panose="02020603050405020304" pitchFamily="18" charset="0"/>
                        </a:rPr>
                        <a:t>H</a:t>
                      </a:r>
                      <a:r>
                        <a:rPr lang="en-IN" sz="1400" baseline="-25000" dirty="0">
                          <a:solidFill>
                            <a:schemeClr val="bg2">
                              <a:lumMod val="50000"/>
                            </a:schemeClr>
                          </a:solidFill>
                          <a:effectLst/>
                          <a:latin typeface="+mn-lt"/>
                          <a:ea typeface="Calibri" panose="020F0502020204030204" pitchFamily="34" charset="0"/>
                          <a:cs typeface="Times New Roman" panose="02020603050405020304" pitchFamily="18" charset="0"/>
                        </a:rPr>
                        <a:t>2</a:t>
                      </a:r>
                      <a:r>
                        <a:rPr lang="en-IN" sz="1400" dirty="0">
                          <a:solidFill>
                            <a:schemeClr val="bg2">
                              <a:lumMod val="50000"/>
                            </a:schemeClr>
                          </a:solidFill>
                          <a:effectLst/>
                          <a:latin typeface="+mn-lt"/>
                          <a:ea typeface="Calibri" panose="020F0502020204030204" pitchFamily="34" charset="0"/>
                          <a:cs typeface="Times New Roman" panose="02020603050405020304" pitchFamily="18" charset="0"/>
                        </a:rPr>
                        <a:t>SO</a:t>
                      </a:r>
                      <a:r>
                        <a:rPr lang="en-IN" sz="1400" baseline="-25000" dirty="0">
                          <a:solidFill>
                            <a:schemeClr val="bg2">
                              <a:lumMod val="50000"/>
                            </a:schemeClr>
                          </a:solidFill>
                          <a:effectLst/>
                          <a:latin typeface="+mn-lt"/>
                          <a:ea typeface="Calibri" panose="020F0502020204030204" pitchFamily="34" charset="0"/>
                          <a:cs typeface="Times New Roman" panose="02020603050405020304" pitchFamily="18" charset="0"/>
                        </a:rPr>
                        <a:t>4</a:t>
                      </a:r>
                      <a:endParaRPr lang="en-IN" sz="1400" dirty="0">
                        <a:solidFill>
                          <a:schemeClr val="bg2">
                            <a:lumMod val="50000"/>
                          </a:schemeClr>
                        </a:solidFill>
                        <a:effectLst/>
                        <a:latin typeface="+mn-lt"/>
                        <a:ea typeface="Calibri" panose="020F0502020204030204" pitchFamily="34"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15000"/>
                        </a:lnSpc>
                        <a:spcAft>
                          <a:spcPts val="0"/>
                        </a:spcAft>
                      </a:pPr>
                      <a:r>
                        <a:rPr lang="en-IN" sz="1400" dirty="0">
                          <a:solidFill>
                            <a:schemeClr val="bg2">
                              <a:lumMod val="50000"/>
                            </a:schemeClr>
                          </a:solidFill>
                          <a:effectLst/>
                          <a:latin typeface="+mn-lt"/>
                          <a:ea typeface="Calibri" panose="020F0502020204030204" pitchFamily="34" charset="0"/>
                          <a:cs typeface="Times New Roman" panose="02020603050405020304" pitchFamily="18" charset="0"/>
                        </a:rPr>
                        <a:t>two hydrogen ions and sulphate ion</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779784178"/>
                  </a:ext>
                </a:extLst>
              </a:tr>
              <a:tr h="288000">
                <a:tc>
                  <a:txBody>
                    <a:bodyPr/>
                    <a:lstStyle/>
                    <a:p>
                      <a:pPr>
                        <a:lnSpc>
                          <a:spcPct val="115000"/>
                        </a:lnSpc>
                        <a:spcAft>
                          <a:spcPts val="0"/>
                        </a:spcAft>
                      </a:pPr>
                      <a:r>
                        <a:rPr lang="en-IN" sz="1400">
                          <a:solidFill>
                            <a:schemeClr val="bg2">
                              <a:lumMod val="50000"/>
                            </a:schemeClr>
                          </a:solidFill>
                          <a:effectLst/>
                          <a:latin typeface="+mn-lt"/>
                          <a:ea typeface="Calibri" panose="020F0502020204030204" pitchFamily="34" charset="0"/>
                          <a:cs typeface="Times New Roman" panose="02020603050405020304" pitchFamily="18" charset="0"/>
                        </a:rPr>
                        <a:t>Nitric acid</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15000"/>
                        </a:lnSpc>
                        <a:spcAft>
                          <a:spcPts val="0"/>
                        </a:spcAft>
                      </a:pPr>
                      <a:r>
                        <a:rPr lang="en-IN" sz="1400" dirty="0">
                          <a:solidFill>
                            <a:schemeClr val="bg2">
                              <a:lumMod val="50000"/>
                            </a:schemeClr>
                          </a:solidFill>
                          <a:effectLst/>
                          <a:latin typeface="+mn-lt"/>
                          <a:ea typeface="Calibri" panose="020F0502020204030204" pitchFamily="34" charset="0"/>
                          <a:cs typeface="Times New Roman" panose="02020603050405020304" pitchFamily="18" charset="0"/>
                        </a:rPr>
                        <a:t>HNO</a:t>
                      </a:r>
                      <a:r>
                        <a:rPr lang="en-IN" sz="1400" baseline="-25000" dirty="0">
                          <a:solidFill>
                            <a:schemeClr val="bg2">
                              <a:lumMod val="50000"/>
                            </a:schemeClr>
                          </a:solidFill>
                          <a:effectLst/>
                          <a:latin typeface="+mn-lt"/>
                          <a:ea typeface="Calibri" panose="020F0502020204030204" pitchFamily="34" charset="0"/>
                          <a:cs typeface="Times New Roman" panose="02020603050405020304" pitchFamily="18" charset="0"/>
                        </a:rPr>
                        <a:t>3</a:t>
                      </a:r>
                      <a:endParaRPr lang="en-IN" sz="1400" dirty="0">
                        <a:solidFill>
                          <a:schemeClr val="bg2">
                            <a:lumMod val="50000"/>
                          </a:schemeClr>
                        </a:solidFill>
                        <a:effectLst/>
                        <a:latin typeface="+mn-lt"/>
                        <a:ea typeface="Calibri" panose="020F0502020204030204" pitchFamily="34"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15000"/>
                        </a:lnSpc>
                        <a:spcAft>
                          <a:spcPts val="0"/>
                        </a:spcAft>
                      </a:pPr>
                      <a:r>
                        <a:rPr lang="en-IN" sz="1400" dirty="0">
                          <a:solidFill>
                            <a:schemeClr val="bg2">
                              <a:lumMod val="50000"/>
                            </a:schemeClr>
                          </a:solidFill>
                          <a:effectLst/>
                          <a:latin typeface="+mn-lt"/>
                          <a:ea typeface="Calibri" panose="020F0502020204030204" pitchFamily="34" charset="0"/>
                          <a:cs typeface="Times New Roman" panose="02020603050405020304" pitchFamily="18" charset="0"/>
                        </a:rPr>
                        <a:t>hydrogen ion and nitrate ion</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679021223"/>
                  </a:ext>
                </a:extLst>
              </a:tr>
              <a:tr h="288000">
                <a:tc>
                  <a:txBody>
                    <a:bodyPr/>
                    <a:lstStyle/>
                    <a:p>
                      <a:pPr>
                        <a:lnSpc>
                          <a:spcPct val="115000"/>
                        </a:lnSpc>
                        <a:spcAft>
                          <a:spcPts val="0"/>
                        </a:spcAft>
                      </a:pPr>
                      <a:r>
                        <a:rPr lang="en-IN" sz="1400">
                          <a:solidFill>
                            <a:schemeClr val="bg2">
                              <a:lumMod val="50000"/>
                            </a:schemeClr>
                          </a:solidFill>
                          <a:effectLst/>
                          <a:latin typeface="+mn-lt"/>
                          <a:ea typeface="Calibri" panose="020F0502020204030204" pitchFamily="34" charset="0"/>
                          <a:cs typeface="Times New Roman" panose="02020603050405020304" pitchFamily="18" charset="0"/>
                        </a:rPr>
                        <a:t>Ethanoic acid</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15000"/>
                        </a:lnSpc>
                        <a:spcAft>
                          <a:spcPts val="0"/>
                        </a:spcAft>
                      </a:pPr>
                      <a:r>
                        <a:rPr lang="en-IN" sz="1400">
                          <a:solidFill>
                            <a:schemeClr val="bg2">
                              <a:lumMod val="50000"/>
                            </a:schemeClr>
                          </a:solidFill>
                          <a:effectLst/>
                          <a:latin typeface="+mn-lt"/>
                          <a:ea typeface="Calibri" panose="020F0502020204030204" pitchFamily="34" charset="0"/>
                          <a:cs typeface="Times New Roman" panose="02020603050405020304" pitchFamily="18" charset="0"/>
                        </a:rPr>
                        <a:t>CH</a:t>
                      </a:r>
                      <a:r>
                        <a:rPr lang="en-IN" sz="1400" baseline="-25000">
                          <a:solidFill>
                            <a:schemeClr val="bg2">
                              <a:lumMod val="50000"/>
                            </a:schemeClr>
                          </a:solidFill>
                          <a:effectLst/>
                          <a:latin typeface="+mn-lt"/>
                          <a:ea typeface="Calibri" panose="020F0502020204030204" pitchFamily="34" charset="0"/>
                          <a:cs typeface="Times New Roman" panose="02020603050405020304" pitchFamily="18" charset="0"/>
                        </a:rPr>
                        <a:t>3</a:t>
                      </a:r>
                      <a:r>
                        <a:rPr lang="en-IN" sz="1400">
                          <a:solidFill>
                            <a:schemeClr val="bg2">
                              <a:lumMod val="50000"/>
                            </a:schemeClr>
                          </a:solidFill>
                          <a:effectLst/>
                          <a:latin typeface="+mn-lt"/>
                          <a:ea typeface="Calibri" panose="020F0502020204030204" pitchFamily="34" charset="0"/>
                          <a:cs typeface="Times New Roman" panose="02020603050405020304" pitchFamily="18" charset="0"/>
                        </a:rPr>
                        <a:t>COOH</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15000"/>
                        </a:lnSpc>
                        <a:spcAft>
                          <a:spcPts val="0"/>
                        </a:spcAft>
                      </a:pPr>
                      <a:r>
                        <a:rPr lang="en-IN" sz="1400" dirty="0">
                          <a:solidFill>
                            <a:schemeClr val="bg2">
                              <a:lumMod val="50000"/>
                            </a:schemeClr>
                          </a:solidFill>
                          <a:effectLst/>
                          <a:latin typeface="+mn-lt"/>
                          <a:ea typeface="Calibri" panose="020F0502020204030204" pitchFamily="34" charset="0"/>
                          <a:cs typeface="Times New Roman" panose="02020603050405020304" pitchFamily="18" charset="0"/>
                        </a:rPr>
                        <a:t>hydrogen ion and ethanoate ion (CH</a:t>
                      </a:r>
                      <a:r>
                        <a:rPr lang="en-IN" sz="1400" baseline="-25000" dirty="0">
                          <a:solidFill>
                            <a:schemeClr val="bg2">
                              <a:lumMod val="50000"/>
                            </a:schemeClr>
                          </a:solidFill>
                          <a:effectLst/>
                          <a:latin typeface="+mn-lt"/>
                          <a:ea typeface="Calibri" panose="020F0502020204030204" pitchFamily="34" charset="0"/>
                          <a:cs typeface="Times New Roman" panose="02020603050405020304" pitchFamily="18" charset="0"/>
                        </a:rPr>
                        <a:t>3</a:t>
                      </a:r>
                      <a:r>
                        <a:rPr lang="en-IN" sz="1400" dirty="0">
                          <a:solidFill>
                            <a:schemeClr val="bg2">
                              <a:lumMod val="50000"/>
                            </a:schemeClr>
                          </a:solidFill>
                          <a:effectLst/>
                          <a:latin typeface="+mn-lt"/>
                          <a:ea typeface="Calibri" panose="020F0502020204030204" pitchFamily="34" charset="0"/>
                          <a:cs typeface="Times New Roman" panose="02020603050405020304" pitchFamily="18" charset="0"/>
                        </a:rPr>
                        <a:t>COO</a:t>
                      </a:r>
                      <a:r>
                        <a:rPr lang="en-IN" sz="1400" baseline="30000" dirty="0">
                          <a:solidFill>
                            <a:schemeClr val="bg2">
                              <a:lumMod val="50000"/>
                            </a:schemeClr>
                          </a:solidFill>
                          <a:effectLst/>
                          <a:latin typeface="+mn-lt"/>
                          <a:ea typeface="Calibri" panose="020F0502020204030204" pitchFamily="34" charset="0"/>
                          <a:cs typeface="Times New Roman" panose="02020603050405020304" pitchFamily="18" charset="0"/>
                        </a:rPr>
                        <a:t>-</a:t>
                      </a:r>
                      <a:r>
                        <a:rPr lang="en-IN" sz="1400" dirty="0">
                          <a:solidFill>
                            <a:schemeClr val="bg2">
                              <a:lumMod val="50000"/>
                            </a:schemeClr>
                          </a:solidFill>
                          <a:effectLst/>
                          <a:latin typeface="+mn-lt"/>
                          <a:ea typeface="Calibri" panose="020F0502020204030204" pitchFamily="34" charset="0"/>
                          <a:cs typeface="Times New Roman" panose="02020603050405020304" pitchFamily="18" charset="0"/>
                        </a:rPr>
                        <a:t>)</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444041289"/>
                  </a:ext>
                </a:extLst>
              </a:tr>
            </a:tbl>
          </a:graphicData>
        </a:graphic>
      </p:graphicFrame>
    </p:spTree>
    <p:extLst>
      <p:ext uri="{BB962C8B-B14F-4D97-AF65-F5344CB8AC3E}">
        <p14:creationId xmlns:p14="http://schemas.microsoft.com/office/powerpoint/2010/main" val="878661218"/>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Shape 116"/>
        <p:cNvGrpSpPr/>
        <p:nvPr/>
      </p:nvGrpSpPr>
      <p:grpSpPr>
        <a:xfrm>
          <a:off x="0" y="0"/>
          <a:ext cx="0" cy="0"/>
          <a:chOff x="0" y="0"/>
          <a:chExt cx="0" cy="0"/>
        </a:xfrm>
      </p:grpSpPr>
      <p:sp>
        <p:nvSpPr>
          <p:cNvPr id="117" name="Google Shape;117;p26"/>
          <p:cNvSpPr txBox="1">
            <a:spLocks noGrp="1"/>
          </p:cNvSpPr>
          <p:nvPr>
            <p:ph type="title"/>
          </p:nvPr>
        </p:nvSpPr>
        <p:spPr>
          <a:xfrm>
            <a:off x="933025" y="592925"/>
            <a:ext cx="6305100" cy="767700"/>
          </a:xfrm>
          <a:prstGeom prst="rect">
            <a:avLst/>
          </a:prstGeom>
        </p:spPr>
        <p:txBody>
          <a:bodyPr spcFirstLastPara="1" wrap="square" lIns="91425" tIns="91425" rIns="91425" bIns="91425" anchor="b" anchorCtr="0">
            <a:noAutofit/>
          </a:bodyPr>
          <a:lstStyle/>
          <a:p>
            <a:pPr lvl="0"/>
            <a:r>
              <a:rPr lang="en-US" dirty="0"/>
              <a:t>Definitions of bases</a:t>
            </a:r>
          </a:p>
        </p:txBody>
      </p:sp>
      <p:sp>
        <p:nvSpPr>
          <p:cNvPr id="118" name="Google Shape;118;p26"/>
          <p:cNvSpPr txBox="1"/>
          <p:nvPr/>
        </p:nvSpPr>
        <p:spPr>
          <a:xfrm>
            <a:off x="680567" y="2058475"/>
            <a:ext cx="7835472" cy="2492100"/>
          </a:xfrm>
          <a:prstGeom prst="rect">
            <a:avLst/>
          </a:prstGeom>
          <a:noFill/>
          <a:ln>
            <a:noFill/>
          </a:ln>
        </p:spPr>
        <p:txBody>
          <a:bodyPr spcFirstLastPara="1" wrap="square" lIns="91425" tIns="91425" rIns="91425" bIns="91425" anchor="t" anchorCtr="0">
            <a:noAutofit/>
          </a:bodyPr>
          <a:lstStyle/>
          <a:p>
            <a:pPr marL="412750" indent="-285750" algn="just">
              <a:lnSpc>
                <a:spcPct val="114000"/>
              </a:lnSpc>
              <a:spcBef>
                <a:spcPts val="600"/>
              </a:spcBef>
              <a:spcAft>
                <a:spcPts val="600"/>
              </a:spcAft>
              <a:buFont typeface="Arial" panose="020B0604020202020204" pitchFamily="34" charset="0"/>
              <a:buChar char="•"/>
            </a:pPr>
            <a:r>
              <a:rPr lang="en-MY" sz="1400" dirty="0">
                <a:solidFill>
                  <a:schemeClr val="bg2">
                    <a:lumMod val="50000"/>
                  </a:schemeClr>
                </a:solidFill>
                <a:latin typeface="+mn-lt"/>
              </a:rPr>
              <a:t>A base is a substance that reacts with an acid. An alkali is a base that is soluble in water. Examples of alkalis include group 1 hydroxides, soluble group 2 hydroxides, ammonia and soluble organic amines. Bases are chemical substances that release hydroxide ions (OH</a:t>
            </a:r>
            <a:r>
              <a:rPr lang="en-MY" sz="1400" baseline="30000" dirty="0">
                <a:solidFill>
                  <a:schemeClr val="bg2">
                    <a:lumMod val="50000"/>
                  </a:schemeClr>
                </a:solidFill>
                <a:latin typeface="+mn-lt"/>
              </a:rPr>
              <a:t>-</a:t>
            </a:r>
            <a:r>
              <a:rPr lang="en-MY" sz="1400" dirty="0">
                <a:solidFill>
                  <a:schemeClr val="bg2">
                    <a:lumMod val="50000"/>
                  </a:schemeClr>
                </a:solidFill>
                <a:latin typeface="+mn-lt"/>
              </a:rPr>
              <a:t>) when added to aqueous solutions. </a:t>
            </a:r>
          </a:p>
          <a:p>
            <a:pPr marL="127000" algn="ctr">
              <a:lnSpc>
                <a:spcPct val="114000"/>
              </a:lnSpc>
              <a:spcBef>
                <a:spcPts val="600"/>
              </a:spcBef>
              <a:spcAft>
                <a:spcPts val="600"/>
              </a:spcAft>
            </a:pPr>
            <a:r>
              <a:rPr lang="en-MY" sz="1400" dirty="0">
                <a:solidFill>
                  <a:schemeClr val="bg2">
                    <a:lumMod val="50000"/>
                  </a:schemeClr>
                </a:solidFill>
                <a:latin typeface="+mn-lt"/>
              </a:rPr>
              <a:t>NaOH (</a:t>
            </a:r>
            <a:r>
              <a:rPr lang="en-MY" sz="1400" dirty="0" err="1">
                <a:solidFill>
                  <a:schemeClr val="bg2">
                    <a:lumMod val="50000"/>
                  </a:schemeClr>
                </a:solidFill>
                <a:latin typeface="+mn-lt"/>
              </a:rPr>
              <a:t>aq</a:t>
            </a:r>
            <a:r>
              <a:rPr lang="en-MY" sz="1400" dirty="0">
                <a:solidFill>
                  <a:schemeClr val="bg2">
                    <a:lumMod val="50000"/>
                  </a:schemeClr>
                </a:solidFill>
                <a:latin typeface="+mn-lt"/>
              </a:rPr>
              <a:t>) → Na</a:t>
            </a:r>
            <a:r>
              <a:rPr lang="en-MY" sz="1400" baseline="30000" dirty="0">
                <a:solidFill>
                  <a:schemeClr val="bg2">
                    <a:lumMod val="50000"/>
                  </a:schemeClr>
                </a:solidFill>
                <a:latin typeface="+mn-lt"/>
              </a:rPr>
              <a:t>+</a:t>
            </a:r>
            <a:r>
              <a:rPr lang="en-MY" sz="1400" dirty="0">
                <a:solidFill>
                  <a:schemeClr val="bg2">
                    <a:lumMod val="50000"/>
                  </a:schemeClr>
                </a:solidFill>
                <a:latin typeface="+mn-lt"/>
              </a:rPr>
              <a:t> (</a:t>
            </a:r>
            <a:r>
              <a:rPr lang="en-MY" sz="1400" dirty="0" err="1">
                <a:solidFill>
                  <a:schemeClr val="bg2">
                    <a:lumMod val="50000"/>
                  </a:schemeClr>
                </a:solidFill>
                <a:latin typeface="+mn-lt"/>
              </a:rPr>
              <a:t>aq</a:t>
            </a:r>
            <a:r>
              <a:rPr lang="en-MY" sz="1400" dirty="0">
                <a:solidFill>
                  <a:schemeClr val="bg2">
                    <a:lumMod val="50000"/>
                  </a:schemeClr>
                </a:solidFill>
                <a:latin typeface="+mn-lt"/>
              </a:rPr>
              <a:t>) + OH- (</a:t>
            </a:r>
            <a:r>
              <a:rPr lang="en-MY" sz="1400" dirty="0" err="1">
                <a:solidFill>
                  <a:schemeClr val="bg2">
                    <a:lumMod val="50000"/>
                  </a:schemeClr>
                </a:solidFill>
                <a:latin typeface="+mn-lt"/>
              </a:rPr>
              <a:t>aq</a:t>
            </a:r>
            <a:r>
              <a:rPr lang="en-MY" sz="1400" dirty="0">
                <a:solidFill>
                  <a:schemeClr val="bg2">
                    <a:lumMod val="50000"/>
                  </a:schemeClr>
                </a:solidFill>
                <a:latin typeface="+mn-lt"/>
              </a:rPr>
              <a:t>)</a:t>
            </a:r>
          </a:p>
          <a:p>
            <a:pPr marL="412750" indent="-285750" algn="just">
              <a:lnSpc>
                <a:spcPct val="114000"/>
              </a:lnSpc>
              <a:spcBef>
                <a:spcPts val="600"/>
              </a:spcBef>
              <a:buFont typeface="Arial" panose="020B0604020202020204" pitchFamily="34" charset="0"/>
              <a:buChar char="•"/>
            </a:pPr>
            <a:r>
              <a:rPr lang="en-MY" sz="1400" dirty="0">
                <a:solidFill>
                  <a:schemeClr val="bg2">
                    <a:lumMod val="50000"/>
                  </a:schemeClr>
                </a:solidFill>
                <a:latin typeface="+mn-lt"/>
              </a:rPr>
              <a:t>Some alkalis when dissolved in water, accept hydrogen ions and releases hydroxide ion. Ammonia is such an example.</a:t>
            </a:r>
          </a:p>
          <a:p>
            <a:pPr marL="127000" algn="ctr">
              <a:lnSpc>
                <a:spcPct val="114000"/>
              </a:lnSpc>
              <a:spcBef>
                <a:spcPts val="600"/>
              </a:spcBef>
            </a:pPr>
            <a:r>
              <a:rPr lang="en-MY" sz="1400" dirty="0">
                <a:solidFill>
                  <a:schemeClr val="bg2">
                    <a:lumMod val="50000"/>
                  </a:schemeClr>
                </a:solidFill>
                <a:latin typeface="+mn-lt"/>
              </a:rPr>
              <a:t>NH</a:t>
            </a:r>
            <a:r>
              <a:rPr lang="en-MY" sz="1400" baseline="-25000" dirty="0">
                <a:solidFill>
                  <a:schemeClr val="bg2">
                    <a:lumMod val="50000"/>
                  </a:schemeClr>
                </a:solidFill>
                <a:latin typeface="+mn-lt"/>
              </a:rPr>
              <a:t>3 </a:t>
            </a:r>
            <a:r>
              <a:rPr lang="en-MY" sz="1400" dirty="0">
                <a:solidFill>
                  <a:schemeClr val="bg2">
                    <a:lumMod val="50000"/>
                  </a:schemeClr>
                </a:solidFill>
                <a:latin typeface="+mn-lt"/>
              </a:rPr>
              <a:t>(</a:t>
            </a:r>
            <a:r>
              <a:rPr lang="en-MY" sz="1400" dirty="0" err="1">
                <a:solidFill>
                  <a:schemeClr val="bg2">
                    <a:lumMod val="50000"/>
                  </a:schemeClr>
                </a:solidFill>
                <a:latin typeface="+mn-lt"/>
              </a:rPr>
              <a:t>aq</a:t>
            </a:r>
            <a:r>
              <a:rPr lang="en-MY" sz="1400" dirty="0">
                <a:solidFill>
                  <a:schemeClr val="bg2">
                    <a:lumMod val="50000"/>
                  </a:schemeClr>
                </a:solidFill>
                <a:latin typeface="+mn-lt"/>
              </a:rPr>
              <a:t>)+ H</a:t>
            </a:r>
            <a:r>
              <a:rPr lang="en-MY" sz="1400" baseline="-25000" dirty="0">
                <a:solidFill>
                  <a:schemeClr val="bg2">
                    <a:lumMod val="50000"/>
                  </a:schemeClr>
                </a:solidFill>
                <a:latin typeface="+mn-lt"/>
              </a:rPr>
              <a:t>2</a:t>
            </a:r>
            <a:r>
              <a:rPr lang="en-MY" sz="1400" dirty="0">
                <a:solidFill>
                  <a:schemeClr val="bg2">
                    <a:lumMod val="50000"/>
                  </a:schemeClr>
                </a:solidFill>
                <a:latin typeface="+mn-lt"/>
              </a:rPr>
              <a:t>O (l) </a:t>
            </a:r>
            <a:r>
              <a:rPr lang="en-IN" sz="1400" dirty="0">
                <a:solidFill>
                  <a:schemeClr val="bg2">
                    <a:lumMod val="50000"/>
                  </a:schemeClr>
                </a:solidFill>
                <a:latin typeface="+mn-lt"/>
              </a:rPr>
              <a:t>⇋</a:t>
            </a:r>
            <a:r>
              <a:rPr lang="en-MY" sz="1400" dirty="0">
                <a:solidFill>
                  <a:schemeClr val="bg2">
                    <a:lumMod val="50000"/>
                  </a:schemeClr>
                </a:solidFill>
                <a:latin typeface="+mn-lt"/>
              </a:rPr>
              <a:t> NH</a:t>
            </a:r>
            <a:r>
              <a:rPr lang="en-MY" sz="1400" baseline="-25000" dirty="0">
                <a:solidFill>
                  <a:schemeClr val="bg2">
                    <a:lumMod val="50000"/>
                  </a:schemeClr>
                </a:solidFill>
                <a:latin typeface="+mn-lt"/>
              </a:rPr>
              <a:t>4</a:t>
            </a:r>
            <a:r>
              <a:rPr lang="en-MY" sz="1400" baseline="30000" dirty="0">
                <a:solidFill>
                  <a:schemeClr val="bg2">
                    <a:lumMod val="50000"/>
                  </a:schemeClr>
                </a:solidFill>
                <a:latin typeface="+mn-lt"/>
              </a:rPr>
              <a:t>+</a:t>
            </a:r>
            <a:r>
              <a:rPr lang="en-MY" sz="1400" dirty="0">
                <a:solidFill>
                  <a:schemeClr val="bg2">
                    <a:lumMod val="50000"/>
                  </a:schemeClr>
                </a:solidFill>
                <a:latin typeface="+mn-lt"/>
              </a:rPr>
              <a:t> (</a:t>
            </a:r>
            <a:r>
              <a:rPr lang="en-MY" sz="1400" dirty="0" err="1">
                <a:solidFill>
                  <a:schemeClr val="bg2">
                    <a:lumMod val="50000"/>
                  </a:schemeClr>
                </a:solidFill>
                <a:latin typeface="+mn-lt"/>
              </a:rPr>
              <a:t>aq</a:t>
            </a:r>
            <a:r>
              <a:rPr lang="en-MY" sz="1400" dirty="0">
                <a:solidFill>
                  <a:schemeClr val="bg2">
                    <a:lumMod val="50000"/>
                  </a:schemeClr>
                </a:solidFill>
                <a:latin typeface="+mn-lt"/>
              </a:rPr>
              <a:t>) + OH- (</a:t>
            </a:r>
            <a:r>
              <a:rPr lang="en-MY" sz="1400" dirty="0" err="1">
                <a:solidFill>
                  <a:schemeClr val="bg2">
                    <a:lumMod val="50000"/>
                  </a:schemeClr>
                </a:solidFill>
                <a:latin typeface="+mn-lt"/>
              </a:rPr>
              <a:t>aq</a:t>
            </a:r>
            <a:r>
              <a:rPr lang="en-MY" sz="1400" dirty="0">
                <a:solidFill>
                  <a:schemeClr val="bg2">
                    <a:lumMod val="50000"/>
                  </a:schemeClr>
                </a:solidFill>
                <a:latin typeface="+mn-lt"/>
              </a:rPr>
              <a:t>)</a:t>
            </a:r>
          </a:p>
        </p:txBody>
      </p:sp>
    </p:spTree>
    <p:extLst>
      <p:ext uri="{BB962C8B-B14F-4D97-AF65-F5344CB8AC3E}">
        <p14:creationId xmlns:p14="http://schemas.microsoft.com/office/powerpoint/2010/main" val="2801406413"/>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Shape 116"/>
        <p:cNvGrpSpPr/>
        <p:nvPr/>
      </p:nvGrpSpPr>
      <p:grpSpPr>
        <a:xfrm>
          <a:off x="0" y="0"/>
          <a:ext cx="0" cy="0"/>
          <a:chOff x="0" y="0"/>
          <a:chExt cx="0" cy="0"/>
        </a:xfrm>
      </p:grpSpPr>
      <p:sp>
        <p:nvSpPr>
          <p:cNvPr id="117" name="Google Shape;117;p26"/>
          <p:cNvSpPr txBox="1">
            <a:spLocks noGrp="1"/>
          </p:cNvSpPr>
          <p:nvPr>
            <p:ph type="title"/>
          </p:nvPr>
        </p:nvSpPr>
        <p:spPr>
          <a:xfrm>
            <a:off x="933025" y="592925"/>
            <a:ext cx="6305100" cy="767700"/>
          </a:xfrm>
          <a:prstGeom prst="rect">
            <a:avLst/>
          </a:prstGeom>
        </p:spPr>
        <p:txBody>
          <a:bodyPr spcFirstLastPara="1" wrap="square" lIns="91425" tIns="91425" rIns="91425" bIns="91425" anchor="b" anchorCtr="0">
            <a:noAutofit/>
          </a:bodyPr>
          <a:lstStyle/>
          <a:p>
            <a:pPr lvl="0"/>
            <a:r>
              <a:rPr lang="en-US" dirty="0"/>
              <a:t>Definitions of bases</a:t>
            </a:r>
          </a:p>
        </p:txBody>
      </p:sp>
      <p:graphicFrame>
        <p:nvGraphicFramePr>
          <p:cNvPr id="4" name="Table 3">
            <a:extLst>
              <a:ext uri="{FF2B5EF4-FFF2-40B4-BE49-F238E27FC236}">
                <a16:creationId xmlns:a16="http://schemas.microsoft.com/office/drawing/2014/main" id="{3DF12E65-3593-416B-9771-C949CB3F6804}"/>
              </a:ext>
            </a:extLst>
          </p:cNvPr>
          <p:cNvGraphicFramePr>
            <a:graphicFrameLocks noGrp="1"/>
          </p:cNvGraphicFramePr>
          <p:nvPr>
            <p:extLst>
              <p:ext uri="{D42A27DB-BD31-4B8C-83A1-F6EECF244321}">
                <p14:modId xmlns:p14="http://schemas.microsoft.com/office/powerpoint/2010/main" val="248687792"/>
              </p:ext>
            </p:extLst>
          </p:nvPr>
        </p:nvGraphicFramePr>
        <p:xfrm>
          <a:off x="1846577" y="2278907"/>
          <a:ext cx="5130876" cy="1879348"/>
        </p:xfrm>
        <a:graphic>
          <a:graphicData uri="http://schemas.openxmlformats.org/drawingml/2006/table">
            <a:tbl>
              <a:tblPr firstRow="1" firstCol="1" bandRow="1"/>
              <a:tblGrid>
                <a:gridCol w="1710292">
                  <a:extLst>
                    <a:ext uri="{9D8B030D-6E8A-4147-A177-3AD203B41FA5}">
                      <a16:colId xmlns:a16="http://schemas.microsoft.com/office/drawing/2014/main" val="52948117"/>
                    </a:ext>
                  </a:extLst>
                </a:gridCol>
                <a:gridCol w="1710292">
                  <a:extLst>
                    <a:ext uri="{9D8B030D-6E8A-4147-A177-3AD203B41FA5}">
                      <a16:colId xmlns:a16="http://schemas.microsoft.com/office/drawing/2014/main" val="2725973477"/>
                    </a:ext>
                  </a:extLst>
                </a:gridCol>
                <a:gridCol w="1710292">
                  <a:extLst>
                    <a:ext uri="{9D8B030D-6E8A-4147-A177-3AD203B41FA5}">
                      <a16:colId xmlns:a16="http://schemas.microsoft.com/office/drawing/2014/main" val="472386058"/>
                    </a:ext>
                  </a:extLst>
                </a:gridCol>
              </a:tblGrid>
              <a:tr h="0">
                <a:tc>
                  <a:txBody>
                    <a:bodyPr/>
                    <a:lstStyle/>
                    <a:p>
                      <a:pPr algn="ctr">
                        <a:lnSpc>
                          <a:spcPct val="115000"/>
                        </a:lnSpc>
                        <a:spcAft>
                          <a:spcPts val="0"/>
                        </a:spcAft>
                      </a:pPr>
                      <a:r>
                        <a:rPr lang="en-IN" sz="1400" b="0" dirty="0">
                          <a:solidFill>
                            <a:schemeClr val="bg1"/>
                          </a:solidFill>
                          <a:effectLst/>
                          <a:latin typeface="+mn-lt"/>
                          <a:ea typeface="Calibri" panose="020F0502020204030204" pitchFamily="34" charset="0"/>
                          <a:cs typeface="Times New Roman" panose="02020603050405020304" pitchFamily="18" charset="0"/>
                        </a:rPr>
                        <a:t>Chemical name</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B050"/>
                    </a:solidFill>
                  </a:tcPr>
                </a:tc>
                <a:tc>
                  <a:txBody>
                    <a:bodyPr/>
                    <a:lstStyle/>
                    <a:p>
                      <a:pPr algn="ctr">
                        <a:lnSpc>
                          <a:spcPct val="115000"/>
                        </a:lnSpc>
                        <a:spcAft>
                          <a:spcPts val="0"/>
                        </a:spcAft>
                      </a:pPr>
                      <a:r>
                        <a:rPr lang="en-IN" sz="1400" b="0" dirty="0">
                          <a:solidFill>
                            <a:schemeClr val="bg1"/>
                          </a:solidFill>
                          <a:effectLst/>
                          <a:latin typeface="+mn-lt"/>
                          <a:ea typeface="Calibri" panose="020F0502020204030204" pitchFamily="34" charset="0"/>
                          <a:cs typeface="Times New Roman" panose="02020603050405020304" pitchFamily="18" charset="0"/>
                        </a:rPr>
                        <a:t>Chemical formula</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B050"/>
                    </a:solidFill>
                  </a:tcPr>
                </a:tc>
                <a:tc>
                  <a:txBody>
                    <a:bodyPr/>
                    <a:lstStyle/>
                    <a:p>
                      <a:pPr algn="ctr">
                        <a:lnSpc>
                          <a:spcPct val="115000"/>
                        </a:lnSpc>
                        <a:spcAft>
                          <a:spcPts val="0"/>
                        </a:spcAft>
                      </a:pPr>
                      <a:r>
                        <a:rPr lang="en-IN" sz="1400" b="0" dirty="0">
                          <a:solidFill>
                            <a:schemeClr val="bg1"/>
                          </a:solidFill>
                          <a:effectLst/>
                          <a:latin typeface="+mn-lt"/>
                          <a:ea typeface="Calibri" panose="020F0502020204030204" pitchFamily="34" charset="0"/>
                          <a:cs typeface="Times New Roman" panose="02020603050405020304" pitchFamily="18" charset="0"/>
                        </a:rPr>
                        <a:t>Ions formed in water</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B050"/>
                    </a:solidFill>
                  </a:tcPr>
                </a:tc>
                <a:extLst>
                  <a:ext uri="{0D108BD9-81ED-4DB2-BD59-A6C34878D82A}">
                    <a16:rowId xmlns:a16="http://schemas.microsoft.com/office/drawing/2014/main" val="3448279862"/>
                  </a:ext>
                </a:extLst>
              </a:tr>
              <a:tr h="0">
                <a:tc>
                  <a:txBody>
                    <a:bodyPr/>
                    <a:lstStyle/>
                    <a:p>
                      <a:pPr>
                        <a:lnSpc>
                          <a:spcPct val="115000"/>
                        </a:lnSpc>
                        <a:spcAft>
                          <a:spcPts val="0"/>
                        </a:spcAft>
                      </a:pPr>
                      <a:r>
                        <a:rPr lang="en-IN" sz="1400" dirty="0">
                          <a:solidFill>
                            <a:schemeClr val="bg2">
                              <a:lumMod val="50000"/>
                            </a:schemeClr>
                          </a:solidFill>
                          <a:effectLst/>
                          <a:latin typeface="+mn-lt"/>
                          <a:ea typeface="Calibri" panose="020F0502020204030204" pitchFamily="34" charset="0"/>
                          <a:cs typeface="Times New Roman" panose="02020603050405020304" pitchFamily="18" charset="0"/>
                        </a:rPr>
                        <a:t>Sodium hydroxide</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15000"/>
                        </a:lnSpc>
                        <a:spcAft>
                          <a:spcPts val="0"/>
                        </a:spcAft>
                      </a:pPr>
                      <a:r>
                        <a:rPr lang="en-IN" sz="1400" dirty="0" err="1">
                          <a:solidFill>
                            <a:schemeClr val="bg2">
                              <a:lumMod val="50000"/>
                            </a:schemeClr>
                          </a:solidFill>
                          <a:effectLst/>
                          <a:latin typeface="+mn-lt"/>
                          <a:ea typeface="Calibri" panose="020F0502020204030204" pitchFamily="34" charset="0"/>
                          <a:cs typeface="Times New Roman" panose="02020603050405020304" pitchFamily="18" charset="0"/>
                        </a:rPr>
                        <a:t>NaOH</a:t>
                      </a:r>
                      <a:endParaRPr lang="en-IN" sz="1400" dirty="0">
                        <a:solidFill>
                          <a:schemeClr val="bg2">
                            <a:lumMod val="50000"/>
                          </a:schemeClr>
                        </a:solidFill>
                        <a:effectLst/>
                        <a:latin typeface="+mn-lt"/>
                        <a:ea typeface="Calibri" panose="020F0502020204030204" pitchFamily="34"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15000"/>
                        </a:lnSpc>
                        <a:spcAft>
                          <a:spcPts val="0"/>
                        </a:spcAft>
                      </a:pPr>
                      <a:r>
                        <a:rPr lang="en-IN" sz="1400" dirty="0">
                          <a:solidFill>
                            <a:schemeClr val="bg2">
                              <a:lumMod val="50000"/>
                            </a:schemeClr>
                          </a:solidFill>
                          <a:effectLst/>
                          <a:latin typeface="+mn-lt"/>
                          <a:ea typeface="Calibri" panose="020F0502020204030204" pitchFamily="34" charset="0"/>
                          <a:cs typeface="Times New Roman" panose="02020603050405020304" pitchFamily="18" charset="0"/>
                        </a:rPr>
                        <a:t>sodium ion and hydroxide ion</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425816367"/>
                  </a:ext>
                </a:extLst>
              </a:tr>
              <a:tr h="0">
                <a:tc>
                  <a:txBody>
                    <a:bodyPr/>
                    <a:lstStyle/>
                    <a:p>
                      <a:pPr>
                        <a:lnSpc>
                          <a:spcPct val="115000"/>
                        </a:lnSpc>
                        <a:spcAft>
                          <a:spcPts val="0"/>
                        </a:spcAft>
                      </a:pPr>
                      <a:r>
                        <a:rPr lang="en-IN" sz="1400">
                          <a:solidFill>
                            <a:schemeClr val="bg2">
                              <a:lumMod val="50000"/>
                            </a:schemeClr>
                          </a:solidFill>
                          <a:effectLst/>
                          <a:latin typeface="+mn-lt"/>
                          <a:ea typeface="Calibri" panose="020F0502020204030204" pitchFamily="34" charset="0"/>
                          <a:cs typeface="Times New Roman" panose="02020603050405020304" pitchFamily="18" charset="0"/>
                        </a:rPr>
                        <a:t>Potassium hydroxide</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15000"/>
                        </a:lnSpc>
                        <a:spcAft>
                          <a:spcPts val="0"/>
                        </a:spcAft>
                      </a:pPr>
                      <a:r>
                        <a:rPr lang="en-IN" sz="1400" dirty="0">
                          <a:solidFill>
                            <a:schemeClr val="bg2">
                              <a:lumMod val="50000"/>
                            </a:schemeClr>
                          </a:solidFill>
                          <a:effectLst/>
                          <a:latin typeface="+mn-lt"/>
                          <a:ea typeface="Calibri" panose="020F0502020204030204" pitchFamily="34" charset="0"/>
                          <a:cs typeface="Times New Roman" panose="02020603050405020304" pitchFamily="18" charset="0"/>
                        </a:rPr>
                        <a:t>KOH</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15000"/>
                        </a:lnSpc>
                        <a:spcAft>
                          <a:spcPts val="0"/>
                        </a:spcAft>
                      </a:pPr>
                      <a:r>
                        <a:rPr lang="en-IN" sz="1400" dirty="0">
                          <a:solidFill>
                            <a:schemeClr val="bg2">
                              <a:lumMod val="50000"/>
                            </a:schemeClr>
                          </a:solidFill>
                          <a:effectLst/>
                          <a:latin typeface="+mn-lt"/>
                          <a:ea typeface="Calibri" panose="020F0502020204030204" pitchFamily="34" charset="0"/>
                          <a:cs typeface="Times New Roman" panose="02020603050405020304" pitchFamily="18" charset="0"/>
                        </a:rPr>
                        <a:t>potassium ion and hydroxide ion</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167203376"/>
                  </a:ext>
                </a:extLst>
              </a:tr>
              <a:tr h="0">
                <a:tc>
                  <a:txBody>
                    <a:bodyPr/>
                    <a:lstStyle/>
                    <a:p>
                      <a:pPr>
                        <a:lnSpc>
                          <a:spcPct val="115000"/>
                        </a:lnSpc>
                        <a:spcAft>
                          <a:spcPts val="0"/>
                        </a:spcAft>
                      </a:pPr>
                      <a:r>
                        <a:rPr lang="en-IN" sz="1400">
                          <a:solidFill>
                            <a:schemeClr val="bg2">
                              <a:lumMod val="50000"/>
                            </a:schemeClr>
                          </a:solidFill>
                          <a:effectLst/>
                          <a:latin typeface="+mn-lt"/>
                          <a:ea typeface="Calibri" panose="020F0502020204030204" pitchFamily="34" charset="0"/>
                          <a:cs typeface="Times New Roman" panose="02020603050405020304" pitchFamily="18" charset="0"/>
                        </a:rPr>
                        <a:t>Ammonia</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15000"/>
                        </a:lnSpc>
                        <a:spcAft>
                          <a:spcPts val="0"/>
                        </a:spcAft>
                      </a:pPr>
                      <a:r>
                        <a:rPr lang="en-IN" sz="1400" dirty="0">
                          <a:solidFill>
                            <a:schemeClr val="bg2">
                              <a:lumMod val="50000"/>
                            </a:schemeClr>
                          </a:solidFill>
                          <a:effectLst/>
                          <a:latin typeface="+mn-lt"/>
                          <a:ea typeface="Calibri" panose="020F0502020204030204" pitchFamily="34" charset="0"/>
                          <a:cs typeface="Times New Roman" panose="02020603050405020304" pitchFamily="18" charset="0"/>
                        </a:rPr>
                        <a:t>NH</a:t>
                      </a:r>
                      <a:r>
                        <a:rPr lang="en-IN" sz="1400" baseline="-25000" dirty="0">
                          <a:solidFill>
                            <a:schemeClr val="bg2">
                              <a:lumMod val="50000"/>
                            </a:schemeClr>
                          </a:solidFill>
                          <a:effectLst/>
                          <a:latin typeface="+mn-lt"/>
                          <a:ea typeface="Calibri" panose="020F0502020204030204" pitchFamily="34" charset="0"/>
                          <a:cs typeface="Times New Roman" panose="02020603050405020304" pitchFamily="18" charset="0"/>
                        </a:rPr>
                        <a:t>3</a:t>
                      </a:r>
                      <a:endParaRPr lang="en-IN" sz="1400" dirty="0">
                        <a:solidFill>
                          <a:schemeClr val="bg2">
                            <a:lumMod val="50000"/>
                          </a:schemeClr>
                        </a:solidFill>
                        <a:effectLst/>
                        <a:latin typeface="+mn-lt"/>
                        <a:ea typeface="Calibri" panose="020F0502020204030204" pitchFamily="34"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15000"/>
                        </a:lnSpc>
                        <a:spcAft>
                          <a:spcPts val="0"/>
                        </a:spcAft>
                      </a:pPr>
                      <a:r>
                        <a:rPr lang="en-IN" sz="1400" dirty="0">
                          <a:solidFill>
                            <a:schemeClr val="bg2">
                              <a:lumMod val="50000"/>
                            </a:schemeClr>
                          </a:solidFill>
                          <a:effectLst/>
                          <a:latin typeface="+mn-lt"/>
                          <a:ea typeface="Calibri" panose="020F0502020204030204" pitchFamily="34" charset="0"/>
                          <a:cs typeface="Times New Roman" panose="02020603050405020304" pitchFamily="18" charset="0"/>
                        </a:rPr>
                        <a:t>ammonium ion  and hydroxide ion</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274142421"/>
                  </a:ext>
                </a:extLst>
              </a:tr>
            </a:tbl>
          </a:graphicData>
        </a:graphic>
      </p:graphicFrame>
    </p:spTree>
    <p:extLst>
      <p:ext uri="{BB962C8B-B14F-4D97-AF65-F5344CB8AC3E}">
        <p14:creationId xmlns:p14="http://schemas.microsoft.com/office/powerpoint/2010/main" val="986193349"/>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Shape 116"/>
        <p:cNvGrpSpPr/>
        <p:nvPr/>
      </p:nvGrpSpPr>
      <p:grpSpPr>
        <a:xfrm>
          <a:off x="0" y="0"/>
          <a:ext cx="0" cy="0"/>
          <a:chOff x="0" y="0"/>
          <a:chExt cx="0" cy="0"/>
        </a:xfrm>
      </p:grpSpPr>
      <p:sp>
        <p:nvSpPr>
          <p:cNvPr id="117" name="Google Shape;117;p26"/>
          <p:cNvSpPr txBox="1">
            <a:spLocks noGrp="1"/>
          </p:cNvSpPr>
          <p:nvPr>
            <p:ph type="title"/>
          </p:nvPr>
        </p:nvSpPr>
        <p:spPr>
          <a:xfrm>
            <a:off x="933025" y="592925"/>
            <a:ext cx="6305100" cy="767700"/>
          </a:xfrm>
          <a:prstGeom prst="rect">
            <a:avLst/>
          </a:prstGeom>
        </p:spPr>
        <p:txBody>
          <a:bodyPr spcFirstLastPara="1" wrap="square" lIns="91425" tIns="91425" rIns="91425" bIns="91425" anchor="b" anchorCtr="0">
            <a:noAutofit/>
          </a:bodyPr>
          <a:lstStyle/>
          <a:p>
            <a:pPr lvl="0"/>
            <a:r>
              <a:rPr lang="en-US" dirty="0"/>
              <a:t>Strong acids</a:t>
            </a:r>
          </a:p>
        </p:txBody>
      </p:sp>
      <mc:AlternateContent xmlns:mc="http://schemas.openxmlformats.org/markup-compatibility/2006" xmlns:a14="http://schemas.microsoft.com/office/drawing/2010/main">
        <mc:Choice Requires="a14">
          <p:sp>
            <p:nvSpPr>
              <p:cNvPr id="118" name="Google Shape;118;p26"/>
              <p:cNvSpPr txBox="1"/>
              <p:nvPr/>
            </p:nvSpPr>
            <p:spPr>
              <a:xfrm>
                <a:off x="680567" y="2058475"/>
                <a:ext cx="7835472" cy="2492100"/>
              </a:xfrm>
              <a:prstGeom prst="rect">
                <a:avLst/>
              </a:prstGeom>
              <a:noFill/>
              <a:ln>
                <a:noFill/>
              </a:ln>
            </p:spPr>
            <p:txBody>
              <a:bodyPr spcFirstLastPara="1" wrap="square" lIns="91425" tIns="91425" rIns="91425" bIns="91425" anchor="t" anchorCtr="0">
                <a:noAutofit/>
              </a:bodyPr>
              <a:lstStyle/>
              <a:p>
                <a:pPr marL="285750" indent="-285750">
                  <a:lnSpc>
                    <a:spcPct val="114000"/>
                  </a:lnSpc>
                  <a:spcBef>
                    <a:spcPts val="600"/>
                  </a:spcBef>
                  <a:buFont typeface="Arial" panose="020B0604020202020204" pitchFamily="34" charset="0"/>
                  <a:buChar char="•"/>
                </a:pPr>
                <a:r>
                  <a:rPr lang="en-IN" dirty="0"/>
                  <a:t>Strong acids dissociate completely in reaction with water.</a:t>
                </a:r>
              </a:p>
              <a:p>
                <a:pPr marL="285750" indent="-285750">
                  <a:lnSpc>
                    <a:spcPct val="114000"/>
                  </a:lnSpc>
                  <a:spcBef>
                    <a:spcPts val="600"/>
                  </a:spcBef>
                  <a:buFont typeface="Arial" panose="020B0604020202020204" pitchFamily="34" charset="0"/>
                  <a:buChar char="•"/>
                </a:pPr>
                <a:r>
                  <a:rPr lang="en-IN" dirty="0"/>
                  <a:t>Consider the reaction of sulphuric acid with water, which forms hydroxonium ions and bisulphate ions.</a:t>
                </a:r>
              </a:p>
              <a:p>
                <a:pPr>
                  <a:lnSpc>
                    <a:spcPct val="114000"/>
                  </a:lnSpc>
                  <a:spcBef>
                    <a:spcPts val="600"/>
                  </a:spcBef>
                </a:pPr>
                <a14:m>
                  <m:oMathPara xmlns:m="http://schemas.openxmlformats.org/officeDocument/2006/math">
                    <m:oMathParaPr>
                      <m:jc m:val="centerGroup"/>
                    </m:oMathParaPr>
                    <m:oMath xmlns:m="http://schemas.openxmlformats.org/officeDocument/2006/math">
                      <m:sSub>
                        <m:sSubPr>
                          <m:ctrlPr>
                            <a:rPr lang="en-IN" i="1" smtClean="0">
                              <a:latin typeface="Cambria Math" panose="02040503050406030204" pitchFamily="18" charset="0"/>
                            </a:rPr>
                          </m:ctrlPr>
                        </m:sSubPr>
                        <m:e>
                          <m:r>
                            <a:rPr lang="en-IN" i="1">
                              <a:latin typeface="Cambria Math" panose="02040503050406030204" pitchFamily="18" charset="0"/>
                            </a:rPr>
                            <m:t>𝐻</m:t>
                          </m:r>
                        </m:e>
                        <m:sub>
                          <m:r>
                            <a:rPr lang="en-IN" i="1">
                              <a:latin typeface="Cambria Math" panose="02040503050406030204" pitchFamily="18" charset="0"/>
                            </a:rPr>
                            <m:t>2</m:t>
                          </m:r>
                        </m:sub>
                      </m:sSub>
                      <m:r>
                        <a:rPr lang="en-IN" i="1">
                          <a:latin typeface="Cambria Math" panose="02040503050406030204" pitchFamily="18" charset="0"/>
                        </a:rPr>
                        <m:t>𝑆</m:t>
                      </m:r>
                      <m:sSub>
                        <m:sSubPr>
                          <m:ctrlPr>
                            <a:rPr lang="en-IN" i="1">
                              <a:latin typeface="Cambria Math" panose="02040503050406030204" pitchFamily="18" charset="0"/>
                            </a:rPr>
                          </m:ctrlPr>
                        </m:sSubPr>
                        <m:e>
                          <m:r>
                            <a:rPr lang="en-IN" i="1">
                              <a:latin typeface="Cambria Math" panose="02040503050406030204" pitchFamily="18" charset="0"/>
                            </a:rPr>
                            <m:t>𝑂</m:t>
                          </m:r>
                        </m:e>
                        <m:sub>
                          <m:r>
                            <a:rPr lang="en-IN" i="1">
                              <a:latin typeface="Cambria Math" panose="02040503050406030204" pitchFamily="18" charset="0"/>
                            </a:rPr>
                            <m:t>4</m:t>
                          </m:r>
                        </m:sub>
                      </m:sSub>
                      <m:r>
                        <a:rPr lang="en-IN" b="0" i="1" smtClean="0">
                          <a:latin typeface="Cambria Math" panose="02040503050406030204" pitchFamily="18" charset="0"/>
                        </a:rPr>
                        <m:t>(</m:t>
                      </m:r>
                      <m:r>
                        <a:rPr lang="en-IN" b="0" i="1" smtClean="0">
                          <a:latin typeface="Cambria Math" panose="02040503050406030204" pitchFamily="18" charset="0"/>
                        </a:rPr>
                        <m:t>𝑙</m:t>
                      </m:r>
                      <m:r>
                        <a:rPr lang="en-IN" b="0" i="1" smtClean="0">
                          <a:latin typeface="Cambria Math" panose="02040503050406030204" pitchFamily="18" charset="0"/>
                        </a:rPr>
                        <m:t>)+</m:t>
                      </m:r>
                      <m:sSub>
                        <m:sSubPr>
                          <m:ctrlPr>
                            <a:rPr lang="en-IN" i="1">
                              <a:latin typeface="Cambria Math" panose="02040503050406030204" pitchFamily="18" charset="0"/>
                            </a:rPr>
                          </m:ctrlPr>
                        </m:sSubPr>
                        <m:e>
                          <m:r>
                            <a:rPr lang="en-IN" i="1">
                              <a:latin typeface="Cambria Math" panose="02040503050406030204" pitchFamily="18" charset="0"/>
                            </a:rPr>
                            <m:t>𝐻</m:t>
                          </m:r>
                        </m:e>
                        <m:sub>
                          <m:r>
                            <a:rPr lang="en-IN" i="1">
                              <a:latin typeface="Cambria Math" panose="02040503050406030204" pitchFamily="18" charset="0"/>
                            </a:rPr>
                            <m:t>2</m:t>
                          </m:r>
                        </m:sub>
                      </m:sSub>
                      <m:r>
                        <a:rPr lang="en-IN" i="1">
                          <a:latin typeface="Cambria Math" panose="02040503050406030204" pitchFamily="18" charset="0"/>
                        </a:rPr>
                        <m:t>𝑂</m:t>
                      </m:r>
                      <m:r>
                        <a:rPr lang="en-IN" b="0" i="1" smtClean="0">
                          <a:latin typeface="Cambria Math" panose="02040503050406030204" pitchFamily="18" charset="0"/>
                        </a:rPr>
                        <m:t>(</m:t>
                      </m:r>
                      <m:r>
                        <a:rPr lang="en-IN" b="0" i="1" smtClean="0">
                          <a:latin typeface="Cambria Math" panose="02040503050406030204" pitchFamily="18" charset="0"/>
                        </a:rPr>
                        <m:t>𝑙</m:t>
                      </m:r>
                      <m:r>
                        <a:rPr lang="en-IN" b="0" i="1" smtClean="0">
                          <a:latin typeface="Cambria Math" panose="02040503050406030204" pitchFamily="18" charset="0"/>
                        </a:rPr>
                        <m:t>)→</m:t>
                      </m:r>
                      <m:sSub>
                        <m:sSubPr>
                          <m:ctrlPr>
                            <a:rPr lang="en-IN" i="1">
                              <a:latin typeface="Cambria Math" panose="02040503050406030204" pitchFamily="18" charset="0"/>
                            </a:rPr>
                          </m:ctrlPr>
                        </m:sSubPr>
                        <m:e>
                          <m:r>
                            <a:rPr lang="en-IN" i="1">
                              <a:latin typeface="Cambria Math" panose="02040503050406030204" pitchFamily="18" charset="0"/>
                            </a:rPr>
                            <m:t>𝐻</m:t>
                          </m:r>
                        </m:e>
                        <m:sub>
                          <m:r>
                            <a:rPr lang="en-IN" i="1">
                              <a:latin typeface="Cambria Math" panose="02040503050406030204" pitchFamily="18" charset="0"/>
                            </a:rPr>
                            <m:t>3</m:t>
                          </m:r>
                        </m:sub>
                      </m:sSub>
                      <m:sSup>
                        <m:sSupPr>
                          <m:ctrlPr>
                            <a:rPr lang="en-IN" i="1">
                              <a:latin typeface="Cambria Math" panose="02040503050406030204" pitchFamily="18" charset="0"/>
                            </a:rPr>
                          </m:ctrlPr>
                        </m:sSupPr>
                        <m:e>
                          <m:r>
                            <a:rPr lang="en-IN" i="1">
                              <a:latin typeface="Cambria Math" panose="02040503050406030204" pitchFamily="18" charset="0"/>
                            </a:rPr>
                            <m:t>𝑂</m:t>
                          </m:r>
                        </m:e>
                        <m:sup>
                          <m:r>
                            <a:rPr lang="en-IN" i="1">
                              <a:latin typeface="Cambria Math" panose="02040503050406030204" pitchFamily="18" charset="0"/>
                            </a:rPr>
                            <m:t>+</m:t>
                          </m:r>
                        </m:sup>
                      </m:sSup>
                      <m:r>
                        <a:rPr lang="en-IN" b="0" i="1" smtClean="0">
                          <a:latin typeface="Cambria Math" panose="02040503050406030204" pitchFamily="18" charset="0"/>
                        </a:rPr>
                        <m:t>(</m:t>
                      </m:r>
                      <m:r>
                        <a:rPr lang="en-IN" b="0" i="1" smtClean="0">
                          <a:latin typeface="Cambria Math" panose="02040503050406030204" pitchFamily="18" charset="0"/>
                        </a:rPr>
                        <m:t>𝑎𝑞</m:t>
                      </m:r>
                      <m:r>
                        <a:rPr lang="en-IN" b="0" i="1" smtClean="0">
                          <a:latin typeface="Cambria Math" panose="02040503050406030204" pitchFamily="18" charset="0"/>
                        </a:rPr>
                        <m:t>)+</m:t>
                      </m:r>
                      <m:r>
                        <a:rPr lang="en-IN" b="0" i="1" smtClean="0">
                          <a:latin typeface="Cambria Math" panose="02040503050406030204" pitchFamily="18" charset="0"/>
                        </a:rPr>
                        <m:t>𝐻𝑆</m:t>
                      </m:r>
                      <m:sSubSup>
                        <m:sSubSupPr>
                          <m:ctrlPr>
                            <a:rPr lang="en-IN" i="1">
                              <a:latin typeface="Cambria Math" panose="02040503050406030204" pitchFamily="18" charset="0"/>
                            </a:rPr>
                          </m:ctrlPr>
                        </m:sSubSupPr>
                        <m:e>
                          <m:r>
                            <a:rPr lang="en-IN" i="1">
                              <a:latin typeface="Cambria Math" panose="02040503050406030204" pitchFamily="18" charset="0"/>
                            </a:rPr>
                            <m:t>𝑂</m:t>
                          </m:r>
                        </m:e>
                        <m:sub>
                          <m:r>
                            <a:rPr lang="en-IN" i="1">
                              <a:latin typeface="Cambria Math" panose="02040503050406030204" pitchFamily="18" charset="0"/>
                            </a:rPr>
                            <m:t>4</m:t>
                          </m:r>
                        </m:sub>
                        <m:sup>
                          <m:r>
                            <a:rPr lang="en-IN" i="1">
                              <a:latin typeface="Cambria Math" panose="02040503050406030204" pitchFamily="18" charset="0"/>
                            </a:rPr>
                            <m:t>−</m:t>
                          </m:r>
                        </m:sup>
                      </m:sSubSup>
                      <m:r>
                        <a:rPr lang="en-IN" b="0" i="1" smtClean="0">
                          <a:latin typeface="Cambria Math" panose="02040503050406030204" pitchFamily="18" charset="0"/>
                        </a:rPr>
                        <m:t>(</m:t>
                      </m:r>
                      <m:r>
                        <a:rPr lang="en-IN" b="0" i="1" smtClean="0">
                          <a:latin typeface="Cambria Math" panose="02040503050406030204" pitchFamily="18" charset="0"/>
                        </a:rPr>
                        <m:t>𝑎𝑞</m:t>
                      </m:r>
                      <m:r>
                        <a:rPr lang="en-IN" b="0" i="1" smtClean="0">
                          <a:latin typeface="Cambria Math" panose="02040503050406030204" pitchFamily="18" charset="0"/>
                        </a:rPr>
                        <m:t>)</m:t>
                      </m:r>
                    </m:oMath>
                  </m:oMathPara>
                </a14:m>
                <a:endParaRPr lang="en-IN" dirty="0"/>
              </a:p>
              <a:p>
                <a:pPr marL="285750" indent="-285750" algn="just">
                  <a:lnSpc>
                    <a:spcPct val="114000"/>
                  </a:lnSpc>
                  <a:spcBef>
                    <a:spcPts val="600"/>
                  </a:spcBef>
                  <a:buFont typeface="Arial" panose="020B0604020202020204" pitchFamily="34" charset="0"/>
                  <a:buChar char="•"/>
                </a:pPr>
                <a:r>
                  <a:rPr lang="en-IN" dirty="0"/>
                  <a:t>The amount of hydroxonium ions determines the pH of the solution. The higher the concentration of hydroxonium ions, the higher is the pH of the solution. In this reaction, the pH is low. This shows that the concentration of hydroxonium ions is high.</a:t>
                </a:r>
              </a:p>
            </p:txBody>
          </p:sp>
        </mc:Choice>
        <mc:Fallback xmlns="">
          <p:sp>
            <p:nvSpPr>
              <p:cNvPr id="118" name="Google Shape;118;p26"/>
              <p:cNvSpPr txBox="1">
                <a:spLocks noRot="1" noChangeAspect="1" noMove="1" noResize="1" noEditPoints="1" noAdjustHandles="1" noChangeArrowheads="1" noChangeShapeType="1" noTextEdit="1"/>
              </p:cNvSpPr>
              <p:nvPr/>
            </p:nvSpPr>
            <p:spPr>
              <a:xfrm>
                <a:off x="680567" y="2058475"/>
                <a:ext cx="7835472" cy="2492100"/>
              </a:xfrm>
              <a:prstGeom prst="rect">
                <a:avLst/>
              </a:prstGeom>
              <a:blipFill>
                <a:blip r:embed="rId3"/>
                <a:stretch>
                  <a:fillRect l="-156" r="-233"/>
                </a:stretch>
              </a:blipFill>
              <a:ln>
                <a:noFill/>
              </a:ln>
            </p:spPr>
            <p:txBody>
              <a:bodyPr/>
              <a:lstStyle/>
              <a:p>
                <a:r>
                  <a:rPr lang="en-GB">
                    <a:noFill/>
                  </a:rPr>
                  <a:t> </a:t>
                </a:r>
              </a:p>
            </p:txBody>
          </p:sp>
        </mc:Fallback>
      </mc:AlternateContent>
    </p:spTree>
    <p:extLst>
      <p:ext uri="{BB962C8B-B14F-4D97-AF65-F5344CB8AC3E}">
        <p14:creationId xmlns:p14="http://schemas.microsoft.com/office/powerpoint/2010/main" val="977758767"/>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Shape 116"/>
        <p:cNvGrpSpPr/>
        <p:nvPr/>
      </p:nvGrpSpPr>
      <p:grpSpPr>
        <a:xfrm>
          <a:off x="0" y="0"/>
          <a:ext cx="0" cy="0"/>
          <a:chOff x="0" y="0"/>
          <a:chExt cx="0" cy="0"/>
        </a:xfrm>
      </p:grpSpPr>
      <p:sp>
        <p:nvSpPr>
          <p:cNvPr id="117" name="Google Shape;117;p26"/>
          <p:cNvSpPr txBox="1">
            <a:spLocks noGrp="1"/>
          </p:cNvSpPr>
          <p:nvPr>
            <p:ph type="title"/>
          </p:nvPr>
        </p:nvSpPr>
        <p:spPr>
          <a:xfrm>
            <a:off x="933025" y="592925"/>
            <a:ext cx="6305100" cy="767700"/>
          </a:xfrm>
          <a:prstGeom prst="rect">
            <a:avLst/>
          </a:prstGeom>
        </p:spPr>
        <p:txBody>
          <a:bodyPr spcFirstLastPara="1" wrap="square" lIns="91425" tIns="91425" rIns="91425" bIns="91425" anchor="b" anchorCtr="0">
            <a:noAutofit/>
          </a:bodyPr>
          <a:lstStyle/>
          <a:p>
            <a:pPr lvl="0"/>
            <a:r>
              <a:rPr lang="en-US" dirty="0"/>
              <a:t>Weak acids</a:t>
            </a:r>
          </a:p>
        </p:txBody>
      </p:sp>
      <mc:AlternateContent xmlns:mc="http://schemas.openxmlformats.org/markup-compatibility/2006">
        <mc:Choice xmlns:a14="http://schemas.microsoft.com/office/drawing/2010/main" Requires="a14">
          <p:sp>
            <p:nvSpPr>
              <p:cNvPr id="118" name="Google Shape;118;p26"/>
              <p:cNvSpPr txBox="1"/>
              <p:nvPr/>
            </p:nvSpPr>
            <p:spPr>
              <a:xfrm>
                <a:off x="680567" y="2058475"/>
                <a:ext cx="7835472" cy="2492100"/>
              </a:xfrm>
              <a:prstGeom prst="rect">
                <a:avLst/>
              </a:prstGeom>
              <a:noFill/>
              <a:ln>
                <a:noFill/>
              </a:ln>
            </p:spPr>
            <p:txBody>
              <a:bodyPr spcFirstLastPara="1" wrap="square" lIns="91425" tIns="91425" rIns="91425" bIns="91425" anchor="t" anchorCtr="0">
                <a:noAutofit/>
              </a:bodyPr>
              <a:lstStyle/>
              <a:p>
                <a:pPr marL="285750" indent="-285750" algn="just">
                  <a:lnSpc>
                    <a:spcPct val="114000"/>
                  </a:lnSpc>
                  <a:spcBef>
                    <a:spcPts val="600"/>
                  </a:spcBef>
                  <a:buFont typeface="Arial" panose="020B0604020202020204" pitchFamily="34" charset="0"/>
                  <a:buChar char="•"/>
                </a:pPr>
                <a:r>
                  <a:rPr lang="en-IN" dirty="0">
                    <a:solidFill>
                      <a:schemeClr val="bg2">
                        <a:lumMod val="50000"/>
                      </a:schemeClr>
                    </a:solidFill>
                  </a:rPr>
                  <a:t>Weak acids partially dissociate in reaction with water. In other words, weak acids partially ionise in a chemical reaction. Let us consider the example of ethanoic acid.</a:t>
                </a:r>
              </a:p>
              <a:p>
                <a:pPr>
                  <a:lnSpc>
                    <a:spcPct val="114000"/>
                  </a:lnSpc>
                  <a:spcBef>
                    <a:spcPts val="600"/>
                  </a:spcBef>
                </a:pPr>
                <a14:m>
                  <m:oMathPara xmlns:m="http://schemas.openxmlformats.org/officeDocument/2006/math">
                    <m:oMathParaPr>
                      <m:jc m:val="centerGroup"/>
                    </m:oMathParaPr>
                    <m:oMath xmlns:m="http://schemas.openxmlformats.org/officeDocument/2006/math">
                      <m:r>
                        <a:rPr lang="en-IN" i="1">
                          <a:solidFill>
                            <a:schemeClr val="bg2">
                              <a:lumMod val="50000"/>
                            </a:schemeClr>
                          </a:solidFill>
                          <a:latin typeface="Cambria Math" panose="02040503050406030204" pitchFamily="18" charset="0"/>
                        </a:rPr>
                        <m:t>𝐶</m:t>
                      </m:r>
                      <m:sSub>
                        <m:sSubPr>
                          <m:ctrlPr>
                            <a:rPr lang="en-IN" i="1">
                              <a:solidFill>
                                <a:schemeClr val="bg2">
                                  <a:lumMod val="50000"/>
                                </a:schemeClr>
                              </a:solidFill>
                              <a:latin typeface="Cambria Math" panose="02040503050406030204" pitchFamily="18" charset="0"/>
                            </a:rPr>
                          </m:ctrlPr>
                        </m:sSubPr>
                        <m:e>
                          <m:r>
                            <a:rPr lang="en-IN" i="1">
                              <a:solidFill>
                                <a:schemeClr val="bg2">
                                  <a:lumMod val="50000"/>
                                </a:schemeClr>
                              </a:solidFill>
                              <a:latin typeface="Cambria Math" panose="02040503050406030204" pitchFamily="18" charset="0"/>
                            </a:rPr>
                            <m:t>𝐻</m:t>
                          </m:r>
                        </m:e>
                        <m:sub>
                          <m:r>
                            <a:rPr lang="en-IN" i="1">
                              <a:solidFill>
                                <a:schemeClr val="bg2">
                                  <a:lumMod val="50000"/>
                                </a:schemeClr>
                              </a:solidFill>
                              <a:latin typeface="Cambria Math" panose="02040503050406030204" pitchFamily="18" charset="0"/>
                            </a:rPr>
                            <m:t>3</m:t>
                          </m:r>
                        </m:sub>
                      </m:sSub>
                      <m:r>
                        <a:rPr lang="en-IN" i="1">
                          <a:solidFill>
                            <a:schemeClr val="bg2">
                              <a:lumMod val="50000"/>
                            </a:schemeClr>
                          </a:solidFill>
                          <a:latin typeface="Cambria Math" panose="02040503050406030204" pitchFamily="18" charset="0"/>
                        </a:rPr>
                        <m:t>𝐶𝑂𝑂𝐻</m:t>
                      </m:r>
                      <m:r>
                        <a:rPr lang="en-IN" b="0" i="1" smtClean="0">
                          <a:solidFill>
                            <a:schemeClr val="bg2">
                              <a:lumMod val="50000"/>
                            </a:schemeClr>
                          </a:solidFill>
                          <a:latin typeface="Cambria Math" panose="02040503050406030204" pitchFamily="18" charset="0"/>
                        </a:rPr>
                        <m:t> </m:t>
                      </m:r>
                      <m:d>
                        <m:dPr>
                          <m:ctrlPr>
                            <a:rPr lang="en-IN" b="0" i="1" smtClean="0">
                              <a:solidFill>
                                <a:schemeClr val="bg2">
                                  <a:lumMod val="50000"/>
                                </a:schemeClr>
                              </a:solidFill>
                              <a:latin typeface="Cambria Math" panose="02040503050406030204" pitchFamily="18" charset="0"/>
                            </a:rPr>
                          </m:ctrlPr>
                        </m:dPr>
                        <m:e>
                          <m:r>
                            <a:rPr lang="en-IN" b="0" i="1" smtClean="0">
                              <a:solidFill>
                                <a:schemeClr val="bg2">
                                  <a:lumMod val="50000"/>
                                </a:schemeClr>
                              </a:solidFill>
                              <a:latin typeface="Cambria Math" panose="02040503050406030204" pitchFamily="18" charset="0"/>
                            </a:rPr>
                            <m:t>𝑙</m:t>
                          </m:r>
                        </m:e>
                      </m:d>
                      <m:r>
                        <a:rPr lang="en-IN" b="0" i="1" smtClean="0">
                          <a:solidFill>
                            <a:schemeClr val="bg2">
                              <a:lumMod val="50000"/>
                            </a:schemeClr>
                          </a:solidFill>
                          <a:latin typeface="Cambria Math" panose="02040503050406030204" pitchFamily="18" charset="0"/>
                        </a:rPr>
                        <m:t>+</m:t>
                      </m:r>
                      <m:r>
                        <a:rPr lang="en-IN" b="0" i="1" smtClean="0">
                          <a:solidFill>
                            <a:schemeClr val="bg2">
                              <a:lumMod val="50000"/>
                            </a:schemeClr>
                          </a:solidFill>
                          <a:latin typeface="Cambria Math" panose="02040503050406030204" pitchFamily="18" charset="0"/>
                        </a:rPr>
                        <m:t>𝐻</m:t>
                      </m:r>
                      <m:r>
                        <a:rPr lang="en-IN" b="0" i="1" baseline="-25000" smtClean="0">
                          <a:solidFill>
                            <a:schemeClr val="bg2">
                              <a:lumMod val="50000"/>
                            </a:schemeClr>
                          </a:solidFill>
                          <a:latin typeface="Cambria Math" panose="02040503050406030204" pitchFamily="18" charset="0"/>
                        </a:rPr>
                        <m:t>2</m:t>
                      </m:r>
                      <m:r>
                        <a:rPr lang="en-IN" b="0" i="1" smtClean="0">
                          <a:solidFill>
                            <a:schemeClr val="bg2">
                              <a:lumMod val="50000"/>
                            </a:schemeClr>
                          </a:solidFill>
                          <a:latin typeface="Cambria Math" panose="02040503050406030204" pitchFamily="18" charset="0"/>
                        </a:rPr>
                        <m:t>𝑂</m:t>
                      </m:r>
                      <m:d>
                        <m:dPr>
                          <m:ctrlPr>
                            <a:rPr lang="en-IN" b="0" i="1" smtClean="0">
                              <a:solidFill>
                                <a:schemeClr val="bg2">
                                  <a:lumMod val="50000"/>
                                </a:schemeClr>
                              </a:solidFill>
                              <a:latin typeface="Cambria Math" panose="02040503050406030204" pitchFamily="18" charset="0"/>
                            </a:rPr>
                          </m:ctrlPr>
                        </m:dPr>
                        <m:e>
                          <m:r>
                            <a:rPr lang="en-IN" b="0" i="1" smtClean="0">
                              <a:solidFill>
                                <a:schemeClr val="bg2">
                                  <a:lumMod val="50000"/>
                                </a:schemeClr>
                              </a:solidFill>
                              <a:latin typeface="Cambria Math" panose="02040503050406030204" pitchFamily="18" charset="0"/>
                            </a:rPr>
                            <m:t>𝑙</m:t>
                          </m:r>
                        </m:e>
                      </m:d>
                      <m:r>
                        <m:rPr>
                          <m:nor/>
                        </m:rPr>
                        <a:rPr lang="en-MY" b="0" i="0" smtClean="0">
                          <a:solidFill>
                            <a:schemeClr val="bg2">
                              <a:lumMod val="50000"/>
                            </a:schemeClr>
                          </a:solidFill>
                          <a:latin typeface="Cambria Math" panose="02040503050406030204" pitchFamily="18" charset="0"/>
                        </a:rPr>
                        <m:t> </m:t>
                      </m:r>
                      <m:r>
                        <m:rPr>
                          <m:nor/>
                        </m:rPr>
                        <a:rPr lang="en-GB"/>
                        <m:t>⇌</m:t>
                      </m:r>
                      <m:r>
                        <a:rPr lang="en-MY" b="0" i="1" smtClean="0">
                          <a:latin typeface="Cambria Math" panose="02040503050406030204" pitchFamily="18" charset="0"/>
                        </a:rPr>
                        <m:t> </m:t>
                      </m:r>
                      <m:sSub>
                        <m:sSubPr>
                          <m:ctrlPr>
                            <a:rPr lang="en-IN" i="1">
                              <a:solidFill>
                                <a:schemeClr val="bg2">
                                  <a:lumMod val="50000"/>
                                </a:schemeClr>
                              </a:solidFill>
                              <a:latin typeface="Cambria Math" panose="02040503050406030204" pitchFamily="18" charset="0"/>
                            </a:rPr>
                          </m:ctrlPr>
                        </m:sSubPr>
                        <m:e>
                          <m:r>
                            <a:rPr lang="en-IN" i="1">
                              <a:solidFill>
                                <a:schemeClr val="bg2">
                                  <a:lumMod val="50000"/>
                                </a:schemeClr>
                              </a:solidFill>
                              <a:latin typeface="Cambria Math" panose="02040503050406030204" pitchFamily="18" charset="0"/>
                            </a:rPr>
                            <m:t>𝐻</m:t>
                          </m:r>
                        </m:e>
                        <m:sub>
                          <m:r>
                            <a:rPr lang="en-IN" i="1">
                              <a:solidFill>
                                <a:schemeClr val="bg2">
                                  <a:lumMod val="50000"/>
                                </a:schemeClr>
                              </a:solidFill>
                              <a:latin typeface="Cambria Math" panose="02040503050406030204" pitchFamily="18" charset="0"/>
                            </a:rPr>
                            <m:t>3</m:t>
                          </m:r>
                        </m:sub>
                      </m:sSub>
                      <m:sSup>
                        <m:sSupPr>
                          <m:ctrlPr>
                            <a:rPr lang="en-IN" i="1">
                              <a:solidFill>
                                <a:schemeClr val="bg2">
                                  <a:lumMod val="50000"/>
                                </a:schemeClr>
                              </a:solidFill>
                              <a:latin typeface="Cambria Math" panose="02040503050406030204" pitchFamily="18" charset="0"/>
                            </a:rPr>
                          </m:ctrlPr>
                        </m:sSupPr>
                        <m:e>
                          <m:r>
                            <a:rPr lang="en-IN" i="1">
                              <a:solidFill>
                                <a:schemeClr val="bg2">
                                  <a:lumMod val="50000"/>
                                </a:schemeClr>
                              </a:solidFill>
                              <a:latin typeface="Cambria Math" panose="02040503050406030204" pitchFamily="18" charset="0"/>
                            </a:rPr>
                            <m:t>𝑂</m:t>
                          </m:r>
                        </m:e>
                        <m:sup>
                          <m:r>
                            <a:rPr lang="en-IN" i="1">
                              <a:solidFill>
                                <a:schemeClr val="bg2">
                                  <a:lumMod val="50000"/>
                                </a:schemeClr>
                              </a:solidFill>
                              <a:latin typeface="Cambria Math" panose="02040503050406030204" pitchFamily="18" charset="0"/>
                            </a:rPr>
                            <m:t>+</m:t>
                          </m:r>
                        </m:sup>
                      </m:sSup>
                      <m:d>
                        <m:dPr>
                          <m:ctrlPr>
                            <a:rPr lang="en-IN" b="0" i="1" smtClean="0">
                              <a:solidFill>
                                <a:schemeClr val="bg2">
                                  <a:lumMod val="50000"/>
                                </a:schemeClr>
                              </a:solidFill>
                              <a:latin typeface="Cambria Math" panose="02040503050406030204" pitchFamily="18" charset="0"/>
                            </a:rPr>
                          </m:ctrlPr>
                        </m:dPr>
                        <m:e>
                          <m:r>
                            <a:rPr lang="en-IN" b="0" i="1" smtClean="0">
                              <a:solidFill>
                                <a:schemeClr val="bg2">
                                  <a:lumMod val="50000"/>
                                </a:schemeClr>
                              </a:solidFill>
                              <a:latin typeface="Cambria Math" panose="02040503050406030204" pitchFamily="18" charset="0"/>
                            </a:rPr>
                            <m:t>𝑎𝑞</m:t>
                          </m:r>
                        </m:e>
                      </m:d>
                      <m:r>
                        <a:rPr lang="en-IN" i="1">
                          <a:solidFill>
                            <a:schemeClr val="bg2">
                              <a:lumMod val="50000"/>
                            </a:schemeClr>
                          </a:solidFill>
                          <a:latin typeface="Cambria Math" panose="02040503050406030204" pitchFamily="18" charset="0"/>
                        </a:rPr>
                        <m:t>+</m:t>
                      </m:r>
                      <m:r>
                        <a:rPr lang="en-IN" i="1">
                          <a:solidFill>
                            <a:schemeClr val="bg2">
                              <a:lumMod val="50000"/>
                            </a:schemeClr>
                          </a:solidFill>
                          <a:latin typeface="Cambria Math" panose="02040503050406030204" pitchFamily="18" charset="0"/>
                        </a:rPr>
                        <m:t>𝐶</m:t>
                      </m:r>
                      <m:sSub>
                        <m:sSubPr>
                          <m:ctrlPr>
                            <a:rPr lang="en-IN" i="1">
                              <a:solidFill>
                                <a:schemeClr val="bg2">
                                  <a:lumMod val="50000"/>
                                </a:schemeClr>
                              </a:solidFill>
                              <a:latin typeface="Cambria Math" panose="02040503050406030204" pitchFamily="18" charset="0"/>
                            </a:rPr>
                          </m:ctrlPr>
                        </m:sSubPr>
                        <m:e>
                          <m:r>
                            <a:rPr lang="en-IN" i="1">
                              <a:solidFill>
                                <a:schemeClr val="bg2">
                                  <a:lumMod val="50000"/>
                                </a:schemeClr>
                              </a:solidFill>
                              <a:latin typeface="Cambria Math" panose="02040503050406030204" pitchFamily="18" charset="0"/>
                            </a:rPr>
                            <m:t>𝐻</m:t>
                          </m:r>
                        </m:e>
                        <m:sub>
                          <m:r>
                            <a:rPr lang="en-IN" i="1">
                              <a:solidFill>
                                <a:schemeClr val="bg2">
                                  <a:lumMod val="50000"/>
                                </a:schemeClr>
                              </a:solidFill>
                              <a:latin typeface="Cambria Math" panose="02040503050406030204" pitchFamily="18" charset="0"/>
                            </a:rPr>
                            <m:t>3</m:t>
                          </m:r>
                        </m:sub>
                      </m:sSub>
                      <m:r>
                        <a:rPr lang="en-IN" i="1">
                          <a:solidFill>
                            <a:schemeClr val="bg2">
                              <a:lumMod val="50000"/>
                            </a:schemeClr>
                          </a:solidFill>
                          <a:latin typeface="Cambria Math" panose="02040503050406030204" pitchFamily="18" charset="0"/>
                        </a:rPr>
                        <m:t>𝐶𝑂</m:t>
                      </m:r>
                      <m:sSup>
                        <m:sSupPr>
                          <m:ctrlPr>
                            <a:rPr lang="en-IN" i="1">
                              <a:solidFill>
                                <a:schemeClr val="bg2">
                                  <a:lumMod val="50000"/>
                                </a:schemeClr>
                              </a:solidFill>
                              <a:latin typeface="Cambria Math" panose="02040503050406030204" pitchFamily="18" charset="0"/>
                            </a:rPr>
                          </m:ctrlPr>
                        </m:sSupPr>
                        <m:e>
                          <m:r>
                            <a:rPr lang="en-IN" i="1">
                              <a:solidFill>
                                <a:schemeClr val="bg2">
                                  <a:lumMod val="50000"/>
                                </a:schemeClr>
                              </a:solidFill>
                              <a:latin typeface="Cambria Math" panose="02040503050406030204" pitchFamily="18" charset="0"/>
                            </a:rPr>
                            <m:t>𝑂</m:t>
                          </m:r>
                        </m:e>
                        <m:sup>
                          <m:r>
                            <a:rPr lang="en-IN" i="1">
                              <a:solidFill>
                                <a:schemeClr val="bg2">
                                  <a:lumMod val="50000"/>
                                </a:schemeClr>
                              </a:solidFill>
                              <a:latin typeface="Cambria Math" panose="02040503050406030204" pitchFamily="18" charset="0"/>
                            </a:rPr>
                            <m:t>−</m:t>
                          </m:r>
                        </m:sup>
                      </m:sSup>
                      <m:r>
                        <a:rPr lang="en-IN" b="0" i="1" smtClean="0">
                          <a:solidFill>
                            <a:schemeClr val="bg2">
                              <a:lumMod val="50000"/>
                            </a:schemeClr>
                          </a:solidFill>
                          <a:latin typeface="Cambria Math" panose="02040503050406030204" pitchFamily="18" charset="0"/>
                        </a:rPr>
                        <m:t>(</m:t>
                      </m:r>
                      <m:r>
                        <a:rPr lang="en-IN" b="0" i="1" smtClean="0">
                          <a:solidFill>
                            <a:schemeClr val="bg2">
                              <a:lumMod val="50000"/>
                            </a:schemeClr>
                          </a:solidFill>
                          <a:latin typeface="Cambria Math" panose="02040503050406030204" pitchFamily="18" charset="0"/>
                        </a:rPr>
                        <m:t>𝑎𝑞</m:t>
                      </m:r>
                      <m:r>
                        <a:rPr lang="en-IN" b="0" i="1" smtClean="0">
                          <a:solidFill>
                            <a:schemeClr val="bg2">
                              <a:lumMod val="50000"/>
                            </a:schemeClr>
                          </a:solidFill>
                          <a:latin typeface="Cambria Math" panose="02040503050406030204" pitchFamily="18" charset="0"/>
                        </a:rPr>
                        <m:t>)</m:t>
                      </m:r>
                    </m:oMath>
                  </m:oMathPara>
                </a14:m>
                <a:endParaRPr lang="en-IN" dirty="0">
                  <a:solidFill>
                    <a:schemeClr val="bg2">
                      <a:lumMod val="50000"/>
                    </a:schemeClr>
                  </a:solidFill>
                </a:endParaRPr>
              </a:p>
              <a:p>
                <a:pPr marL="285750" indent="-285750">
                  <a:lnSpc>
                    <a:spcPct val="114000"/>
                  </a:lnSpc>
                  <a:spcBef>
                    <a:spcPts val="600"/>
                  </a:spcBef>
                  <a:buFont typeface="Arial" panose="020B0604020202020204" pitchFamily="34" charset="0"/>
                  <a:buChar char="•"/>
                </a:pPr>
                <a:r>
                  <a:rPr lang="en-IN" dirty="0">
                    <a:solidFill>
                      <a:schemeClr val="bg2">
                        <a:lumMod val="50000"/>
                      </a:schemeClr>
                    </a:solidFill>
                  </a:rPr>
                  <a:t>In this reaction, the concentration of hydroxonium ions is less when compared to that of sulphuric acid. Hence, the pH is higher. </a:t>
                </a:r>
              </a:p>
              <a:p>
                <a:pPr marL="285750" indent="-285750" algn="just">
                  <a:lnSpc>
                    <a:spcPct val="114000"/>
                  </a:lnSpc>
                  <a:spcBef>
                    <a:spcPts val="600"/>
                  </a:spcBef>
                  <a:buFont typeface="Arial" panose="020B0604020202020204" pitchFamily="34" charset="0"/>
                  <a:buChar char="•"/>
                </a:pPr>
                <a:r>
                  <a:rPr lang="en-IN" sz="1400" dirty="0">
                    <a:solidFill>
                      <a:schemeClr val="bg2">
                        <a:lumMod val="50000"/>
                      </a:schemeClr>
                    </a:solidFill>
                    <a:latin typeface="+mn-lt"/>
                  </a:rPr>
                  <a:t>The concentrations of hydrogen ions in solutions varying from 10</a:t>
                </a:r>
                <a:r>
                  <a:rPr lang="en-IN" sz="1400" baseline="30000" dirty="0">
                    <a:solidFill>
                      <a:schemeClr val="bg2">
                        <a:lumMod val="50000"/>
                      </a:schemeClr>
                    </a:solidFill>
                    <a:latin typeface="+mn-lt"/>
                  </a:rPr>
                  <a:t>-14</a:t>
                </a:r>
                <a:r>
                  <a:rPr lang="en-IN" sz="1400" dirty="0">
                    <a:solidFill>
                      <a:schemeClr val="bg2">
                        <a:lumMod val="50000"/>
                      </a:schemeClr>
                    </a:solidFill>
                    <a:latin typeface="+mn-lt"/>
                  </a:rPr>
                  <a:t> mol/dm</a:t>
                </a:r>
                <a:r>
                  <a:rPr lang="en-IN" sz="1400" baseline="30000" dirty="0">
                    <a:solidFill>
                      <a:schemeClr val="bg2">
                        <a:lumMod val="50000"/>
                      </a:schemeClr>
                    </a:solidFill>
                    <a:latin typeface="+mn-lt"/>
                  </a:rPr>
                  <a:t>3</a:t>
                </a:r>
                <a:r>
                  <a:rPr lang="en-IN" sz="1400" dirty="0">
                    <a:solidFill>
                      <a:schemeClr val="bg2">
                        <a:lumMod val="50000"/>
                      </a:schemeClr>
                    </a:solidFill>
                    <a:latin typeface="+mn-lt"/>
                  </a:rPr>
                  <a:t> to 10</a:t>
                </a:r>
                <a:r>
                  <a:rPr lang="en-IN" sz="1400" baseline="30000" dirty="0">
                    <a:solidFill>
                      <a:schemeClr val="bg2">
                        <a:lumMod val="50000"/>
                      </a:schemeClr>
                    </a:solidFill>
                    <a:latin typeface="+mn-lt"/>
                  </a:rPr>
                  <a:t>-1</a:t>
                </a:r>
                <a:r>
                  <a:rPr lang="en-IN" sz="1400" dirty="0">
                    <a:solidFill>
                      <a:schemeClr val="bg2">
                        <a:lumMod val="50000"/>
                      </a:schemeClr>
                    </a:solidFill>
                    <a:latin typeface="+mn-lt"/>
                  </a:rPr>
                  <a:t> mol/dm</a:t>
                </a:r>
                <a:r>
                  <a:rPr lang="en-IN" sz="1400" baseline="30000" dirty="0">
                    <a:solidFill>
                      <a:schemeClr val="bg2">
                        <a:lumMod val="50000"/>
                      </a:schemeClr>
                    </a:solidFill>
                    <a:latin typeface="+mn-lt"/>
                  </a:rPr>
                  <a:t>3</a:t>
                </a:r>
                <a:r>
                  <a:rPr lang="en-IN" sz="1400" dirty="0">
                    <a:solidFill>
                      <a:schemeClr val="bg2">
                        <a:lumMod val="50000"/>
                      </a:schemeClr>
                    </a:solidFill>
                    <a:latin typeface="+mn-lt"/>
                  </a:rPr>
                  <a:t> are converted to pH values of 14 to 1. A</a:t>
                </a:r>
                <a:r>
                  <a:rPr lang="en-IN" dirty="0">
                    <a:solidFill>
                      <a:schemeClr val="bg2">
                        <a:lumMod val="50000"/>
                      </a:schemeClr>
                    </a:solidFill>
                    <a:latin typeface="+mn-lt"/>
                  </a:rPr>
                  <a:t>cidic solutions have a pH between 0 and 7. Whereas, basic solutions have a pH between 7 and 14. pH 7 denotes a neutral solution. </a:t>
                </a:r>
                <a:r>
                  <a:rPr lang="en-IN" sz="1400" dirty="0">
                    <a:solidFill>
                      <a:schemeClr val="bg2">
                        <a:lumMod val="50000"/>
                      </a:schemeClr>
                    </a:solidFill>
                    <a:latin typeface="+mn-lt"/>
                  </a:rPr>
                  <a:t>pH denotes the degree of acidity and basicity. </a:t>
                </a:r>
              </a:p>
            </p:txBody>
          </p:sp>
        </mc:Choice>
        <mc:Fallback>
          <p:sp>
            <p:nvSpPr>
              <p:cNvPr id="118" name="Google Shape;118;p26"/>
              <p:cNvSpPr txBox="1">
                <a:spLocks noRot="1" noChangeAspect="1" noMove="1" noResize="1" noEditPoints="1" noAdjustHandles="1" noChangeArrowheads="1" noChangeShapeType="1" noTextEdit="1"/>
              </p:cNvSpPr>
              <p:nvPr/>
            </p:nvSpPr>
            <p:spPr>
              <a:xfrm>
                <a:off x="680567" y="2058475"/>
                <a:ext cx="7835472" cy="2492100"/>
              </a:xfrm>
              <a:prstGeom prst="rect">
                <a:avLst/>
              </a:prstGeom>
              <a:blipFill>
                <a:blip r:embed="rId3"/>
                <a:stretch>
                  <a:fillRect l="-156" r="-233" b="-4657"/>
                </a:stretch>
              </a:blipFill>
              <a:ln>
                <a:noFill/>
              </a:ln>
            </p:spPr>
            <p:txBody>
              <a:bodyPr/>
              <a:lstStyle/>
              <a:p>
                <a:r>
                  <a:rPr lang="en-GB">
                    <a:noFill/>
                  </a:rPr>
                  <a:t> </a:t>
                </a:r>
              </a:p>
            </p:txBody>
          </p:sp>
        </mc:Fallback>
      </mc:AlternateContent>
    </p:spTree>
    <p:extLst>
      <p:ext uri="{BB962C8B-B14F-4D97-AF65-F5344CB8AC3E}">
        <p14:creationId xmlns:p14="http://schemas.microsoft.com/office/powerpoint/2010/main" val="36268956"/>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Shape 116"/>
        <p:cNvGrpSpPr/>
        <p:nvPr/>
      </p:nvGrpSpPr>
      <p:grpSpPr>
        <a:xfrm>
          <a:off x="0" y="0"/>
          <a:ext cx="0" cy="0"/>
          <a:chOff x="0" y="0"/>
          <a:chExt cx="0" cy="0"/>
        </a:xfrm>
      </p:grpSpPr>
      <p:sp>
        <p:nvSpPr>
          <p:cNvPr id="117" name="Google Shape;117;p26"/>
          <p:cNvSpPr txBox="1">
            <a:spLocks noGrp="1"/>
          </p:cNvSpPr>
          <p:nvPr>
            <p:ph type="title"/>
          </p:nvPr>
        </p:nvSpPr>
        <p:spPr>
          <a:xfrm>
            <a:off x="933025" y="592925"/>
            <a:ext cx="6305100" cy="767700"/>
          </a:xfrm>
          <a:prstGeom prst="rect">
            <a:avLst/>
          </a:prstGeom>
        </p:spPr>
        <p:txBody>
          <a:bodyPr spcFirstLastPara="1" wrap="square" lIns="91425" tIns="91425" rIns="91425" bIns="91425" anchor="b" anchorCtr="0">
            <a:noAutofit/>
          </a:bodyPr>
          <a:lstStyle/>
          <a:p>
            <a:pPr lvl="0"/>
            <a:r>
              <a:rPr lang="en-IN" dirty="0" err="1">
                <a:latin typeface="+mn-lt"/>
              </a:rPr>
              <a:t>Bronsted</a:t>
            </a:r>
            <a:r>
              <a:rPr lang="en-IN" dirty="0">
                <a:latin typeface="+mn-lt"/>
              </a:rPr>
              <a:t>-Lowry acids and bases</a:t>
            </a:r>
          </a:p>
        </p:txBody>
      </p:sp>
      <p:sp>
        <p:nvSpPr>
          <p:cNvPr id="118" name="Google Shape;118;p26"/>
          <p:cNvSpPr txBox="1"/>
          <p:nvPr/>
        </p:nvSpPr>
        <p:spPr>
          <a:xfrm>
            <a:off x="702599" y="2028224"/>
            <a:ext cx="7846489" cy="3006483"/>
          </a:xfrm>
          <a:prstGeom prst="rect">
            <a:avLst/>
          </a:prstGeom>
          <a:noFill/>
          <a:ln>
            <a:noFill/>
          </a:ln>
        </p:spPr>
        <p:txBody>
          <a:bodyPr spcFirstLastPara="1" wrap="square" lIns="91425" tIns="91425" rIns="91425" bIns="91425" anchor="t" anchorCtr="0">
            <a:noAutofit/>
          </a:bodyPr>
          <a:lstStyle/>
          <a:p>
            <a:pPr marL="457200" lvl="0" indent="-342900">
              <a:lnSpc>
                <a:spcPct val="114000"/>
              </a:lnSpc>
              <a:buSzPts val="1800"/>
              <a:buFont typeface="Arial" panose="020B0604020202020204" pitchFamily="34" charset="0"/>
              <a:buChar char="•"/>
            </a:pPr>
            <a:r>
              <a:rPr lang="en-IN" dirty="0"/>
              <a:t>The definition for </a:t>
            </a:r>
            <a:r>
              <a:rPr lang="en-IN" dirty="0" err="1"/>
              <a:t>Bronsted</a:t>
            </a:r>
            <a:r>
              <a:rPr lang="en-IN" dirty="0"/>
              <a:t>-Lowry acids and bases is based on the fact that in a reaction between an acid and a base, the proton (H+ ion) is transferred from acid to base. </a:t>
            </a:r>
          </a:p>
          <a:p>
            <a:pPr marL="457200" lvl="0" indent="-342900">
              <a:lnSpc>
                <a:spcPct val="114000"/>
              </a:lnSpc>
              <a:buSzPts val="1800"/>
              <a:buFont typeface="Arial" panose="020B0604020202020204" pitchFamily="34" charset="0"/>
              <a:buChar char="•"/>
            </a:pPr>
            <a:r>
              <a:rPr lang="en-IN" dirty="0"/>
              <a:t>Thus, a </a:t>
            </a:r>
            <a:r>
              <a:rPr lang="en-IN" dirty="0" err="1"/>
              <a:t>Bronsted</a:t>
            </a:r>
            <a:r>
              <a:rPr lang="en-IN" dirty="0"/>
              <a:t>-Lowry acid is a proton-donor and a </a:t>
            </a:r>
            <a:r>
              <a:rPr lang="en-IN" dirty="0" err="1"/>
              <a:t>Bronsted</a:t>
            </a:r>
            <a:r>
              <a:rPr lang="en-IN" dirty="0"/>
              <a:t>-Lowry base is a proton-acceptor. </a:t>
            </a:r>
          </a:p>
          <a:p>
            <a:pPr marL="457200" lvl="0" indent="-342900">
              <a:lnSpc>
                <a:spcPct val="114000"/>
              </a:lnSpc>
              <a:buSzPts val="1800"/>
              <a:buFont typeface="Arial" panose="020B0604020202020204" pitchFamily="34" charset="0"/>
              <a:buChar char="•"/>
            </a:pPr>
            <a:endParaRPr lang="en-IN" dirty="0"/>
          </a:p>
          <a:p>
            <a:pPr marL="457200" lvl="0" indent="-342900">
              <a:lnSpc>
                <a:spcPct val="114000"/>
              </a:lnSpc>
              <a:buSzPts val="1800"/>
              <a:buFont typeface="Arial" panose="020B0604020202020204" pitchFamily="34" charset="0"/>
              <a:buChar char="•"/>
            </a:pPr>
            <a:endParaRPr lang="en-IN" dirty="0"/>
          </a:p>
          <a:p>
            <a:pPr marL="457200" lvl="0" indent="-342900">
              <a:lnSpc>
                <a:spcPct val="114000"/>
              </a:lnSpc>
              <a:buSzPts val="1800"/>
              <a:buFont typeface="Arial" panose="020B0604020202020204" pitchFamily="34" charset="0"/>
              <a:buChar char="•"/>
            </a:pPr>
            <a:endParaRPr lang="en-IN" dirty="0"/>
          </a:p>
          <a:p>
            <a:pPr marL="400050" lvl="0" indent="-285750">
              <a:lnSpc>
                <a:spcPct val="114000"/>
              </a:lnSpc>
              <a:buSzPts val="1800"/>
              <a:buFont typeface="Arial" panose="020B0604020202020204" pitchFamily="34" charset="0"/>
              <a:buChar char="•"/>
            </a:pPr>
            <a:endParaRPr lang="en-IN" dirty="0"/>
          </a:p>
          <a:p>
            <a:pPr marL="457200" lvl="0" indent="-342900">
              <a:lnSpc>
                <a:spcPct val="114000"/>
              </a:lnSpc>
              <a:buSzPts val="1800"/>
              <a:buFont typeface="Arial" panose="020B0604020202020204" pitchFamily="34" charset="0"/>
              <a:buChar char="•"/>
            </a:pPr>
            <a:r>
              <a:rPr lang="en-IN" dirty="0"/>
              <a:t>If a reactant is related to product by transfer of a proton, then the pair is called as conjugate pair. </a:t>
            </a:r>
          </a:p>
          <a:p>
            <a:pPr marL="457200" indent="-342900">
              <a:lnSpc>
                <a:spcPct val="114000"/>
              </a:lnSpc>
              <a:buSzPts val="1800"/>
              <a:buFont typeface="Arial" panose="020B0604020202020204" pitchFamily="34" charset="0"/>
              <a:buChar char="•"/>
            </a:pPr>
            <a:r>
              <a:rPr lang="en-IN" dirty="0"/>
              <a:t>In the above reaction, HSO</a:t>
            </a:r>
            <a:r>
              <a:rPr lang="en-IN" baseline="-25000" dirty="0"/>
              <a:t>4</a:t>
            </a:r>
            <a:r>
              <a:rPr lang="en-IN" baseline="30000" dirty="0"/>
              <a:t>-</a:t>
            </a:r>
            <a:r>
              <a:rPr lang="en-IN" dirty="0"/>
              <a:t> is the conjugate base of acid H</a:t>
            </a:r>
            <a:r>
              <a:rPr lang="en-IN" baseline="-25000" dirty="0"/>
              <a:t>2</a:t>
            </a:r>
            <a:r>
              <a:rPr lang="en-IN" dirty="0"/>
              <a:t>SO</a:t>
            </a:r>
            <a:r>
              <a:rPr lang="en-IN" baseline="-25000" dirty="0"/>
              <a:t>4</a:t>
            </a:r>
            <a:r>
              <a:rPr lang="en-IN" dirty="0"/>
              <a:t> and H</a:t>
            </a:r>
            <a:r>
              <a:rPr lang="en-IN" baseline="-25000" dirty="0"/>
              <a:t>3</a:t>
            </a:r>
            <a:r>
              <a:rPr lang="en-IN" dirty="0"/>
              <a:t>O</a:t>
            </a:r>
            <a:r>
              <a:rPr lang="en-IN" baseline="30000" dirty="0"/>
              <a:t>+</a:t>
            </a:r>
            <a:r>
              <a:rPr lang="en-IN" dirty="0"/>
              <a:t> is the conjugate acid of base H</a:t>
            </a:r>
            <a:r>
              <a:rPr lang="en-IN" baseline="-25000" dirty="0"/>
              <a:t>2</a:t>
            </a:r>
            <a:r>
              <a:rPr lang="en-IN" dirty="0"/>
              <a:t>O.</a:t>
            </a:r>
          </a:p>
          <a:p>
            <a:pPr marL="400050" lvl="0" indent="-285750">
              <a:lnSpc>
                <a:spcPct val="114000"/>
              </a:lnSpc>
              <a:buSzPts val="1800"/>
              <a:buFont typeface="Arial" panose="020B0604020202020204" pitchFamily="34" charset="0"/>
              <a:buChar char="•"/>
            </a:pPr>
            <a:endParaRPr lang="en-IN" dirty="0"/>
          </a:p>
          <a:p>
            <a:pPr marL="285750" lvl="0" indent="-285750" algn="l" rtl="0">
              <a:spcBef>
                <a:spcPts val="1000"/>
              </a:spcBef>
              <a:spcAft>
                <a:spcPts val="0"/>
              </a:spcAft>
              <a:buFont typeface="Arial" panose="020B0604020202020204" pitchFamily="34" charset="0"/>
              <a:buChar char="•"/>
            </a:pPr>
            <a:endParaRPr dirty="0"/>
          </a:p>
          <a:p>
            <a:pPr marL="285750" lvl="0" indent="-285750" algn="l" rtl="0">
              <a:spcBef>
                <a:spcPts val="0"/>
              </a:spcBef>
              <a:spcAft>
                <a:spcPts val="0"/>
              </a:spcAft>
              <a:buFont typeface="Arial" panose="020B0604020202020204" pitchFamily="34" charset="0"/>
              <a:buChar char="•"/>
            </a:pPr>
            <a:endParaRPr dirty="0"/>
          </a:p>
          <a:p>
            <a:pPr marL="285750" lvl="0" indent="-285750" algn="l" rtl="0">
              <a:spcBef>
                <a:spcPts val="0"/>
              </a:spcBef>
              <a:spcAft>
                <a:spcPts val="0"/>
              </a:spcAft>
              <a:buFont typeface="Arial" panose="020B0604020202020204" pitchFamily="34" charset="0"/>
              <a:buChar char="•"/>
            </a:pPr>
            <a:endParaRPr dirty="0"/>
          </a:p>
        </p:txBody>
      </p:sp>
      <p:pic>
        <p:nvPicPr>
          <p:cNvPr id="2" name="Picture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968012" y="2876315"/>
            <a:ext cx="2932176" cy="1194816"/>
          </a:xfrm>
          <a:prstGeom prst="rect">
            <a:avLst/>
          </a:prstGeom>
        </p:spPr>
      </p:pic>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Shape 116"/>
        <p:cNvGrpSpPr/>
        <p:nvPr/>
      </p:nvGrpSpPr>
      <p:grpSpPr>
        <a:xfrm>
          <a:off x="0" y="0"/>
          <a:ext cx="0" cy="0"/>
          <a:chOff x="0" y="0"/>
          <a:chExt cx="0" cy="0"/>
        </a:xfrm>
      </p:grpSpPr>
      <p:sp>
        <p:nvSpPr>
          <p:cNvPr id="117" name="Google Shape;117;p26"/>
          <p:cNvSpPr txBox="1">
            <a:spLocks noGrp="1"/>
          </p:cNvSpPr>
          <p:nvPr>
            <p:ph type="title"/>
          </p:nvPr>
        </p:nvSpPr>
        <p:spPr>
          <a:xfrm>
            <a:off x="933025" y="592925"/>
            <a:ext cx="6305100" cy="767700"/>
          </a:xfrm>
          <a:prstGeom prst="rect">
            <a:avLst/>
          </a:prstGeom>
        </p:spPr>
        <p:txBody>
          <a:bodyPr spcFirstLastPara="1" wrap="square" lIns="91425" tIns="91425" rIns="91425" bIns="91425" anchor="b" anchorCtr="0">
            <a:noAutofit/>
          </a:bodyPr>
          <a:lstStyle/>
          <a:p>
            <a:pPr lvl="0"/>
            <a:r>
              <a:rPr lang="en-IN" dirty="0" err="1">
                <a:latin typeface="+mn-lt"/>
              </a:rPr>
              <a:t>Bronsted</a:t>
            </a:r>
            <a:r>
              <a:rPr lang="en-IN" dirty="0">
                <a:latin typeface="+mn-lt"/>
              </a:rPr>
              <a:t>-Lowry acids and bases</a:t>
            </a:r>
          </a:p>
        </p:txBody>
      </p:sp>
      <p:sp>
        <p:nvSpPr>
          <p:cNvPr id="118" name="Google Shape;118;p26"/>
          <p:cNvSpPr txBox="1"/>
          <p:nvPr/>
        </p:nvSpPr>
        <p:spPr>
          <a:xfrm>
            <a:off x="702600" y="2028225"/>
            <a:ext cx="7330800" cy="2492100"/>
          </a:xfrm>
          <a:prstGeom prst="rect">
            <a:avLst/>
          </a:prstGeom>
          <a:noFill/>
          <a:ln>
            <a:noFill/>
          </a:ln>
        </p:spPr>
        <p:txBody>
          <a:bodyPr spcFirstLastPara="1" wrap="square" lIns="91425" tIns="91425" rIns="91425" bIns="91425" anchor="t" anchorCtr="0">
            <a:noAutofit/>
          </a:bodyPr>
          <a:lstStyle/>
          <a:p>
            <a:pPr marL="457200" lvl="0" indent="-342900">
              <a:lnSpc>
                <a:spcPct val="114000"/>
              </a:lnSpc>
              <a:buSzPts val="1800"/>
              <a:buFont typeface="Arial" panose="020B0604020202020204" pitchFamily="34" charset="0"/>
              <a:buChar char="•"/>
            </a:pPr>
            <a:r>
              <a:rPr lang="en-IN" dirty="0"/>
              <a:t>Ammonia is an example of base, which reacts with water and accepts the proton to form ammonium and hydroxide ions. </a:t>
            </a:r>
          </a:p>
          <a:p>
            <a:pPr marL="457200" lvl="0" indent="-342900">
              <a:lnSpc>
                <a:spcPct val="114000"/>
              </a:lnSpc>
              <a:buSzPts val="1800"/>
              <a:buFont typeface="Arial" panose="020B0604020202020204" pitchFamily="34" charset="0"/>
              <a:buChar char="•"/>
            </a:pPr>
            <a:r>
              <a:rPr lang="en-IN" dirty="0"/>
              <a:t>It is important to note that ammonia is a weak base, and it dissociates partially. </a:t>
            </a:r>
          </a:p>
          <a:p>
            <a:pPr marL="400050" lvl="0" indent="-285750">
              <a:lnSpc>
                <a:spcPct val="114000"/>
              </a:lnSpc>
              <a:buSzPts val="1800"/>
              <a:buFont typeface="Arial" panose="020B0604020202020204" pitchFamily="34" charset="0"/>
              <a:buChar char="•"/>
            </a:pPr>
            <a:endParaRPr lang="en-IN" dirty="0"/>
          </a:p>
          <a:p>
            <a:pPr marL="400050" lvl="0" indent="-285750">
              <a:lnSpc>
                <a:spcPct val="114000"/>
              </a:lnSpc>
              <a:buSzPts val="1800"/>
              <a:buFont typeface="Arial" panose="020B0604020202020204" pitchFamily="34" charset="0"/>
              <a:buChar char="•"/>
            </a:pPr>
            <a:endParaRPr lang="en-IN" dirty="0"/>
          </a:p>
          <a:p>
            <a:pPr marL="400050" lvl="0" indent="-285750">
              <a:lnSpc>
                <a:spcPct val="114000"/>
              </a:lnSpc>
              <a:buSzPts val="1800"/>
              <a:buFont typeface="Arial" panose="020B0604020202020204" pitchFamily="34" charset="0"/>
              <a:buChar char="•"/>
            </a:pPr>
            <a:endParaRPr lang="en-IN" dirty="0"/>
          </a:p>
          <a:p>
            <a:pPr marL="400050" lvl="0" indent="-285750">
              <a:lnSpc>
                <a:spcPct val="114000"/>
              </a:lnSpc>
              <a:buSzPts val="1800"/>
              <a:buFont typeface="Arial" panose="020B0604020202020204" pitchFamily="34" charset="0"/>
              <a:buChar char="•"/>
            </a:pPr>
            <a:endParaRPr lang="en-IN" dirty="0"/>
          </a:p>
          <a:p>
            <a:pPr marL="400050" lvl="0" indent="-285750">
              <a:lnSpc>
                <a:spcPct val="114000"/>
              </a:lnSpc>
              <a:buSzPts val="1800"/>
              <a:buFont typeface="Arial" panose="020B0604020202020204" pitchFamily="34" charset="0"/>
              <a:buChar char="•"/>
            </a:pPr>
            <a:endParaRPr lang="en-IN" dirty="0"/>
          </a:p>
          <a:p>
            <a:pPr marL="457200" indent="-342900">
              <a:lnSpc>
                <a:spcPct val="114000"/>
              </a:lnSpc>
              <a:buSzPts val="1800"/>
              <a:buFont typeface="Arial" panose="020B0604020202020204" pitchFamily="34" charset="0"/>
              <a:buChar char="•"/>
            </a:pPr>
            <a:r>
              <a:rPr lang="en-IN" dirty="0"/>
              <a:t>In the above reaction, NH</a:t>
            </a:r>
            <a:r>
              <a:rPr lang="en-IN" baseline="-25000" dirty="0"/>
              <a:t>4</a:t>
            </a:r>
            <a:r>
              <a:rPr lang="en-IN" baseline="30000" dirty="0"/>
              <a:t>+</a:t>
            </a:r>
            <a:r>
              <a:rPr lang="en-IN" dirty="0"/>
              <a:t> is the conjugate acid of base NH</a:t>
            </a:r>
            <a:r>
              <a:rPr lang="en-IN" baseline="-25000" dirty="0"/>
              <a:t>3</a:t>
            </a:r>
            <a:r>
              <a:rPr lang="en-IN" dirty="0"/>
              <a:t> and OH</a:t>
            </a:r>
            <a:r>
              <a:rPr lang="en-IN" baseline="30000" dirty="0"/>
              <a:t>-</a:t>
            </a:r>
            <a:r>
              <a:rPr lang="en-IN" dirty="0"/>
              <a:t> is the conjugate base of acid H</a:t>
            </a:r>
            <a:r>
              <a:rPr lang="en-IN" baseline="-25000" dirty="0"/>
              <a:t>2</a:t>
            </a:r>
            <a:r>
              <a:rPr lang="en-IN" dirty="0"/>
              <a:t>O.</a:t>
            </a:r>
          </a:p>
          <a:p>
            <a:pPr marL="457200" lvl="0" indent="-342900">
              <a:lnSpc>
                <a:spcPct val="114000"/>
              </a:lnSpc>
              <a:buSzPts val="1800"/>
              <a:buFont typeface="Arial" panose="020B0604020202020204" pitchFamily="34" charset="0"/>
              <a:buChar char="•"/>
            </a:pPr>
            <a:endParaRPr lang="en-IN" dirty="0"/>
          </a:p>
          <a:p>
            <a:pPr marL="457200" lvl="0" indent="-342900">
              <a:lnSpc>
                <a:spcPct val="114000"/>
              </a:lnSpc>
              <a:buSzPts val="1800"/>
              <a:buFont typeface="Arial" panose="020B0604020202020204" pitchFamily="34" charset="0"/>
              <a:buChar char="•"/>
            </a:pPr>
            <a:endParaRPr lang="en-IN" dirty="0"/>
          </a:p>
          <a:p>
            <a:pPr marL="285750" lvl="0" indent="-285750" algn="l" rtl="0">
              <a:spcBef>
                <a:spcPts val="1000"/>
              </a:spcBef>
              <a:spcAft>
                <a:spcPts val="0"/>
              </a:spcAft>
              <a:buFont typeface="Arial" panose="020B0604020202020204" pitchFamily="34" charset="0"/>
              <a:buChar char="•"/>
            </a:pPr>
            <a:endParaRPr dirty="0"/>
          </a:p>
          <a:p>
            <a:pPr marL="285750" lvl="0" indent="-285750" algn="l" rtl="0">
              <a:spcBef>
                <a:spcPts val="0"/>
              </a:spcBef>
              <a:spcAft>
                <a:spcPts val="0"/>
              </a:spcAft>
              <a:buFont typeface="Arial" panose="020B0604020202020204" pitchFamily="34" charset="0"/>
              <a:buChar char="•"/>
            </a:pPr>
            <a:endParaRPr dirty="0"/>
          </a:p>
          <a:p>
            <a:pPr marL="285750" lvl="0" indent="-285750" algn="l" rtl="0">
              <a:spcBef>
                <a:spcPts val="0"/>
              </a:spcBef>
              <a:spcAft>
                <a:spcPts val="0"/>
              </a:spcAft>
              <a:buFont typeface="Arial" panose="020B0604020202020204" pitchFamily="34" charset="0"/>
              <a:buChar char="•"/>
            </a:pPr>
            <a:endParaRPr dirty="0"/>
          </a:p>
        </p:txBody>
      </p:sp>
      <p:pic>
        <p:nvPicPr>
          <p:cNvPr id="5" name="Picture 4">
            <a:extLst>
              <a:ext uri="{FF2B5EF4-FFF2-40B4-BE49-F238E27FC236}">
                <a16:creationId xmlns:a16="http://schemas.microsoft.com/office/drawing/2014/main" id="{BF9F3DC7-6A2A-4941-92CD-57AEBF026EFB}"/>
              </a:ext>
            </a:extLst>
          </p:cNvPr>
          <p:cNvPicPr>
            <a:picLocks noChangeAspect="1"/>
          </p:cNvPicPr>
          <p:nvPr/>
        </p:nvPicPr>
        <p:blipFill>
          <a:blip r:embed="rId3"/>
          <a:stretch>
            <a:fillRect/>
          </a:stretch>
        </p:blipFill>
        <p:spPr>
          <a:xfrm>
            <a:off x="2919126" y="2889827"/>
            <a:ext cx="2706859" cy="1012024"/>
          </a:xfrm>
          <a:prstGeom prst="rect">
            <a:avLst/>
          </a:prstGeom>
        </p:spPr>
      </p:pic>
    </p:spTree>
    <p:extLst>
      <p:ext uri="{BB962C8B-B14F-4D97-AF65-F5344CB8AC3E}">
        <p14:creationId xmlns:p14="http://schemas.microsoft.com/office/powerpoint/2010/main" val="290489944"/>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Shape 116"/>
        <p:cNvGrpSpPr/>
        <p:nvPr/>
      </p:nvGrpSpPr>
      <p:grpSpPr>
        <a:xfrm>
          <a:off x="0" y="0"/>
          <a:ext cx="0" cy="0"/>
          <a:chOff x="0" y="0"/>
          <a:chExt cx="0" cy="0"/>
        </a:xfrm>
      </p:grpSpPr>
      <p:sp>
        <p:nvSpPr>
          <p:cNvPr id="117" name="Google Shape;117;p26"/>
          <p:cNvSpPr txBox="1">
            <a:spLocks noGrp="1"/>
          </p:cNvSpPr>
          <p:nvPr>
            <p:ph type="title"/>
          </p:nvPr>
        </p:nvSpPr>
        <p:spPr>
          <a:xfrm>
            <a:off x="933025" y="592925"/>
            <a:ext cx="6305100" cy="767700"/>
          </a:xfrm>
          <a:prstGeom prst="rect">
            <a:avLst/>
          </a:prstGeom>
        </p:spPr>
        <p:txBody>
          <a:bodyPr spcFirstLastPara="1" wrap="square" lIns="91425" tIns="91425" rIns="91425" bIns="91425" anchor="b" anchorCtr="0">
            <a:noAutofit/>
          </a:bodyPr>
          <a:lstStyle/>
          <a:p>
            <a:pPr lvl="0"/>
            <a:r>
              <a:rPr lang="en-IN" dirty="0" err="1">
                <a:latin typeface="+mn-lt"/>
              </a:rPr>
              <a:t>Bronsted</a:t>
            </a:r>
            <a:r>
              <a:rPr lang="en-IN" dirty="0">
                <a:latin typeface="+mn-lt"/>
              </a:rPr>
              <a:t>-Lowry acids and bases</a:t>
            </a:r>
          </a:p>
        </p:txBody>
      </p:sp>
      <p:sp>
        <p:nvSpPr>
          <p:cNvPr id="118" name="Google Shape;118;p26"/>
          <p:cNvSpPr txBox="1"/>
          <p:nvPr/>
        </p:nvSpPr>
        <p:spPr>
          <a:xfrm>
            <a:off x="702600" y="2028225"/>
            <a:ext cx="7330800" cy="2492100"/>
          </a:xfrm>
          <a:prstGeom prst="rect">
            <a:avLst/>
          </a:prstGeom>
          <a:noFill/>
          <a:ln>
            <a:noFill/>
          </a:ln>
        </p:spPr>
        <p:txBody>
          <a:bodyPr spcFirstLastPara="1" wrap="square" lIns="91425" tIns="91425" rIns="91425" bIns="91425" anchor="t" anchorCtr="0">
            <a:noAutofit/>
          </a:bodyPr>
          <a:lstStyle/>
          <a:p>
            <a:pPr marL="457200" lvl="0" indent="-342900">
              <a:lnSpc>
                <a:spcPct val="114000"/>
              </a:lnSpc>
              <a:spcBef>
                <a:spcPts val="600"/>
              </a:spcBef>
              <a:buSzPts val="1800"/>
              <a:buFont typeface="Arial" panose="020B0604020202020204" pitchFamily="34" charset="0"/>
              <a:buChar char="•"/>
            </a:pPr>
            <a:r>
              <a:rPr lang="en-IN" dirty="0"/>
              <a:t>Acid which donates one hydrogen ion is called as monobasic acid. For example: hydrochloric acid. </a:t>
            </a:r>
          </a:p>
          <a:p>
            <a:pPr marL="457200" lvl="0" indent="-342900">
              <a:lnSpc>
                <a:spcPct val="114000"/>
              </a:lnSpc>
              <a:spcBef>
                <a:spcPts val="600"/>
              </a:spcBef>
              <a:buSzPts val="1800"/>
              <a:buFont typeface="Arial" panose="020B0604020202020204" pitchFamily="34" charset="0"/>
              <a:buChar char="•"/>
            </a:pPr>
            <a:r>
              <a:rPr lang="en-IN" dirty="0"/>
              <a:t>Acid which donates two hydrogen ions is called as dibasic acid. For example: sulphuric acid. </a:t>
            </a:r>
          </a:p>
          <a:p>
            <a:pPr marL="457200" lvl="0" indent="-342900">
              <a:lnSpc>
                <a:spcPct val="114000"/>
              </a:lnSpc>
              <a:spcBef>
                <a:spcPts val="600"/>
              </a:spcBef>
              <a:buSzPts val="1800"/>
              <a:buFont typeface="Arial" panose="020B0604020202020204" pitchFamily="34" charset="0"/>
              <a:buChar char="•"/>
            </a:pPr>
            <a:r>
              <a:rPr lang="en-IN" dirty="0"/>
              <a:t>Acid which donated three hydrogen ions is called as tribasic acid. For example: phosphoric acid.</a:t>
            </a:r>
          </a:p>
          <a:p>
            <a:pPr marL="400050" lvl="0" indent="-285750">
              <a:lnSpc>
                <a:spcPct val="114000"/>
              </a:lnSpc>
              <a:spcBef>
                <a:spcPts val="600"/>
              </a:spcBef>
              <a:buSzPts val="1800"/>
              <a:buFont typeface="Arial" panose="020B0604020202020204" pitchFamily="34" charset="0"/>
              <a:buChar char="•"/>
            </a:pPr>
            <a:endParaRPr lang="en-IN" dirty="0"/>
          </a:p>
          <a:p>
            <a:pPr marL="457200" lvl="0" indent="-342900">
              <a:lnSpc>
                <a:spcPct val="114000"/>
              </a:lnSpc>
              <a:spcBef>
                <a:spcPts val="600"/>
              </a:spcBef>
              <a:buSzPts val="1800"/>
              <a:buFont typeface="Arial" panose="020B0604020202020204" pitchFamily="34" charset="0"/>
              <a:buChar char="•"/>
            </a:pPr>
            <a:endParaRPr lang="en-IN" dirty="0"/>
          </a:p>
          <a:p>
            <a:pPr marL="285750" lvl="0" indent="-285750" algn="l" rtl="0">
              <a:lnSpc>
                <a:spcPct val="114000"/>
              </a:lnSpc>
              <a:spcBef>
                <a:spcPts val="600"/>
              </a:spcBef>
              <a:spcAft>
                <a:spcPts val="0"/>
              </a:spcAft>
              <a:buFont typeface="Arial" panose="020B0604020202020204" pitchFamily="34" charset="0"/>
              <a:buChar char="•"/>
            </a:pPr>
            <a:endParaRPr dirty="0"/>
          </a:p>
          <a:p>
            <a:pPr marL="285750" lvl="0" indent="-285750" algn="l" rtl="0">
              <a:lnSpc>
                <a:spcPct val="114000"/>
              </a:lnSpc>
              <a:spcBef>
                <a:spcPts val="600"/>
              </a:spcBef>
              <a:spcAft>
                <a:spcPts val="0"/>
              </a:spcAft>
              <a:buFont typeface="Arial" panose="020B0604020202020204" pitchFamily="34" charset="0"/>
              <a:buChar char="•"/>
            </a:pPr>
            <a:endParaRPr dirty="0"/>
          </a:p>
          <a:p>
            <a:pPr marL="285750" lvl="0" indent="-285750" algn="l" rtl="0">
              <a:lnSpc>
                <a:spcPct val="114000"/>
              </a:lnSpc>
              <a:spcBef>
                <a:spcPts val="600"/>
              </a:spcBef>
              <a:spcAft>
                <a:spcPts val="0"/>
              </a:spcAft>
              <a:buFont typeface="Arial" panose="020B0604020202020204" pitchFamily="34" charset="0"/>
              <a:buChar char="•"/>
            </a:pPr>
            <a:endParaRPr dirty="0"/>
          </a:p>
        </p:txBody>
      </p:sp>
    </p:spTree>
    <p:extLst>
      <p:ext uri="{BB962C8B-B14F-4D97-AF65-F5344CB8AC3E}">
        <p14:creationId xmlns:p14="http://schemas.microsoft.com/office/powerpoint/2010/main" val="2439914405"/>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Shape 116"/>
        <p:cNvGrpSpPr/>
        <p:nvPr/>
      </p:nvGrpSpPr>
      <p:grpSpPr>
        <a:xfrm>
          <a:off x="0" y="0"/>
          <a:ext cx="0" cy="0"/>
          <a:chOff x="0" y="0"/>
          <a:chExt cx="0" cy="0"/>
        </a:xfrm>
      </p:grpSpPr>
      <p:sp>
        <p:nvSpPr>
          <p:cNvPr id="117" name="Google Shape;117;p26"/>
          <p:cNvSpPr txBox="1">
            <a:spLocks noGrp="1"/>
          </p:cNvSpPr>
          <p:nvPr>
            <p:ph type="title"/>
          </p:nvPr>
        </p:nvSpPr>
        <p:spPr>
          <a:xfrm>
            <a:off x="933025" y="592925"/>
            <a:ext cx="6305100" cy="767700"/>
          </a:xfrm>
          <a:prstGeom prst="rect">
            <a:avLst/>
          </a:prstGeom>
        </p:spPr>
        <p:txBody>
          <a:bodyPr spcFirstLastPara="1" wrap="square" lIns="91425" tIns="91425" rIns="91425" bIns="91425" anchor="b" anchorCtr="0">
            <a:noAutofit/>
          </a:bodyPr>
          <a:lstStyle/>
          <a:p>
            <a:pPr lvl="0"/>
            <a:r>
              <a:rPr lang="en-IN" dirty="0">
                <a:latin typeface="+mn-lt"/>
              </a:rPr>
              <a:t>Reaction of acids with metals and metal oxides</a:t>
            </a:r>
          </a:p>
        </p:txBody>
      </p:sp>
      <p:sp>
        <p:nvSpPr>
          <p:cNvPr id="118" name="Google Shape;118;p26"/>
          <p:cNvSpPr txBox="1"/>
          <p:nvPr/>
        </p:nvSpPr>
        <p:spPr>
          <a:xfrm>
            <a:off x="702600" y="2028225"/>
            <a:ext cx="7330800" cy="2492100"/>
          </a:xfrm>
          <a:prstGeom prst="rect">
            <a:avLst/>
          </a:prstGeom>
          <a:noFill/>
          <a:ln>
            <a:noFill/>
          </a:ln>
        </p:spPr>
        <p:txBody>
          <a:bodyPr spcFirstLastPara="1" wrap="square" lIns="91425" tIns="91425" rIns="91425" bIns="91425" anchor="t" anchorCtr="0">
            <a:noAutofit/>
          </a:bodyPr>
          <a:lstStyle/>
          <a:p>
            <a:pPr marL="457200" lvl="0" indent="-342900">
              <a:lnSpc>
                <a:spcPct val="114000"/>
              </a:lnSpc>
              <a:buSzPts val="1800"/>
              <a:buChar char="●"/>
            </a:pPr>
            <a:r>
              <a:rPr lang="en-IN" dirty="0"/>
              <a:t>Acids react with metals to form salt and releases hydrogen gas. </a:t>
            </a:r>
          </a:p>
          <a:p>
            <a:pPr marL="127000" indent="0" algn="ctr">
              <a:lnSpc>
                <a:spcPct val="113000"/>
              </a:lnSpc>
              <a:buNone/>
            </a:pPr>
            <a:r>
              <a:rPr lang="en-IN" dirty="0"/>
              <a:t>Metal + acid → Salt + hydrogen</a:t>
            </a:r>
          </a:p>
          <a:p>
            <a:pPr marL="127000" indent="0" algn="ctr">
              <a:lnSpc>
                <a:spcPct val="113000"/>
              </a:lnSpc>
              <a:buNone/>
            </a:pPr>
            <a:r>
              <a:rPr lang="en-IN" dirty="0"/>
              <a:t>Mg + 2HCl →MgCl</a:t>
            </a:r>
            <a:r>
              <a:rPr lang="en-IN" baseline="-25000" dirty="0"/>
              <a:t>2</a:t>
            </a:r>
            <a:r>
              <a:rPr lang="en-IN" dirty="0"/>
              <a:t> + H</a:t>
            </a:r>
            <a:r>
              <a:rPr lang="en-IN" baseline="-25000" dirty="0"/>
              <a:t>2</a:t>
            </a:r>
            <a:endParaRPr lang="en-IN" dirty="0"/>
          </a:p>
          <a:p>
            <a:pPr marL="457200" lvl="0" indent="-342900">
              <a:lnSpc>
                <a:spcPct val="114000"/>
              </a:lnSpc>
              <a:buSzPts val="1800"/>
              <a:buChar char="●"/>
            </a:pPr>
            <a:r>
              <a:rPr lang="en-IN" dirty="0"/>
              <a:t>The protons react with metal to form metal ion and hydrogen.</a:t>
            </a:r>
          </a:p>
          <a:p>
            <a:pPr marL="114300" algn="ctr">
              <a:lnSpc>
                <a:spcPct val="114000"/>
              </a:lnSpc>
              <a:buSzPts val="1800"/>
            </a:pPr>
            <a:r>
              <a:rPr lang="en-IN" dirty="0"/>
              <a:t>2H</a:t>
            </a:r>
            <a:r>
              <a:rPr lang="en-IN" baseline="30000" dirty="0"/>
              <a:t>+</a:t>
            </a:r>
            <a:r>
              <a:rPr lang="en-IN" dirty="0"/>
              <a:t> + Mg → Mg</a:t>
            </a:r>
            <a:r>
              <a:rPr lang="en-IN" baseline="30000" dirty="0"/>
              <a:t>2+</a:t>
            </a:r>
            <a:r>
              <a:rPr lang="en-IN" dirty="0"/>
              <a:t> + H</a:t>
            </a:r>
            <a:r>
              <a:rPr lang="en-IN" baseline="-25000" dirty="0"/>
              <a:t>2</a:t>
            </a:r>
            <a:endParaRPr lang="en-IN" dirty="0"/>
          </a:p>
          <a:p>
            <a:pPr marL="457200" indent="-342900">
              <a:lnSpc>
                <a:spcPct val="114000"/>
              </a:lnSpc>
              <a:buSzPts val="1800"/>
              <a:buFont typeface="Arial"/>
              <a:buChar char="●"/>
            </a:pPr>
            <a:r>
              <a:rPr lang="en-IN" dirty="0"/>
              <a:t>When metal oxide reacts with acid, the metal ion replaces the H</a:t>
            </a:r>
            <a:r>
              <a:rPr lang="en-IN" baseline="30000" dirty="0"/>
              <a:t>+</a:t>
            </a:r>
            <a:r>
              <a:rPr lang="en-IN" dirty="0"/>
              <a:t> ions to form salt. The H</a:t>
            </a:r>
            <a:r>
              <a:rPr lang="en-IN" baseline="30000" dirty="0"/>
              <a:t>+</a:t>
            </a:r>
            <a:r>
              <a:rPr lang="en-IN" dirty="0"/>
              <a:t> and OH</a:t>
            </a:r>
            <a:r>
              <a:rPr lang="en-IN" baseline="30000" dirty="0"/>
              <a:t>-</a:t>
            </a:r>
            <a:r>
              <a:rPr lang="en-IN" dirty="0"/>
              <a:t> ions react together to form water. </a:t>
            </a:r>
          </a:p>
          <a:p>
            <a:pPr marL="127000" indent="0" algn="ctr">
              <a:lnSpc>
                <a:spcPct val="113000"/>
              </a:lnSpc>
              <a:buNone/>
            </a:pPr>
            <a:r>
              <a:rPr lang="en-IN" dirty="0"/>
              <a:t>Metal oxide + acid → Salt + water</a:t>
            </a:r>
          </a:p>
          <a:p>
            <a:pPr marL="127000" indent="0" algn="ctr">
              <a:lnSpc>
                <a:spcPct val="113000"/>
              </a:lnSpc>
              <a:buNone/>
            </a:pPr>
            <a:r>
              <a:rPr lang="en-IN" dirty="0" err="1"/>
              <a:t>MgO</a:t>
            </a:r>
            <a:r>
              <a:rPr lang="en-IN" dirty="0"/>
              <a:t> + 2HCl →MgCl</a:t>
            </a:r>
            <a:r>
              <a:rPr lang="en-IN" baseline="-25000" dirty="0"/>
              <a:t>2</a:t>
            </a:r>
            <a:r>
              <a:rPr lang="en-IN" dirty="0"/>
              <a:t> + H</a:t>
            </a:r>
            <a:r>
              <a:rPr lang="en-IN" baseline="-25000" dirty="0"/>
              <a:t>2</a:t>
            </a:r>
            <a:r>
              <a:rPr lang="en-IN" dirty="0"/>
              <a:t>O</a:t>
            </a:r>
          </a:p>
          <a:p>
            <a:pPr marL="457200" indent="-342900">
              <a:lnSpc>
                <a:spcPct val="114000"/>
              </a:lnSpc>
              <a:buSzPts val="1800"/>
              <a:buFont typeface="Arial"/>
              <a:buChar char="●"/>
            </a:pPr>
            <a:r>
              <a:rPr lang="en-IN" dirty="0"/>
              <a:t>The H</a:t>
            </a:r>
            <a:r>
              <a:rPr lang="en-IN" baseline="30000" dirty="0"/>
              <a:t>+</a:t>
            </a:r>
            <a:r>
              <a:rPr lang="en-IN" dirty="0"/>
              <a:t> ion in </a:t>
            </a:r>
            <a:r>
              <a:rPr lang="en-IN" dirty="0" err="1"/>
              <a:t>HCl</a:t>
            </a:r>
            <a:r>
              <a:rPr lang="en-IN" dirty="0"/>
              <a:t> is replaced by the metal ion (Mg</a:t>
            </a:r>
            <a:r>
              <a:rPr lang="en-IN" baseline="30000" dirty="0"/>
              <a:t>2+</a:t>
            </a:r>
            <a:r>
              <a:rPr lang="en-IN" dirty="0"/>
              <a:t>) and a salt (MgCl</a:t>
            </a:r>
            <a:r>
              <a:rPr lang="en-IN" baseline="-25000" dirty="0"/>
              <a:t>2</a:t>
            </a:r>
            <a:r>
              <a:rPr lang="en-IN" dirty="0"/>
              <a:t>) is formed.   The H</a:t>
            </a:r>
            <a:r>
              <a:rPr lang="en-IN" baseline="30000" dirty="0"/>
              <a:t>+</a:t>
            </a:r>
            <a:r>
              <a:rPr lang="en-IN" dirty="0"/>
              <a:t> and OH</a:t>
            </a:r>
            <a:r>
              <a:rPr lang="en-IN" baseline="30000" dirty="0"/>
              <a:t>-</a:t>
            </a:r>
            <a:r>
              <a:rPr lang="en-IN" dirty="0"/>
              <a:t> ion combine to form H</a:t>
            </a:r>
            <a:r>
              <a:rPr lang="en-IN" baseline="-25000" dirty="0"/>
              <a:t>2</a:t>
            </a:r>
            <a:r>
              <a:rPr lang="en-IN" dirty="0"/>
              <a:t>O.</a:t>
            </a:r>
          </a:p>
          <a:p>
            <a:pPr marL="114300" algn="ctr">
              <a:lnSpc>
                <a:spcPct val="114000"/>
              </a:lnSpc>
              <a:buSzPts val="1800"/>
            </a:pPr>
            <a:r>
              <a:rPr lang="en-IN" dirty="0"/>
              <a:t>H</a:t>
            </a:r>
            <a:r>
              <a:rPr lang="en-IN" baseline="30000" dirty="0"/>
              <a:t>+</a:t>
            </a:r>
            <a:r>
              <a:rPr lang="en-IN" dirty="0"/>
              <a:t> + OH</a:t>
            </a:r>
            <a:r>
              <a:rPr lang="en-IN" baseline="30000" dirty="0"/>
              <a:t>-</a:t>
            </a:r>
            <a:r>
              <a:rPr lang="en-IN" dirty="0"/>
              <a:t>→H</a:t>
            </a:r>
            <a:r>
              <a:rPr lang="en-IN" baseline="-25000" dirty="0"/>
              <a:t>2</a:t>
            </a:r>
            <a:r>
              <a:rPr lang="en-IN" dirty="0"/>
              <a:t>O</a:t>
            </a:r>
          </a:p>
          <a:p>
            <a:pPr marL="114300" lvl="0">
              <a:lnSpc>
                <a:spcPct val="114000"/>
              </a:lnSpc>
              <a:buSzPts val="1800"/>
            </a:pPr>
            <a:endParaRPr lang="en-IN" dirty="0"/>
          </a:p>
          <a:p>
            <a:pPr marL="114300" lvl="0">
              <a:lnSpc>
                <a:spcPct val="114000"/>
              </a:lnSpc>
              <a:buSzPts val="1800"/>
            </a:pPr>
            <a:endParaRPr lang="en-IN" dirty="0"/>
          </a:p>
          <a:p>
            <a:pPr marL="457200" lvl="0" indent="-342900">
              <a:lnSpc>
                <a:spcPct val="114000"/>
              </a:lnSpc>
              <a:buSzPts val="1800"/>
              <a:buChar char="●"/>
            </a:pPr>
            <a:endParaRPr lang="en-IN" dirty="0"/>
          </a:p>
          <a:p>
            <a:pPr marL="0" lvl="0" indent="0" algn="l" rtl="0">
              <a:spcBef>
                <a:spcPts val="1000"/>
              </a:spcBef>
              <a:spcAft>
                <a:spcPts val="0"/>
              </a:spcAft>
              <a:buNone/>
            </a:pPr>
            <a:endParaRPr dirty="0"/>
          </a:p>
          <a:p>
            <a:pPr marL="0" lvl="0" indent="0" algn="l" rtl="0">
              <a:spcBef>
                <a:spcPts val="0"/>
              </a:spcBef>
              <a:spcAft>
                <a:spcPts val="0"/>
              </a:spcAft>
              <a:buNone/>
            </a:pPr>
            <a:endParaRPr dirty="0"/>
          </a:p>
          <a:p>
            <a:pPr marL="0" lvl="0" indent="0" algn="l" rtl="0">
              <a:spcBef>
                <a:spcPts val="0"/>
              </a:spcBef>
              <a:spcAft>
                <a:spcPts val="0"/>
              </a:spcAft>
              <a:buNone/>
            </a:pPr>
            <a:endParaRPr dirty="0"/>
          </a:p>
        </p:txBody>
      </p:sp>
    </p:spTree>
    <p:extLst>
      <p:ext uri="{BB962C8B-B14F-4D97-AF65-F5344CB8AC3E}">
        <p14:creationId xmlns:p14="http://schemas.microsoft.com/office/powerpoint/2010/main" val="3358893934"/>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Shape 116"/>
        <p:cNvGrpSpPr/>
        <p:nvPr/>
      </p:nvGrpSpPr>
      <p:grpSpPr>
        <a:xfrm>
          <a:off x="0" y="0"/>
          <a:ext cx="0" cy="0"/>
          <a:chOff x="0" y="0"/>
          <a:chExt cx="0" cy="0"/>
        </a:xfrm>
      </p:grpSpPr>
      <p:sp>
        <p:nvSpPr>
          <p:cNvPr id="117" name="Google Shape;117;p26"/>
          <p:cNvSpPr txBox="1">
            <a:spLocks noGrp="1"/>
          </p:cNvSpPr>
          <p:nvPr>
            <p:ph type="title"/>
          </p:nvPr>
        </p:nvSpPr>
        <p:spPr>
          <a:xfrm>
            <a:off x="933025" y="592925"/>
            <a:ext cx="6305100" cy="767700"/>
          </a:xfrm>
          <a:prstGeom prst="rect">
            <a:avLst/>
          </a:prstGeom>
        </p:spPr>
        <p:txBody>
          <a:bodyPr spcFirstLastPara="1" wrap="square" lIns="91425" tIns="91425" rIns="91425" bIns="91425" anchor="b" anchorCtr="0">
            <a:noAutofit/>
          </a:bodyPr>
          <a:lstStyle/>
          <a:p>
            <a:pPr lvl="0"/>
            <a:r>
              <a:rPr lang="en-IN" dirty="0">
                <a:latin typeface="+mn-lt"/>
              </a:rPr>
              <a:t>Reaction of acids with carbonates</a:t>
            </a:r>
          </a:p>
        </p:txBody>
      </p:sp>
      <p:sp>
        <p:nvSpPr>
          <p:cNvPr id="118" name="Google Shape;118;p26"/>
          <p:cNvSpPr txBox="1"/>
          <p:nvPr/>
        </p:nvSpPr>
        <p:spPr>
          <a:xfrm>
            <a:off x="702600" y="2028225"/>
            <a:ext cx="7330800" cy="2492100"/>
          </a:xfrm>
          <a:prstGeom prst="rect">
            <a:avLst/>
          </a:prstGeom>
          <a:noFill/>
          <a:ln>
            <a:noFill/>
          </a:ln>
        </p:spPr>
        <p:txBody>
          <a:bodyPr spcFirstLastPara="1" wrap="square" lIns="91425" tIns="91425" rIns="91425" bIns="91425" anchor="t" anchorCtr="0">
            <a:noAutofit/>
          </a:bodyPr>
          <a:lstStyle/>
          <a:p>
            <a:pPr marL="457200" lvl="0" indent="-342900">
              <a:lnSpc>
                <a:spcPct val="114000"/>
              </a:lnSpc>
              <a:buSzPts val="1800"/>
              <a:buChar char="●"/>
            </a:pPr>
            <a:r>
              <a:rPr lang="en-IN" dirty="0"/>
              <a:t>When metal carbonate reacts with acids, the metal ion replaces the H</a:t>
            </a:r>
            <a:r>
              <a:rPr lang="en-IN" baseline="30000" dirty="0"/>
              <a:t>+</a:t>
            </a:r>
            <a:r>
              <a:rPr lang="en-IN" dirty="0"/>
              <a:t> ions to form salt.</a:t>
            </a:r>
          </a:p>
          <a:p>
            <a:pPr marL="457200" lvl="0" indent="-342900">
              <a:lnSpc>
                <a:spcPct val="114000"/>
              </a:lnSpc>
              <a:buSzPts val="1800"/>
              <a:buChar char="●"/>
            </a:pPr>
            <a:r>
              <a:rPr lang="en-IN" dirty="0"/>
              <a:t>The H</a:t>
            </a:r>
            <a:r>
              <a:rPr lang="en-IN" baseline="30000" dirty="0"/>
              <a:t>+</a:t>
            </a:r>
            <a:r>
              <a:rPr lang="en-IN" dirty="0"/>
              <a:t> and OH</a:t>
            </a:r>
            <a:r>
              <a:rPr lang="en-IN" baseline="30000" dirty="0"/>
              <a:t>-</a:t>
            </a:r>
            <a:r>
              <a:rPr lang="en-IN" dirty="0"/>
              <a:t> ions react together to form water. In addition to salt and water, carbon dioxide gas is also released.</a:t>
            </a:r>
          </a:p>
          <a:p>
            <a:pPr marL="127000" indent="0" algn="ctr">
              <a:lnSpc>
                <a:spcPct val="113000"/>
              </a:lnSpc>
              <a:buNone/>
            </a:pPr>
            <a:r>
              <a:rPr lang="en-IN" dirty="0"/>
              <a:t>Metal carbonate + acid → Salt + water + carbon dioxide</a:t>
            </a:r>
          </a:p>
          <a:p>
            <a:pPr marL="457200" lvl="0" indent="-342900">
              <a:lnSpc>
                <a:spcPct val="114000"/>
              </a:lnSpc>
              <a:buSzPts val="1800"/>
              <a:buChar char="●"/>
            </a:pPr>
            <a:r>
              <a:rPr lang="en-IN" dirty="0"/>
              <a:t>Let us consider the reaction of calcium carbonate and hydrochloric acid,</a:t>
            </a:r>
          </a:p>
          <a:p>
            <a:pPr marL="127000" indent="0" algn="ctr">
              <a:lnSpc>
                <a:spcPct val="113000"/>
              </a:lnSpc>
              <a:buNone/>
            </a:pPr>
            <a:r>
              <a:rPr lang="en-IN" dirty="0"/>
              <a:t>CaCO</a:t>
            </a:r>
            <a:r>
              <a:rPr lang="en-IN" baseline="-25000" dirty="0"/>
              <a:t>3 </a:t>
            </a:r>
            <a:r>
              <a:rPr lang="en-IN" dirty="0"/>
              <a:t>+ 2HCl → CaCl</a:t>
            </a:r>
            <a:r>
              <a:rPr lang="en-IN" baseline="-25000" dirty="0"/>
              <a:t>2</a:t>
            </a:r>
            <a:r>
              <a:rPr lang="en-IN" dirty="0"/>
              <a:t> + H</a:t>
            </a:r>
            <a:r>
              <a:rPr lang="en-IN" baseline="-25000" dirty="0"/>
              <a:t>2</a:t>
            </a:r>
            <a:r>
              <a:rPr lang="en-IN" dirty="0"/>
              <a:t>O + CO</a:t>
            </a:r>
            <a:r>
              <a:rPr lang="en-IN" baseline="-25000" dirty="0"/>
              <a:t>2</a:t>
            </a:r>
            <a:endParaRPr lang="en-IN" dirty="0"/>
          </a:p>
          <a:p>
            <a:pPr marL="457200" indent="-342900">
              <a:lnSpc>
                <a:spcPct val="114000"/>
              </a:lnSpc>
              <a:buSzPts val="1800"/>
              <a:buFont typeface="Arial"/>
              <a:buChar char="●"/>
            </a:pPr>
            <a:r>
              <a:rPr lang="en-IN" dirty="0"/>
              <a:t>The H</a:t>
            </a:r>
            <a:r>
              <a:rPr lang="en-IN" baseline="30000" dirty="0"/>
              <a:t>+</a:t>
            </a:r>
            <a:r>
              <a:rPr lang="en-IN" dirty="0"/>
              <a:t> ion in </a:t>
            </a:r>
            <a:r>
              <a:rPr lang="en-IN" dirty="0" err="1"/>
              <a:t>HCl</a:t>
            </a:r>
            <a:r>
              <a:rPr lang="en-IN" dirty="0"/>
              <a:t> is replaced by the metal ion (Ca</a:t>
            </a:r>
            <a:r>
              <a:rPr lang="en-IN" baseline="30000" dirty="0"/>
              <a:t>2+</a:t>
            </a:r>
            <a:r>
              <a:rPr lang="en-IN" dirty="0"/>
              <a:t>) and a salt (CaCl</a:t>
            </a:r>
            <a:r>
              <a:rPr lang="en-IN" baseline="-25000" dirty="0"/>
              <a:t>2</a:t>
            </a:r>
            <a:r>
              <a:rPr lang="en-IN" dirty="0"/>
              <a:t>) is formed. In this reaction, water is produced, and carbon dioxide gas is released.</a:t>
            </a:r>
          </a:p>
          <a:p>
            <a:pPr marL="114300" algn="ctr">
              <a:lnSpc>
                <a:spcPct val="114000"/>
              </a:lnSpc>
              <a:buSzPts val="1800"/>
            </a:pPr>
            <a:r>
              <a:rPr lang="en-IN" dirty="0"/>
              <a:t>2H</a:t>
            </a:r>
            <a:r>
              <a:rPr lang="en-IN" baseline="30000" dirty="0"/>
              <a:t>+</a:t>
            </a:r>
            <a:r>
              <a:rPr lang="en-IN" dirty="0"/>
              <a:t> + CO</a:t>
            </a:r>
            <a:r>
              <a:rPr lang="en-IN" baseline="-25000" dirty="0"/>
              <a:t>3</a:t>
            </a:r>
            <a:r>
              <a:rPr lang="en-IN" baseline="30000" dirty="0"/>
              <a:t>2-</a:t>
            </a:r>
            <a:r>
              <a:rPr lang="en-IN" dirty="0"/>
              <a:t>→H</a:t>
            </a:r>
            <a:r>
              <a:rPr lang="en-IN" baseline="-25000" dirty="0"/>
              <a:t>2</a:t>
            </a:r>
            <a:r>
              <a:rPr lang="en-IN" dirty="0"/>
              <a:t>O + CO</a:t>
            </a:r>
            <a:r>
              <a:rPr lang="en-IN" baseline="-25000" dirty="0"/>
              <a:t>2</a:t>
            </a:r>
            <a:endParaRPr lang="en-IN" dirty="0"/>
          </a:p>
          <a:p>
            <a:pPr marL="114300">
              <a:lnSpc>
                <a:spcPct val="114000"/>
              </a:lnSpc>
              <a:buSzPts val="1800"/>
            </a:pPr>
            <a:r>
              <a:rPr lang="en-IN" dirty="0"/>
              <a:t>	</a:t>
            </a:r>
          </a:p>
          <a:p>
            <a:pPr marL="114300" lvl="0">
              <a:lnSpc>
                <a:spcPct val="114000"/>
              </a:lnSpc>
              <a:buSzPts val="1800"/>
            </a:pPr>
            <a:endParaRPr lang="en-IN" dirty="0"/>
          </a:p>
          <a:p>
            <a:pPr marL="114300" lvl="0">
              <a:lnSpc>
                <a:spcPct val="114000"/>
              </a:lnSpc>
              <a:buSzPts val="1800"/>
            </a:pPr>
            <a:endParaRPr lang="en-IN" dirty="0"/>
          </a:p>
          <a:p>
            <a:pPr marL="457200" lvl="0" indent="-342900">
              <a:lnSpc>
                <a:spcPct val="114000"/>
              </a:lnSpc>
              <a:buSzPts val="1800"/>
              <a:buChar char="●"/>
            </a:pPr>
            <a:endParaRPr lang="en-IN" dirty="0"/>
          </a:p>
          <a:p>
            <a:pPr marL="0" lvl="0" indent="0" algn="l" rtl="0">
              <a:spcBef>
                <a:spcPts val="1000"/>
              </a:spcBef>
              <a:spcAft>
                <a:spcPts val="0"/>
              </a:spcAft>
              <a:buNone/>
            </a:pPr>
            <a:endParaRPr dirty="0"/>
          </a:p>
          <a:p>
            <a:pPr marL="0" lvl="0" indent="0" algn="l" rtl="0">
              <a:spcBef>
                <a:spcPts val="0"/>
              </a:spcBef>
              <a:spcAft>
                <a:spcPts val="0"/>
              </a:spcAft>
              <a:buNone/>
            </a:pPr>
            <a:endParaRPr dirty="0"/>
          </a:p>
          <a:p>
            <a:pPr marL="0" lvl="0" indent="0" algn="l" rtl="0">
              <a:spcBef>
                <a:spcPts val="0"/>
              </a:spcBef>
              <a:spcAft>
                <a:spcPts val="0"/>
              </a:spcAft>
              <a:buNone/>
            </a:pPr>
            <a:endParaRPr dirty="0"/>
          </a:p>
        </p:txBody>
      </p:sp>
    </p:spTree>
    <p:extLst>
      <p:ext uri="{BB962C8B-B14F-4D97-AF65-F5344CB8AC3E}">
        <p14:creationId xmlns:p14="http://schemas.microsoft.com/office/powerpoint/2010/main" val="3238562308"/>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Shape 116"/>
        <p:cNvGrpSpPr/>
        <p:nvPr/>
      </p:nvGrpSpPr>
      <p:grpSpPr>
        <a:xfrm>
          <a:off x="0" y="0"/>
          <a:ext cx="0" cy="0"/>
          <a:chOff x="0" y="0"/>
          <a:chExt cx="0" cy="0"/>
        </a:xfrm>
      </p:grpSpPr>
      <p:sp>
        <p:nvSpPr>
          <p:cNvPr id="117" name="Google Shape;117;p26"/>
          <p:cNvSpPr txBox="1">
            <a:spLocks noGrp="1"/>
          </p:cNvSpPr>
          <p:nvPr>
            <p:ph type="title"/>
          </p:nvPr>
        </p:nvSpPr>
        <p:spPr>
          <a:xfrm>
            <a:off x="933025" y="592925"/>
            <a:ext cx="6305100" cy="767700"/>
          </a:xfrm>
          <a:prstGeom prst="rect">
            <a:avLst/>
          </a:prstGeom>
        </p:spPr>
        <p:txBody>
          <a:bodyPr spcFirstLastPara="1" wrap="square" lIns="91425" tIns="91425" rIns="91425" bIns="91425" anchor="b" anchorCtr="0">
            <a:noAutofit/>
          </a:bodyPr>
          <a:lstStyle/>
          <a:p>
            <a:pPr lvl="0"/>
            <a:r>
              <a:rPr lang="en-IN" dirty="0">
                <a:latin typeface="+mn-lt"/>
              </a:rPr>
              <a:t>Reaction of acids with alkali</a:t>
            </a:r>
          </a:p>
        </p:txBody>
      </p:sp>
      <p:sp>
        <p:nvSpPr>
          <p:cNvPr id="118" name="Google Shape;118;p26"/>
          <p:cNvSpPr txBox="1"/>
          <p:nvPr/>
        </p:nvSpPr>
        <p:spPr>
          <a:xfrm>
            <a:off x="702600" y="2028225"/>
            <a:ext cx="7330800" cy="2492100"/>
          </a:xfrm>
          <a:prstGeom prst="rect">
            <a:avLst/>
          </a:prstGeom>
          <a:noFill/>
          <a:ln>
            <a:noFill/>
          </a:ln>
        </p:spPr>
        <p:txBody>
          <a:bodyPr spcFirstLastPara="1" wrap="square" lIns="91425" tIns="91425" rIns="91425" bIns="91425" anchor="t" anchorCtr="0">
            <a:noAutofit/>
          </a:bodyPr>
          <a:lstStyle/>
          <a:p>
            <a:pPr marL="457200" lvl="0" indent="-342900">
              <a:lnSpc>
                <a:spcPct val="114000"/>
              </a:lnSpc>
              <a:buSzPts val="1800"/>
              <a:buChar char="●"/>
            </a:pPr>
            <a:r>
              <a:rPr lang="en-IN" dirty="0"/>
              <a:t>When metal hydroxide reacts with acid, the metal ion replaces the H</a:t>
            </a:r>
            <a:r>
              <a:rPr lang="en-IN" baseline="30000" dirty="0"/>
              <a:t>+</a:t>
            </a:r>
            <a:r>
              <a:rPr lang="en-IN" dirty="0"/>
              <a:t> ions to form salt. The H</a:t>
            </a:r>
            <a:r>
              <a:rPr lang="en-IN" baseline="30000" dirty="0"/>
              <a:t>+</a:t>
            </a:r>
            <a:r>
              <a:rPr lang="en-IN" dirty="0"/>
              <a:t> and OH</a:t>
            </a:r>
            <a:r>
              <a:rPr lang="en-IN" baseline="30000" dirty="0"/>
              <a:t>-</a:t>
            </a:r>
            <a:r>
              <a:rPr lang="en-IN" dirty="0"/>
              <a:t> ions react together to form water.</a:t>
            </a:r>
          </a:p>
          <a:p>
            <a:pPr marL="457200" lvl="0" indent="-342900">
              <a:lnSpc>
                <a:spcPct val="114000"/>
              </a:lnSpc>
              <a:buSzPts val="1800"/>
              <a:buChar char="●"/>
            </a:pPr>
            <a:r>
              <a:rPr lang="en-IN" dirty="0"/>
              <a:t>Let us consider the reaction of hydrochloric acid and sodium hydroxide,</a:t>
            </a:r>
          </a:p>
          <a:p>
            <a:pPr marL="114300" algn="ctr">
              <a:lnSpc>
                <a:spcPct val="114000"/>
              </a:lnSpc>
              <a:buSzPts val="1800"/>
            </a:pPr>
            <a:r>
              <a:rPr lang="en-IN" dirty="0" err="1"/>
              <a:t>HCl</a:t>
            </a:r>
            <a:r>
              <a:rPr lang="en-IN" dirty="0"/>
              <a:t> + </a:t>
            </a:r>
            <a:r>
              <a:rPr lang="en-IN" dirty="0" err="1"/>
              <a:t>NaOH</a:t>
            </a:r>
            <a:r>
              <a:rPr lang="en-IN" dirty="0"/>
              <a:t> → </a:t>
            </a:r>
            <a:r>
              <a:rPr lang="en-IN" dirty="0" err="1"/>
              <a:t>NaCl</a:t>
            </a:r>
            <a:r>
              <a:rPr lang="en-IN" dirty="0"/>
              <a:t> +H</a:t>
            </a:r>
            <a:r>
              <a:rPr lang="en-IN" baseline="-25000" dirty="0"/>
              <a:t>2</a:t>
            </a:r>
            <a:r>
              <a:rPr lang="en-IN" dirty="0"/>
              <a:t>O</a:t>
            </a:r>
          </a:p>
          <a:p>
            <a:pPr marL="114300" lvl="0">
              <a:lnSpc>
                <a:spcPct val="114000"/>
              </a:lnSpc>
              <a:buSzPts val="1800"/>
            </a:pPr>
            <a:endParaRPr lang="en-IN" dirty="0"/>
          </a:p>
          <a:p>
            <a:pPr marL="457200" lvl="0" indent="-342900">
              <a:lnSpc>
                <a:spcPct val="114000"/>
              </a:lnSpc>
              <a:buSzPts val="1800"/>
              <a:buChar char="●"/>
            </a:pPr>
            <a:r>
              <a:rPr lang="en-IN" dirty="0"/>
              <a:t>The H</a:t>
            </a:r>
            <a:r>
              <a:rPr lang="en-IN" baseline="30000" dirty="0"/>
              <a:t>+</a:t>
            </a:r>
            <a:r>
              <a:rPr lang="en-IN" dirty="0"/>
              <a:t> ion in </a:t>
            </a:r>
            <a:r>
              <a:rPr lang="en-IN" dirty="0" err="1"/>
              <a:t>HCl</a:t>
            </a:r>
            <a:r>
              <a:rPr lang="en-IN" dirty="0"/>
              <a:t> is replaced by the metal ion (Na</a:t>
            </a:r>
            <a:r>
              <a:rPr lang="en-IN" baseline="30000" dirty="0"/>
              <a:t>+</a:t>
            </a:r>
            <a:r>
              <a:rPr lang="en-IN" dirty="0"/>
              <a:t>) and a salt (</a:t>
            </a:r>
            <a:r>
              <a:rPr lang="en-IN" dirty="0" err="1"/>
              <a:t>NaCl</a:t>
            </a:r>
            <a:r>
              <a:rPr lang="en-IN" dirty="0"/>
              <a:t>) is formed. The H</a:t>
            </a:r>
            <a:r>
              <a:rPr lang="en-IN" baseline="30000" dirty="0"/>
              <a:t>+</a:t>
            </a:r>
            <a:r>
              <a:rPr lang="en-IN" dirty="0"/>
              <a:t> and OH</a:t>
            </a:r>
            <a:r>
              <a:rPr lang="en-IN" baseline="30000" dirty="0"/>
              <a:t>-</a:t>
            </a:r>
            <a:r>
              <a:rPr lang="en-IN" dirty="0"/>
              <a:t> ion combine to form H</a:t>
            </a:r>
            <a:r>
              <a:rPr lang="en-IN" baseline="-25000" dirty="0"/>
              <a:t>2</a:t>
            </a:r>
            <a:r>
              <a:rPr lang="en-IN" dirty="0"/>
              <a:t>O.</a:t>
            </a:r>
          </a:p>
          <a:p>
            <a:pPr marL="114300" algn="ctr">
              <a:lnSpc>
                <a:spcPct val="114000"/>
              </a:lnSpc>
              <a:buSzPts val="1800"/>
            </a:pPr>
            <a:r>
              <a:rPr lang="en-IN" dirty="0"/>
              <a:t>H</a:t>
            </a:r>
            <a:r>
              <a:rPr lang="en-IN" baseline="30000" dirty="0"/>
              <a:t>+</a:t>
            </a:r>
            <a:r>
              <a:rPr lang="en-IN" dirty="0"/>
              <a:t> + OH</a:t>
            </a:r>
            <a:r>
              <a:rPr lang="en-IN" baseline="30000" dirty="0"/>
              <a:t>-</a:t>
            </a:r>
            <a:r>
              <a:rPr lang="en-IN" dirty="0"/>
              <a:t>→H</a:t>
            </a:r>
            <a:r>
              <a:rPr lang="en-IN" baseline="-25000" dirty="0"/>
              <a:t>2</a:t>
            </a:r>
            <a:r>
              <a:rPr lang="en-IN" dirty="0"/>
              <a:t>O</a:t>
            </a:r>
          </a:p>
          <a:p>
            <a:pPr marL="114300">
              <a:lnSpc>
                <a:spcPct val="114000"/>
              </a:lnSpc>
              <a:buSzPts val="1800"/>
            </a:pPr>
            <a:endParaRPr lang="en-IN" dirty="0"/>
          </a:p>
          <a:p>
            <a:pPr marL="114300" lvl="0">
              <a:lnSpc>
                <a:spcPct val="114000"/>
              </a:lnSpc>
              <a:buSzPts val="1800"/>
            </a:pPr>
            <a:endParaRPr lang="en-IN" dirty="0"/>
          </a:p>
          <a:p>
            <a:pPr marL="114300" lvl="0">
              <a:lnSpc>
                <a:spcPct val="114000"/>
              </a:lnSpc>
              <a:buSzPts val="1800"/>
            </a:pPr>
            <a:endParaRPr lang="en-IN" dirty="0"/>
          </a:p>
          <a:p>
            <a:pPr marL="457200" lvl="0" indent="-342900">
              <a:lnSpc>
                <a:spcPct val="114000"/>
              </a:lnSpc>
              <a:buSzPts val="1800"/>
              <a:buChar char="●"/>
            </a:pPr>
            <a:endParaRPr lang="en-IN" dirty="0"/>
          </a:p>
          <a:p>
            <a:pPr marL="0" lvl="0" indent="0" algn="l" rtl="0">
              <a:spcBef>
                <a:spcPts val="1000"/>
              </a:spcBef>
              <a:spcAft>
                <a:spcPts val="0"/>
              </a:spcAft>
              <a:buNone/>
            </a:pPr>
            <a:endParaRPr dirty="0"/>
          </a:p>
          <a:p>
            <a:pPr marL="0" lvl="0" indent="0" algn="l" rtl="0">
              <a:spcBef>
                <a:spcPts val="0"/>
              </a:spcBef>
              <a:spcAft>
                <a:spcPts val="0"/>
              </a:spcAft>
              <a:buNone/>
            </a:pPr>
            <a:endParaRPr dirty="0"/>
          </a:p>
          <a:p>
            <a:pPr marL="0" lvl="0" indent="0" algn="l" rtl="0">
              <a:spcBef>
                <a:spcPts val="0"/>
              </a:spcBef>
              <a:spcAft>
                <a:spcPts val="0"/>
              </a:spcAft>
              <a:buNone/>
            </a:pPr>
            <a:endParaRPr dirty="0"/>
          </a:p>
        </p:txBody>
      </p:sp>
    </p:spTree>
    <p:extLst>
      <p:ext uri="{BB962C8B-B14F-4D97-AF65-F5344CB8AC3E}">
        <p14:creationId xmlns:p14="http://schemas.microsoft.com/office/powerpoint/2010/main" val="3812257666"/>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Shape 122"/>
        <p:cNvGrpSpPr/>
        <p:nvPr/>
      </p:nvGrpSpPr>
      <p:grpSpPr>
        <a:xfrm>
          <a:off x="0" y="0"/>
          <a:ext cx="0" cy="0"/>
          <a:chOff x="0" y="0"/>
          <a:chExt cx="0" cy="0"/>
        </a:xfrm>
      </p:grpSpPr>
      <p:sp>
        <p:nvSpPr>
          <p:cNvPr id="123" name="Google Shape;123;p27"/>
          <p:cNvSpPr txBox="1">
            <a:spLocks noGrp="1"/>
          </p:cNvSpPr>
          <p:nvPr>
            <p:ph type="title"/>
          </p:nvPr>
        </p:nvSpPr>
        <p:spPr>
          <a:xfrm>
            <a:off x="662950" y="198850"/>
            <a:ext cx="3362400" cy="1001700"/>
          </a:xfrm>
          <a:prstGeom prst="rect">
            <a:avLst/>
          </a:prstGeom>
        </p:spPr>
        <p:txBody>
          <a:bodyPr spcFirstLastPara="1" wrap="square" lIns="91425" tIns="91425" rIns="91425" bIns="91425" anchor="ctr" anchorCtr="0">
            <a:noAutofit/>
          </a:bodyPr>
          <a:lstStyle/>
          <a:p>
            <a:pPr lvl="0"/>
            <a:r>
              <a:rPr lang="en-IN" sz="3200" dirty="0">
                <a:solidFill>
                  <a:srgbClr val="000000"/>
                </a:solidFill>
                <a:latin typeface="+mn-lt"/>
              </a:rPr>
              <a:t>Indicators used in titration </a:t>
            </a:r>
          </a:p>
        </p:txBody>
      </p:sp>
      <p:sp>
        <p:nvSpPr>
          <p:cNvPr id="124" name="Google Shape;124;p27"/>
          <p:cNvSpPr txBox="1">
            <a:spLocks noGrp="1"/>
          </p:cNvSpPr>
          <p:nvPr>
            <p:ph type="body" idx="2"/>
          </p:nvPr>
        </p:nvSpPr>
        <p:spPr>
          <a:xfrm>
            <a:off x="4939500" y="724200"/>
            <a:ext cx="3837000" cy="3695100"/>
          </a:xfrm>
          <a:prstGeom prst="rect">
            <a:avLst/>
          </a:prstGeom>
        </p:spPr>
        <p:txBody>
          <a:bodyPr spcFirstLastPara="1" wrap="square" lIns="91425" tIns="91425" rIns="91425" bIns="91425" anchor="t" anchorCtr="0">
            <a:noAutofit/>
          </a:bodyPr>
          <a:lstStyle/>
          <a:p>
            <a:pPr lvl="0"/>
            <a:r>
              <a:rPr lang="en-IN" sz="1400" dirty="0">
                <a:latin typeface="+mn-lt"/>
              </a:rPr>
              <a:t>Indicator is used in titration to identify the end-point of neutralisation. Indicators are weak acids where the acid (HA) and its conjugate base (A</a:t>
            </a:r>
            <a:r>
              <a:rPr lang="en-IN" sz="1400" baseline="30000" dirty="0">
                <a:latin typeface="+mn-lt"/>
              </a:rPr>
              <a:t>-</a:t>
            </a:r>
            <a:r>
              <a:rPr lang="en-IN" sz="1400" dirty="0">
                <a:latin typeface="+mn-lt"/>
              </a:rPr>
              <a:t>) have different colours. </a:t>
            </a:r>
          </a:p>
          <a:p>
            <a:pPr marL="114300" indent="0" algn="ctr">
              <a:buNone/>
            </a:pPr>
            <a:r>
              <a:rPr lang="en-IN" sz="1400" dirty="0">
                <a:solidFill>
                  <a:schemeClr val="bg1"/>
                </a:solidFill>
              </a:rPr>
              <a:t>HA ⇋ H</a:t>
            </a:r>
            <a:r>
              <a:rPr lang="en-IN" sz="1400" baseline="30000" dirty="0">
                <a:solidFill>
                  <a:schemeClr val="bg1"/>
                </a:solidFill>
              </a:rPr>
              <a:t>+</a:t>
            </a:r>
            <a:r>
              <a:rPr lang="en-IN" sz="1400" dirty="0">
                <a:solidFill>
                  <a:schemeClr val="bg1"/>
                </a:solidFill>
              </a:rPr>
              <a:t> + A</a:t>
            </a:r>
            <a:r>
              <a:rPr lang="en-IN" sz="1400" baseline="30000" dirty="0">
                <a:solidFill>
                  <a:schemeClr val="bg1"/>
                </a:solidFill>
              </a:rPr>
              <a:t>-</a:t>
            </a:r>
            <a:endParaRPr lang="en-IN" sz="1400" dirty="0">
              <a:solidFill>
                <a:schemeClr val="bg1"/>
              </a:solidFill>
            </a:endParaRPr>
          </a:p>
          <a:p>
            <a:pPr marL="114300" lvl="0" indent="0" algn="ctr">
              <a:buNone/>
            </a:pPr>
            <a:endParaRPr lang="en-IN" sz="1400" dirty="0">
              <a:latin typeface="+mn-lt"/>
            </a:endParaRPr>
          </a:p>
          <a:p>
            <a:r>
              <a:rPr lang="en-IN" sz="1400" dirty="0"/>
              <a:t>The colour of the  indicator over a range of pH but a distinct colour change is observed at the middle of this range, which is called as the end-point.</a:t>
            </a:r>
          </a:p>
          <a:p>
            <a:r>
              <a:rPr lang="en-IN" sz="1400" dirty="0"/>
              <a:t>For example: the colour change for phenolphthalein (colourless when acidic and pink when alkaline) occurs at a range 8.2-10.0 but the end-point, that is, the pink colour is observed at pH value of 9.3. </a:t>
            </a:r>
          </a:p>
          <a:p>
            <a:pPr lvl="0"/>
            <a:endParaRPr lang="en-IN" sz="1400" dirty="0">
              <a:latin typeface="+mn-lt"/>
            </a:endParaRPr>
          </a:p>
          <a:p>
            <a:pPr lvl="0"/>
            <a:r>
              <a:rPr lang="en-IN" sz="1400" dirty="0">
                <a:latin typeface="+mn-lt"/>
              </a:rPr>
              <a:t>.</a:t>
            </a:r>
          </a:p>
          <a:p>
            <a:pPr marL="0" lvl="0" indent="0" algn="l" rtl="0">
              <a:spcBef>
                <a:spcPts val="1600"/>
              </a:spcBef>
              <a:spcAft>
                <a:spcPts val="1600"/>
              </a:spcAft>
              <a:buNone/>
            </a:pPr>
            <a:endParaRPr dirty="0"/>
          </a:p>
        </p:txBody>
      </p:sp>
      <p:graphicFrame>
        <p:nvGraphicFramePr>
          <p:cNvPr id="6" name="Table 5"/>
          <p:cNvGraphicFramePr>
            <a:graphicFrameLocks noGrp="1"/>
          </p:cNvGraphicFramePr>
          <p:nvPr/>
        </p:nvGraphicFramePr>
        <p:xfrm>
          <a:off x="77119" y="1549308"/>
          <a:ext cx="4405306" cy="2648117"/>
        </p:xfrm>
        <a:graphic>
          <a:graphicData uri="http://schemas.openxmlformats.org/drawingml/2006/table">
            <a:tbl>
              <a:tblPr firstRow="1" firstCol="1" bandRow="1"/>
              <a:tblGrid>
                <a:gridCol w="1221973">
                  <a:extLst>
                    <a:ext uri="{9D8B030D-6E8A-4147-A177-3AD203B41FA5}">
                      <a16:colId xmlns:a16="http://schemas.microsoft.com/office/drawing/2014/main" val="2505981435"/>
                    </a:ext>
                  </a:extLst>
                </a:gridCol>
                <a:gridCol w="822269">
                  <a:extLst>
                    <a:ext uri="{9D8B030D-6E8A-4147-A177-3AD203B41FA5}">
                      <a16:colId xmlns:a16="http://schemas.microsoft.com/office/drawing/2014/main" val="3007276442"/>
                    </a:ext>
                  </a:extLst>
                </a:gridCol>
                <a:gridCol w="845432">
                  <a:extLst>
                    <a:ext uri="{9D8B030D-6E8A-4147-A177-3AD203B41FA5}">
                      <a16:colId xmlns:a16="http://schemas.microsoft.com/office/drawing/2014/main" val="2711748569"/>
                    </a:ext>
                  </a:extLst>
                </a:gridCol>
                <a:gridCol w="671714">
                  <a:extLst>
                    <a:ext uri="{9D8B030D-6E8A-4147-A177-3AD203B41FA5}">
                      <a16:colId xmlns:a16="http://schemas.microsoft.com/office/drawing/2014/main" val="1569387242"/>
                    </a:ext>
                  </a:extLst>
                </a:gridCol>
                <a:gridCol w="843918">
                  <a:extLst>
                    <a:ext uri="{9D8B030D-6E8A-4147-A177-3AD203B41FA5}">
                      <a16:colId xmlns:a16="http://schemas.microsoft.com/office/drawing/2014/main" val="3279717104"/>
                    </a:ext>
                  </a:extLst>
                </a:gridCol>
              </a:tblGrid>
              <a:tr h="908986">
                <a:tc>
                  <a:txBody>
                    <a:bodyPr/>
                    <a:lstStyle>
                      <a:lvl1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9pPr>
                    </a:lstStyle>
                    <a:p>
                      <a:pPr marL="0" indent="0" algn="ctr">
                        <a:lnSpc>
                          <a:spcPct val="115000"/>
                        </a:lnSpc>
                        <a:spcAft>
                          <a:spcPts val="0"/>
                        </a:spcAft>
                      </a:pPr>
                      <a:r>
                        <a:rPr lang="en-IN" sz="1400" b="0" dirty="0">
                          <a:solidFill>
                            <a:schemeClr val="bg1"/>
                          </a:solidFill>
                          <a:effectLst/>
                          <a:latin typeface="+mn-lt"/>
                          <a:ea typeface="Calibri" panose="020F0502020204030204" pitchFamily="34" charset="0"/>
                          <a:cs typeface="Times New Roman" panose="02020603050405020304" pitchFamily="18" charset="0"/>
                        </a:rPr>
                        <a:t>Indicator</a:t>
                      </a:r>
                    </a:p>
                  </a:txBody>
                  <a:tcPr marL="54340" marR="5434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9pPr>
                    </a:lstStyle>
                    <a:p>
                      <a:pPr marL="0" marR="0" indent="0" algn="ctr" rtl="0">
                        <a:lnSpc>
                          <a:spcPct val="115000"/>
                        </a:lnSpc>
                        <a:spcBef>
                          <a:spcPts val="0"/>
                        </a:spcBef>
                        <a:spcAft>
                          <a:spcPts val="0"/>
                        </a:spcAft>
                        <a:buClr>
                          <a:srgbClr val="000000"/>
                        </a:buClr>
                        <a:buFont typeface="Arial"/>
                      </a:pPr>
                      <a:r>
                        <a:rPr lang="en-IN" sz="1400" b="0" i="0" u="none" strike="noStrike" cap="none" dirty="0">
                          <a:solidFill>
                            <a:schemeClr val="bg1"/>
                          </a:solidFill>
                          <a:effectLst/>
                          <a:latin typeface="+mn-lt"/>
                          <a:ea typeface="Calibri" panose="020F0502020204030204" pitchFamily="34" charset="0"/>
                          <a:cs typeface="Times New Roman" panose="02020603050405020304" pitchFamily="18" charset="0"/>
                          <a:sym typeface="Arial"/>
                        </a:rPr>
                        <a:t>Initial colour of indicator</a:t>
                      </a:r>
                    </a:p>
                  </a:txBody>
                  <a:tcPr marL="54340" marR="5434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9pPr>
                    </a:lstStyle>
                    <a:p>
                      <a:pPr marL="0" marR="0" indent="0" algn="ctr" rtl="0">
                        <a:lnSpc>
                          <a:spcPct val="115000"/>
                        </a:lnSpc>
                        <a:spcBef>
                          <a:spcPts val="0"/>
                        </a:spcBef>
                        <a:spcAft>
                          <a:spcPts val="0"/>
                        </a:spcAft>
                        <a:buClr>
                          <a:srgbClr val="000000"/>
                        </a:buClr>
                        <a:buFont typeface="Arial"/>
                      </a:pPr>
                      <a:r>
                        <a:rPr lang="en-IN" sz="1400" b="0" i="0" u="none" strike="noStrike" cap="none" dirty="0">
                          <a:solidFill>
                            <a:schemeClr val="bg1"/>
                          </a:solidFill>
                          <a:effectLst/>
                          <a:latin typeface="+mn-lt"/>
                          <a:ea typeface="Calibri" panose="020F0502020204030204" pitchFamily="34" charset="0"/>
                          <a:cs typeface="Times New Roman" panose="02020603050405020304" pitchFamily="18" charset="0"/>
                          <a:sym typeface="Arial"/>
                        </a:rPr>
                        <a:t>pH range</a:t>
                      </a:r>
                    </a:p>
                  </a:txBody>
                  <a:tcPr marL="54340" marR="5434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9pPr>
                    </a:lstStyle>
                    <a:p>
                      <a:pPr marL="0" marR="0" indent="0" algn="ctr" rtl="0">
                        <a:lnSpc>
                          <a:spcPct val="115000"/>
                        </a:lnSpc>
                        <a:spcBef>
                          <a:spcPts val="0"/>
                        </a:spcBef>
                        <a:spcAft>
                          <a:spcPts val="0"/>
                        </a:spcAft>
                        <a:buClr>
                          <a:srgbClr val="000000"/>
                        </a:buClr>
                        <a:buFont typeface="Arial"/>
                      </a:pPr>
                      <a:r>
                        <a:rPr lang="en-IN" sz="1400" b="0" i="0" u="none" strike="noStrike" cap="none">
                          <a:solidFill>
                            <a:schemeClr val="bg1"/>
                          </a:solidFill>
                          <a:effectLst/>
                          <a:latin typeface="+mn-lt"/>
                          <a:ea typeface="Calibri" panose="020F0502020204030204" pitchFamily="34" charset="0"/>
                          <a:cs typeface="Times New Roman" panose="02020603050405020304" pitchFamily="18" charset="0"/>
                          <a:sym typeface="Arial"/>
                        </a:rPr>
                        <a:t>End-point</a:t>
                      </a:r>
                    </a:p>
                  </a:txBody>
                  <a:tcPr marL="54340" marR="5434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9pPr>
                    </a:lstStyle>
                    <a:p>
                      <a:pPr marL="0" marR="0" indent="0" algn="ctr" rtl="0">
                        <a:lnSpc>
                          <a:spcPct val="115000"/>
                        </a:lnSpc>
                        <a:spcBef>
                          <a:spcPts val="0"/>
                        </a:spcBef>
                        <a:spcAft>
                          <a:spcPts val="0"/>
                        </a:spcAft>
                        <a:buClr>
                          <a:srgbClr val="000000"/>
                        </a:buClr>
                        <a:buFont typeface="Arial"/>
                      </a:pPr>
                      <a:r>
                        <a:rPr lang="en-IN" sz="1400" b="0" i="0" u="none" strike="noStrike" cap="none" dirty="0">
                          <a:solidFill>
                            <a:schemeClr val="bg1"/>
                          </a:solidFill>
                          <a:effectLst/>
                          <a:latin typeface="+mn-lt"/>
                          <a:ea typeface="Calibri" panose="020F0502020204030204" pitchFamily="34" charset="0"/>
                          <a:cs typeface="Times New Roman" panose="02020603050405020304" pitchFamily="18" charset="0"/>
                          <a:sym typeface="Arial"/>
                        </a:rPr>
                        <a:t>Colour change</a:t>
                      </a:r>
                    </a:p>
                  </a:txBody>
                  <a:tcPr marL="54340" marR="5434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00B050"/>
                    </a:solidFill>
                  </a:tcPr>
                </a:tc>
                <a:extLst>
                  <a:ext uri="{0D108BD9-81ED-4DB2-BD59-A6C34878D82A}">
                    <a16:rowId xmlns:a16="http://schemas.microsoft.com/office/drawing/2014/main" val="2512247508"/>
                  </a:ext>
                </a:extLst>
              </a:tr>
              <a:tr h="605991">
                <a:tc>
                  <a:txBody>
                    <a:bodyPr/>
                    <a:lstStyle>
                      <a:lvl1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9pPr>
                    </a:lstStyle>
                    <a:p>
                      <a:pPr marL="0" marR="0" indent="0" algn="ctr" rtl="0">
                        <a:lnSpc>
                          <a:spcPct val="115000"/>
                        </a:lnSpc>
                        <a:spcBef>
                          <a:spcPts val="0"/>
                        </a:spcBef>
                        <a:spcAft>
                          <a:spcPts val="0"/>
                        </a:spcAft>
                        <a:buClr>
                          <a:srgbClr val="000000"/>
                        </a:buClr>
                        <a:buFont typeface="Arial"/>
                      </a:pPr>
                      <a:r>
                        <a:rPr lang="en-IN" sz="1400" b="0" i="0" u="none" strike="noStrike" cap="none" dirty="0" err="1">
                          <a:solidFill>
                            <a:srgbClr val="000000"/>
                          </a:solidFill>
                          <a:effectLst/>
                          <a:latin typeface="+mn-lt"/>
                          <a:ea typeface="Calibri" panose="020F0502020204030204" pitchFamily="34" charset="0"/>
                          <a:cs typeface="Times New Roman" panose="02020603050405020304" pitchFamily="18" charset="0"/>
                          <a:sym typeface="Arial"/>
                        </a:rPr>
                        <a:t>bromothymol</a:t>
                      </a:r>
                      <a:r>
                        <a:rPr lang="en-IN" sz="1400" b="0" i="0" u="none" strike="noStrike" cap="none" dirty="0">
                          <a:solidFill>
                            <a:srgbClr val="000000"/>
                          </a:solidFill>
                          <a:effectLst/>
                          <a:latin typeface="+mn-lt"/>
                          <a:ea typeface="Calibri" panose="020F0502020204030204" pitchFamily="34" charset="0"/>
                          <a:cs typeface="Times New Roman" panose="02020603050405020304" pitchFamily="18" charset="0"/>
                          <a:sym typeface="Arial"/>
                        </a:rPr>
                        <a:t> blue</a:t>
                      </a:r>
                    </a:p>
                  </a:txBody>
                  <a:tcPr marL="54340" marR="5434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9pPr>
                    </a:lstStyle>
                    <a:p>
                      <a:pPr marL="0" marR="0" indent="0" algn="ctr" rtl="0">
                        <a:lnSpc>
                          <a:spcPct val="115000"/>
                        </a:lnSpc>
                        <a:spcBef>
                          <a:spcPts val="0"/>
                        </a:spcBef>
                        <a:spcAft>
                          <a:spcPts val="0"/>
                        </a:spcAft>
                        <a:buClr>
                          <a:srgbClr val="000000"/>
                        </a:buClr>
                        <a:buFont typeface="Arial"/>
                      </a:pPr>
                      <a:r>
                        <a:rPr lang="en-IN" sz="1400" b="0" i="0" u="none" strike="noStrike" cap="none" dirty="0">
                          <a:solidFill>
                            <a:srgbClr val="000000"/>
                          </a:solidFill>
                          <a:effectLst/>
                          <a:latin typeface="+mn-lt"/>
                          <a:ea typeface="Calibri" panose="020F0502020204030204" pitchFamily="34" charset="0"/>
                          <a:cs typeface="Times New Roman" panose="02020603050405020304" pitchFamily="18" charset="0"/>
                          <a:sym typeface="Arial"/>
                        </a:rPr>
                        <a:t>yellow</a:t>
                      </a:r>
                    </a:p>
                  </a:txBody>
                  <a:tcPr marL="54340" marR="5434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9pPr>
                    </a:lstStyle>
                    <a:p>
                      <a:pPr marL="0" marR="0" indent="0" algn="ctr" rtl="0">
                        <a:lnSpc>
                          <a:spcPct val="115000"/>
                        </a:lnSpc>
                        <a:spcBef>
                          <a:spcPts val="0"/>
                        </a:spcBef>
                        <a:spcAft>
                          <a:spcPts val="0"/>
                        </a:spcAft>
                        <a:buClr>
                          <a:srgbClr val="000000"/>
                        </a:buClr>
                        <a:buFont typeface="Arial"/>
                      </a:pPr>
                      <a:r>
                        <a:rPr lang="en-IN" sz="1400" b="0" i="0" u="none" strike="noStrike" cap="none" dirty="0">
                          <a:solidFill>
                            <a:srgbClr val="000000"/>
                          </a:solidFill>
                          <a:effectLst/>
                          <a:latin typeface="+mn-lt"/>
                          <a:ea typeface="Calibri" panose="020F0502020204030204" pitchFamily="34" charset="0"/>
                          <a:cs typeface="Times New Roman" panose="02020603050405020304" pitchFamily="18" charset="0"/>
                          <a:sym typeface="Arial"/>
                        </a:rPr>
                        <a:t>6-7.6</a:t>
                      </a:r>
                    </a:p>
                  </a:txBody>
                  <a:tcPr marL="54340" marR="5434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9pPr>
                    </a:lstStyle>
                    <a:p>
                      <a:pPr marL="0" marR="0" indent="0" algn="ctr" rtl="0">
                        <a:lnSpc>
                          <a:spcPct val="115000"/>
                        </a:lnSpc>
                        <a:spcBef>
                          <a:spcPts val="0"/>
                        </a:spcBef>
                        <a:spcAft>
                          <a:spcPts val="0"/>
                        </a:spcAft>
                        <a:buClr>
                          <a:srgbClr val="000000"/>
                        </a:buClr>
                        <a:buFont typeface="Arial"/>
                      </a:pPr>
                      <a:r>
                        <a:rPr lang="en-IN" sz="1400" b="0" i="0" u="none" strike="noStrike" cap="none" dirty="0">
                          <a:solidFill>
                            <a:srgbClr val="000000"/>
                          </a:solidFill>
                          <a:effectLst/>
                          <a:latin typeface="+mn-lt"/>
                          <a:ea typeface="Calibri" panose="020F0502020204030204" pitchFamily="34" charset="0"/>
                          <a:cs typeface="Times New Roman" panose="02020603050405020304" pitchFamily="18" charset="0"/>
                          <a:sym typeface="Arial"/>
                        </a:rPr>
                        <a:t>7.0</a:t>
                      </a:r>
                    </a:p>
                  </a:txBody>
                  <a:tcPr marL="54340" marR="5434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9pPr>
                    </a:lstStyle>
                    <a:p>
                      <a:pPr marL="0" marR="0" indent="0" algn="ctr" rtl="0">
                        <a:lnSpc>
                          <a:spcPct val="115000"/>
                        </a:lnSpc>
                        <a:spcBef>
                          <a:spcPts val="0"/>
                        </a:spcBef>
                        <a:spcAft>
                          <a:spcPts val="0"/>
                        </a:spcAft>
                        <a:buClr>
                          <a:srgbClr val="000000"/>
                        </a:buClr>
                        <a:buFont typeface="Arial"/>
                      </a:pPr>
                      <a:r>
                        <a:rPr lang="en-IN" sz="1400" b="0" i="0" u="none" strike="noStrike" cap="none">
                          <a:solidFill>
                            <a:srgbClr val="000000"/>
                          </a:solidFill>
                          <a:effectLst/>
                          <a:latin typeface="+mn-lt"/>
                          <a:ea typeface="Calibri" panose="020F0502020204030204" pitchFamily="34" charset="0"/>
                          <a:cs typeface="Times New Roman" panose="02020603050405020304" pitchFamily="18" charset="0"/>
                          <a:sym typeface="Arial"/>
                        </a:rPr>
                        <a:t>blue</a:t>
                      </a:r>
                    </a:p>
                  </a:txBody>
                  <a:tcPr marL="54340" marR="5434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404160769"/>
                  </a:ext>
                </a:extLst>
              </a:tr>
              <a:tr h="605991">
                <a:tc>
                  <a:txBody>
                    <a:bodyPr/>
                    <a:lstStyle>
                      <a:lvl1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9pPr>
                    </a:lstStyle>
                    <a:p>
                      <a:pPr marL="0" marR="0" indent="0" algn="ctr" rtl="0">
                        <a:lnSpc>
                          <a:spcPct val="115000"/>
                        </a:lnSpc>
                        <a:spcBef>
                          <a:spcPts val="0"/>
                        </a:spcBef>
                        <a:spcAft>
                          <a:spcPts val="0"/>
                        </a:spcAft>
                        <a:buClr>
                          <a:srgbClr val="000000"/>
                        </a:buClr>
                        <a:buFont typeface="Arial"/>
                      </a:pPr>
                      <a:r>
                        <a:rPr lang="en-IN" sz="1400" b="0" i="0" u="none" strike="noStrike" cap="none" dirty="0">
                          <a:solidFill>
                            <a:srgbClr val="000000"/>
                          </a:solidFill>
                          <a:effectLst/>
                          <a:latin typeface="+mn-lt"/>
                          <a:ea typeface="Calibri" panose="020F0502020204030204" pitchFamily="34" charset="0"/>
                          <a:cs typeface="Times New Roman" panose="02020603050405020304" pitchFamily="18" charset="0"/>
                          <a:sym typeface="Arial"/>
                        </a:rPr>
                        <a:t>phenolphthalein</a:t>
                      </a:r>
                    </a:p>
                  </a:txBody>
                  <a:tcPr marL="54340" marR="5434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9pPr>
                    </a:lstStyle>
                    <a:p>
                      <a:pPr marL="0" marR="0" indent="0" algn="ctr" rtl="0">
                        <a:lnSpc>
                          <a:spcPct val="115000"/>
                        </a:lnSpc>
                        <a:spcBef>
                          <a:spcPts val="0"/>
                        </a:spcBef>
                        <a:spcAft>
                          <a:spcPts val="0"/>
                        </a:spcAft>
                        <a:buClr>
                          <a:srgbClr val="000000"/>
                        </a:buClr>
                        <a:buFont typeface="Arial"/>
                      </a:pPr>
                      <a:r>
                        <a:rPr lang="en-IN" sz="1400" b="0" i="0" u="none" strike="noStrike" cap="none" dirty="0">
                          <a:solidFill>
                            <a:srgbClr val="000000"/>
                          </a:solidFill>
                          <a:effectLst/>
                          <a:latin typeface="+mn-lt"/>
                          <a:ea typeface="Calibri" panose="020F0502020204030204" pitchFamily="34" charset="0"/>
                          <a:cs typeface="Times New Roman" panose="02020603050405020304" pitchFamily="18" charset="0"/>
                          <a:sym typeface="Arial"/>
                        </a:rPr>
                        <a:t>colourless</a:t>
                      </a:r>
                    </a:p>
                  </a:txBody>
                  <a:tcPr marL="54340" marR="5434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9pPr>
                    </a:lstStyle>
                    <a:p>
                      <a:pPr marL="0" marR="0" indent="0" algn="ctr" rtl="0">
                        <a:lnSpc>
                          <a:spcPct val="115000"/>
                        </a:lnSpc>
                        <a:spcBef>
                          <a:spcPts val="0"/>
                        </a:spcBef>
                        <a:spcAft>
                          <a:spcPts val="0"/>
                        </a:spcAft>
                        <a:buClr>
                          <a:srgbClr val="000000"/>
                        </a:buClr>
                        <a:buFont typeface="Arial"/>
                      </a:pPr>
                      <a:r>
                        <a:rPr lang="en-IN" sz="1400" b="0" i="0" u="none" strike="noStrike" cap="none">
                          <a:solidFill>
                            <a:srgbClr val="000000"/>
                          </a:solidFill>
                          <a:effectLst/>
                          <a:latin typeface="+mn-lt"/>
                          <a:ea typeface="Calibri" panose="020F0502020204030204" pitchFamily="34" charset="0"/>
                          <a:cs typeface="Times New Roman" panose="02020603050405020304" pitchFamily="18" charset="0"/>
                          <a:sym typeface="Arial"/>
                        </a:rPr>
                        <a:t>8.2-10.0</a:t>
                      </a:r>
                    </a:p>
                  </a:txBody>
                  <a:tcPr marL="54340" marR="5434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9pPr>
                    </a:lstStyle>
                    <a:p>
                      <a:pPr marL="0" marR="0" indent="0" algn="ctr" rtl="0">
                        <a:lnSpc>
                          <a:spcPct val="115000"/>
                        </a:lnSpc>
                        <a:spcBef>
                          <a:spcPts val="0"/>
                        </a:spcBef>
                        <a:spcAft>
                          <a:spcPts val="0"/>
                        </a:spcAft>
                        <a:buClr>
                          <a:srgbClr val="000000"/>
                        </a:buClr>
                        <a:buFont typeface="Arial"/>
                      </a:pPr>
                      <a:r>
                        <a:rPr lang="en-IN" sz="1400" b="0" i="0" u="none" strike="noStrike" cap="none" dirty="0">
                          <a:solidFill>
                            <a:srgbClr val="000000"/>
                          </a:solidFill>
                          <a:effectLst/>
                          <a:latin typeface="+mn-lt"/>
                          <a:ea typeface="Calibri" panose="020F0502020204030204" pitchFamily="34" charset="0"/>
                          <a:cs typeface="Times New Roman" panose="02020603050405020304" pitchFamily="18" charset="0"/>
                          <a:sym typeface="Arial"/>
                        </a:rPr>
                        <a:t>9.3</a:t>
                      </a:r>
                    </a:p>
                  </a:txBody>
                  <a:tcPr marL="54340" marR="5434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9pPr>
                    </a:lstStyle>
                    <a:p>
                      <a:pPr marL="0" marR="0" indent="0" algn="ctr" rtl="0">
                        <a:lnSpc>
                          <a:spcPct val="115000"/>
                        </a:lnSpc>
                        <a:spcBef>
                          <a:spcPts val="0"/>
                        </a:spcBef>
                        <a:spcAft>
                          <a:spcPts val="0"/>
                        </a:spcAft>
                        <a:buClr>
                          <a:srgbClr val="000000"/>
                        </a:buClr>
                        <a:buFont typeface="Arial"/>
                      </a:pPr>
                      <a:r>
                        <a:rPr lang="en-IN" sz="1400" b="0" i="0" u="none" strike="noStrike" cap="none" dirty="0">
                          <a:solidFill>
                            <a:srgbClr val="000000"/>
                          </a:solidFill>
                          <a:effectLst/>
                          <a:latin typeface="+mn-lt"/>
                          <a:ea typeface="Calibri" panose="020F0502020204030204" pitchFamily="34" charset="0"/>
                          <a:cs typeface="Times New Roman" panose="02020603050405020304" pitchFamily="18" charset="0"/>
                          <a:sym typeface="Arial"/>
                        </a:rPr>
                        <a:t>pink</a:t>
                      </a:r>
                    </a:p>
                  </a:txBody>
                  <a:tcPr marL="54340" marR="5434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52759653"/>
                  </a:ext>
                </a:extLst>
              </a:tr>
              <a:tr h="527149">
                <a:tc>
                  <a:txBody>
                    <a:bodyPr/>
                    <a:lstStyle>
                      <a:lvl1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9pPr>
                    </a:lstStyle>
                    <a:p>
                      <a:pPr marL="0" marR="0" indent="0" algn="ctr" rtl="0">
                        <a:lnSpc>
                          <a:spcPct val="115000"/>
                        </a:lnSpc>
                        <a:spcBef>
                          <a:spcPts val="0"/>
                        </a:spcBef>
                        <a:spcAft>
                          <a:spcPts val="0"/>
                        </a:spcAft>
                        <a:buClr>
                          <a:srgbClr val="000000"/>
                        </a:buClr>
                        <a:buFont typeface="Arial"/>
                      </a:pPr>
                      <a:r>
                        <a:rPr lang="en-IN" sz="1400" b="0" i="0" u="none" strike="noStrike" cap="none" dirty="0">
                          <a:solidFill>
                            <a:srgbClr val="000000"/>
                          </a:solidFill>
                          <a:effectLst/>
                          <a:latin typeface="+mn-lt"/>
                          <a:ea typeface="Calibri" panose="020F0502020204030204" pitchFamily="34" charset="0"/>
                          <a:cs typeface="Times New Roman" panose="02020603050405020304" pitchFamily="18" charset="0"/>
                          <a:sym typeface="Arial"/>
                        </a:rPr>
                        <a:t>methyl red</a:t>
                      </a:r>
                    </a:p>
                  </a:txBody>
                  <a:tcPr marL="54340" marR="5434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9pPr>
                    </a:lstStyle>
                    <a:p>
                      <a:pPr marL="0" marR="0" indent="0" algn="ctr" rtl="0">
                        <a:lnSpc>
                          <a:spcPct val="115000"/>
                        </a:lnSpc>
                        <a:spcBef>
                          <a:spcPts val="0"/>
                        </a:spcBef>
                        <a:spcAft>
                          <a:spcPts val="0"/>
                        </a:spcAft>
                        <a:buClr>
                          <a:srgbClr val="000000"/>
                        </a:buClr>
                        <a:buFont typeface="Arial"/>
                      </a:pPr>
                      <a:r>
                        <a:rPr lang="en-IN" sz="1400" b="0" i="0" u="none" strike="noStrike" cap="none" dirty="0">
                          <a:solidFill>
                            <a:srgbClr val="000000"/>
                          </a:solidFill>
                          <a:effectLst/>
                          <a:latin typeface="+mn-lt"/>
                          <a:ea typeface="Calibri" panose="020F0502020204030204" pitchFamily="34" charset="0"/>
                          <a:cs typeface="Times New Roman" panose="02020603050405020304" pitchFamily="18" charset="0"/>
                          <a:sym typeface="Arial"/>
                        </a:rPr>
                        <a:t>red</a:t>
                      </a:r>
                    </a:p>
                  </a:txBody>
                  <a:tcPr marL="54340" marR="5434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9pPr>
                    </a:lstStyle>
                    <a:p>
                      <a:pPr marL="0" marR="0" indent="0" algn="ctr" rtl="0">
                        <a:lnSpc>
                          <a:spcPct val="115000"/>
                        </a:lnSpc>
                        <a:spcBef>
                          <a:spcPts val="0"/>
                        </a:spcBef>
                        <a:spcAft>
                          <a:spcPts val="0"/>
                        </a:spcAft>
                        <a:buClr>
                          <a:srgbClr val="000000"/>
                        </a:buClr>
                        <a:buFont typeface="Arial"/>
                      </a:pPr>
                      <a:r>
                        <a:rPr lang="en-IN" sz="1400" b="0" i="0" u="none" strike="noStrike" cap="none" dirty="0">
                          <a:solidFill>
                            <a:srgbClr val="000000"/>
                          </a:solidFill>
                          <a:effectLst/>
                          <a:latin typeface="+mn-lt"/>
                          <a:ea typeface="Calibri" panose="020F0502020204030204" pitchFamily="34" charset="0"/>
                          <a:cs typeface="Times New Roman" panose="02020603050405020304" pitchFamily="18" charset="0"/>
                          <a:sym typeface="Arial"/>
                        </a:rPr>
                        <a:t>4.2-6.3</a:t>
                      </a:r>
                    </a:p>
                  </a:txBody>
                  <a:tcPr marL="54340" marR="5434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9pPr>
                    </a:lstStyle>
                    <a:p>
                      <a:pPr marL="0" marR="0" indent="0" algn="ctr" rtl="0">
                        <a:lnSpc>
                          <a:spcPct val="115000"/>
                        </a:lnSpc>
                        <a:spcBef>
                          <a:spcPts val="0"/>
                        </a:spcBef>
                        <a:spcAft>
                          <a:spcPts val="0"/>
                        </a:spcAft>
                        <a:buClr>
                          <a:srgbClr val="000000"/>
                        </a:buClr>
                        <a:buFont typeface="Arial"/>
                      </a:pPr>
                      <a:r>
                        <a:rPr lang="en-IN" sz="1400" b="0" i="0" u="none" strike="noStrike" cap="none" dirty="0">
                          <a:solidFill>
                            <a:srgbClr val="000000"/>
                          </a:solidFill>
                          <a:effectLst/>
                          <a:latin typeface="+mn-lt"/>
                          <a:ea typeface="Calibri" panose="020F0502020204030204" pitchFamily="34" charset="0"/>
                          <a:cs typeface="Times New Roman" panose="02020603050405020304" pitchFamily="18" charset="0"/>
                          <a:sym typeface="Arial"/>
                        </a:rPr>
                        <a:t>5.1 </a:t>
                      </a:r>
                    </a:p>
                  </a:txBody>
                  <a:tcPr marL="54340" marR="5434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9pPr>
                    </a:lstStyle>
                    <a:p>
                      <a:pPr marL="0" marR="0" indent="0" algn="ctr" rtl="0">
                        <a:lnSpc>
                          <a:spcPct val="115000"/>
                        </a:lnSpc>
                        <a:spcBef>
                          <a:spcPts val="0"/>
                        </a:spcBef>
                        <a:spcAft>
                          <a:spcPts val="0"/>
                        </a:spcAft>
                        <a:buClr>
                          <a:srgbClr val="000000"/>
                        </a:buClr>
                        <a:buFont typeface="Arial"/>
                      </a:pPr>
                      <a:r>
                        <a:rPr lang="en-IN" sz="1400" b="0" i="0" u="none" strike="noStrike" cap="none" dirty="0">
                          <a:solidFill>
                            <a:srgbClr val="000000"/>
                          </a:solidFill>
                          <a:effectLst/>
                          <a:latin typeface="+mn-lt"/>
                          <a:ea typeface="Calibri" panose="020F0502020204030204" pitchFamily="34" charset="0"/>
                          <a:cs typeface="Times New Roman" panose="02020603050405020304" pitchFamily="18" charset="0"/>
                          <a:sym typeface="Arial"/>
                        </a:rPr>
                        <a:t>yellow</a:t>
                      </a:r>
                    </a:p>
                  </a:txBody>
                  <a:tcPr marL="54340" marR="5434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27450960"/>
                  </a:ext>
                </a:extLst>
              </a:tr>
            </a:tbl>
          </a:graphicData>
        </a:graphic>
      </p:graphicFrame>
    </p:spTree>
    <p:extLst>
      <p:ext uri="{BB962C8B-B14F-4D97-AF65-F5344CB8AC3E}">
        <p14:creationId xmlns:p14="http://schemas.microsoft.com/office/powerpoint/2010/main" val="3671268430"/>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Shape 122"/>
        <p:cNvGrpSpPr/>
        <p:nvPr/>
      </p:nvGrpSpPr>
      <p:grpSpPr>
        <a:xfrm>
          <a:off x="0" y="0"/>
          <a:ext cx="0" cy="0"/>
          <a:chOff x="0" y="0"/>
          <a:chExt cx="0" cy="0"/>
        </a:xfrm>
      </p:grpSpPr>
      <p:sp>
        <p:nvSpPr>
          <p:cNvPr id="123" name="Google Shape;123;p27"/>
          <p:cNvSpPr txBox="1">
            <a:spLocks noGrp="1"/>
          </p:cNvSpPr>
          <p:nvPr>
            <p:ph type="title"/>
          </p:nvPr>
        </p:nvSpPr>
        <p:spPr>
          <a:xfrm>
            <a:off x="662950" y="198850"/>
            <a:ext cx="3362400" cy="1001700"/>
          </a:xfrm>
          <a:prstGeom prst="rect">
            <a:avLst/>
          </a:prstGeom>
        </p:spPr>
        <p:txBody>
          <a:bodyPr spcFirstLastPara="1" wrap="square" lIns="91425" tIns="91425" rIns="91425" bIns="91425" anchor="ctr" anchorCtr="0">
            <a:noAutofit/>
          </a:bodyPr>
          <a:lstStyle/>
          <a:p>
            <a:pPr lvl="0"/>
            <a:r>
              <a:rPr lang="en-IN" sz="2400" dirty="0">
                <a:solidFill>
                  <a:srgbClr val="000000"/>
                </a:solidFill>
                <a:latin typeface="+mn-lt"/>
              </a:rPr>
              <a:t>Neutralisation: Strong acid with strong bases</a:t>
            </a:r>
            <a:endParaRPr lang="en-IN" sz="3200" dirty="0">
              <a:solidFill>
                <a:srgbClr val="000000"/>
              </a:solidFill>
              <a:latin typeface="+mn-lt"/>
            </a:endParaRPr>
          </a:p>
        </p:txBody>
      </p:sp>
      <p:sp>
        <p:nvSpPr>
          <p:cNvPr id="124" name="Google Shape;124;p27"/>
          <p:cNvSpPr txBox="1">
            <a:spLocks noGrp="1"/>
          </p:cNvSpPr>
          <p:nvPr>
            <p:ph type="body" idx="2"/>
          </p:nvPr>
        </p:nvSpPr>
        <p:spPr>
          <a:xfrm>
            <a:off x="4763230" y="113790"/>
            <a:ext cx="4281618" cy="3695100"/>
          </a:xfrm>
          <a:prstGeom prst="rect">
            <a:avLst/>
          </a:prstGeom>
        </p:spPr>
        <p:txBody>
          <a:bodyPr spcFirstLastPara="1" wrap="square" lIns="91425" tIns="91425" rIns="91425" bIns="91425" anchor="t" anchorCtr="0">
            <a:noAutofit/>
          </a:bodyPr>
          <a:lstStyle/>
          <a:p>
            <a:pPr lvl="0">
              <a:spcBef>
                <a:spcPts val="600"/>
              </a:spcBef>
              <a:buFont typeface="Arial" panose="020B0604020202020204" pitchFamily="34" charset="0"/>
              <a:buChar char="•"/>
            </a:pPr>
            <a:r>
              <a:rPr lang="en-IN" sz="1400" dirty="0">
                <a:solidFill>
                  <a:schemeClr val="bg1"/>
                </a:solidFill>
                <a:latin typeface="+mn-lt"/>
              </a:rPr>
              <a:t>When a strong alkali is titrated with a strong acid, indicators such a bromothymol blue or phenolphthalein is used. </a:t>
            </a:r>
          </a:p>
          <a:p>
            <a:pPr lvl="0">
              <a:spcBef>
                <a:spcPts val="600"/>
              </a:spcBef>
              <a:buFont typeface="Arial" panose="020B0604020202020204" pitchFamily="34" charset="0"/>
              <a:buChar char="•"/>
            </a:pPr>
            <a:r>
              <a:rPr kumimoji="0" lang="en-IN" sz="1400" b="0" i="0" u="none" strike="noStrike" kern="0" cap="none" spc="0" normalizeH="0" baseline="0" noProof="0" dirty="0">
                <a:ln>
                  <a:noFill/>
                </a:ln>
                <a:solidFill>
                  <a:schemeClr val="bg1"/>
                </a:solidFill>
                <a:effectLst/>
                <a:uLnTx/>
                <a:uFillTx/>
                <a:latin typeface="+mn-lt"/>
                <a:ea typeface="Roboto Condensed"/>
                <a:cs typeface="Roboto Condensed"/>
                <a:sym typeface="Roboto Condensed"/>
              </a:rPr>
              <a:t>For example: the titration of 0.1 mol/dm</a:t>
            </a:r>
            <a:r>
              <a:rPr kumimoji="0" lang="en-IN" sz="1400" b="0" i="0" u="none" strike="noStrike" kern="0" cap="none" spc="0" normalizeH="0" baseline="30000" noProof="0" dirty="0">
                <a:ln>
                  <a:noFill/>
                </a:ln>
                <a:solidFill>
                  <a:schemeClr val="bg1"/>
                </a:solidFill>
                <a:effectLst/>
                <a:uLnTx/>
                <a:uFillTx/>
                <a:latin typeface="+mn-lt"/>
                <a:ea typeface="Roboto Condensed"/>
                <a:cs typeface="Roboto Condensed"/>
                <a:sym typeface="Roboto Condensed"/>
              </a:rPr>
              <a:t>3</a:t>
            </a:r>
            <a:r>
              <a:rPr kumimoji="0" lang="en-IN" sz="1400" b="0" i="0" u="none" strike="noStrike" kern="0" cap="none" spc="0" normalizeH="0" baseline="0" noProof="0" dirty="0">
                <a:ln>
                  <a:noFill/>
                </a:ln>
                <a:solidFill>
                  <a:schemeClr val="bg1"/>
                </a:solidFill>
                <a:effectLst/>
                <a:uLnTx/>
                <a:uFillTx/>
                <a:latin typeface="+mn-lt"/>
                <a:ea typeface="Roboto Condensed"/>
                <a:cs typeface="Roboto Condensed"/>
                <a:sym typeface="Roboto Condensed"/>
              </a:rPr>
              <a:t> sodium hydroxide </a:t>
            </a:r>
            <a:r>
              <a:rPr kumimoji="0" lang="en-IN" sz="1400" b="0" i="0" u="none" strike="sngStrike" kern="0" cap="none" spc="0" normalizeH="0" baseline="0" noProof="0" dirty="0">
                <a:ln>
                  <a:noFill/>
                </a:ln>
                <a:solidFill>
                  <a:schemeClr val="bg1"/>
                </a:solidFill>
                <a:effectLst/>
                <a:uLnTx/>
                <a:uFillTx/>
                <a:latin typeface="+mn-lt"/>
                <a:ea typeface="Roboto Condensed"/>
                <a:cs typeface="Roboto Condensed"/>
                <a:sym typeface="Roboto Condensed"/>
              </a:rPr>
              <a:t>is</a:t>
            </a:r>
            <a:r>
              <a:rPr kumimoji="0" lang="en-IN" sz="1400" b="0" i="0" u="none" strike="noStrike" kern="0" cap="none" spc="0" normalizeH="0" baseline="0" noProof="0" dirty="0">
                <a:ln>
                  <a:noFill/>
                </a:ln>
                <a:solidFill>
                  <a:schemeClr val="bg1"/>
                </a:solidFill>
                <a:effectLst/>
                <a:uLnTx/>
                <a:uFillTx/>
                <a:latin typeface="+mn-lt"/>
                <a:ea typeface="Roboto Condensed"/>
                <a:cs typeface="Roboto Condensed"/>
                <a:sym typeface="Roboto Condensed"/>
              </a:rPr>
              <a:t> with 0.1 mol/dm</a:t>
            </a:r>
            <a:r>
              <a:rPr kumimoji="0" lang="en-IN" sz="1400" b="0" i="0" u="none" strike="noStrike" kern="0" cap="none" spc="0" normalizeH="0" baseline="30000" noProof="0" dirty="0">
                <a:ln>
                  <a:noFill/>
                </a:ln>
                <a:solidFill>
                  <a:schemeClr val="bg1"/>
                </a:solidFill>
                <a:effectLst/>
                <a:uLnTx/>
                <a:uFillTx/>
                <a:latin typeface="+mn-lt"/>
                <a:ea typeface="Roboto Condensed"/>
                <a:cs typeface="Roboto Condensed"/>
                <a:sym typeface="Roboto Condensed"/>
              </a:rPr>
              <a:t>3</a:t>
            </a:r>
            <a:r>
              <a:rPr kumimoji="0" lang="en-IN" sz="1400" b="0" i="0" u="none" strike="noStrike" kern="0" cap="none" spc="0" normalizeH="0" baseline="0" noProof="0" dirty="0">
                <a:ln>
                  <a:noFill/>
                </a:ln>
                <a:solidFill>
                  <a:schemeClr val="bg1"/>
                </a:solidFill>
                <a:effectLst/>
                <a:uLnTx/>
                <a:uFillTx/>
                <a:latin typeface="+mn-lt"/>
                <a:ea typeface="Roboto Condensed"/>
                <a:cs typeface="Roboto Condensed"/>
                <a:sym typeface="Roboto Condensed"/>
              </a:rPr>
              <a:t> hydrochloric acid. </a:t>
            </a:r>
          </a:p>
          <a:p>
            <a:pPr>
              <a:spcBef>
                <a:spcPts val="600"/>
              </a:spcBef>
              <a:buFont typeface="Arial" panose="020B0604020202020204" pitchFamily="34" charset="0"/>
              <a:buChar char="•"/>
            </a:pPr>
            <a:r>
              <a:rPr lang="en-IN" sz="1400" dirty="0">
                <a:solidFill>
                  <a:schemeClr val="bg1"/>
                </a:solidFill>
                <a:latin typeface="+mn-lt"/>
              </a:rPr>
              <a:t>Due to the addition of hydrogen ions into the strong alkali, there is a rapid change of pH from 10.5 to 3.5. </a:t>
            </a:r>
          </a:p>
          <a:p>
            <a:pPr>
              <a:spcBef>
                <a:spcPts val="600"/>
              </a:spcBef>
              <a:buFont typeface="Arial" panose="020B0604020202020204" pitchFamily="34" charset="0"/>
              <a:buChar char="•"/>
            </a:pPr>
            <a:r>
              <a:rPr lang="en-IN" sz="1400" dirty="0">
                <a:solidFill>
                  <a:schemeClr val="bg1"/>
                </a:solidFill>
                <a:latin typeface="+mn-lt"/>
              </a:rPr>
              <a:t>The range of colour change of </a:t>
            </a:r>
            <a:r>
              <a:rPr lang="en-IN" sz="1400" dirty="0" err="1">
                <a:solidFill>
                  <a:schemeClr val="bg1"/>
                </a:solidFill>
                <a:latin typeface="+mn-lt"/>
              </a:rPr>
              <a:t>bromothymol</a:t>
            </a:r>
            <a:r>
              <a:rPr lang="en-IN" sz="1400" dirty="0">
                <a:solidFill>
                  <a:schemeClr val="bg1"/>
                </a:solidFill>
                <a:latin typeface="+mn-lt"/>
              </a:rPr>
              <a:t> indicator is 6.0-7.6, where the slope of pH curve is the steepest. </a:t>
            </a:r>
          </a:p>
          <a:p>
            <a:pPr>
              <a:spcBef>
                <a:spcPts val="600"/>
              </a:spcBef>
              <a:buFont typeface="Arial" panose="020B0604020202020204" pitchFamily="34" charset="0"/>
              <a:buChar char="•"/>
            </a:pPr>
            <a:r>
              <a:rPr lang="en-IN" sz="1400" dirty="0">
                <a:solidFill>
                  <a:schemeClr val="bg1"/>
                </a:solidFill>
                <a:latin typeface="+mn-lt"/>
              </a:rPr>
              <a:t>At pH 7, which is the midpoint of this range, the hydrogen ions have exactly neutralised the hydroxide ions. </a:t>
            </a:r>
          </a:p>
          <a:p>
            <a:pPr>
              <a:spcBef>
                <a:spcPts val="600"/>
              </a:spcBef>
              <a:buFont typeface="Arial" panose="020B0604020202020204" pitchFamily="34" charset="0"/>
              <a:buChar char="•"/>
            </a:pPr>
            <a:r>
              <a:rPr lang="en-IN" sz="1400" dirty="0">
                <a:solidFill>
                  <a:schemeClr val="bg1"/>
                </a:solidFill>
                <a:latin typeface="+mn-lt"/>
              </a:rPr>
              <a:t>As the pH change exists over a wide range, other indicators such as phenolphthalein is also used.</a:t>
            </a:r>
          </a:p>
          <a:p>
            <a:pPr lvl="0">
              <a:spcBef>
                <a:spcPts val="600"/>
              </a:spcBef>
              <a:buFont typeface="Arial" panose="020B0604020202020204" pitchFamily="34" charset="0"/>
              <a:buChar char="•"/>
            </a:pPr>
            <a:endParaRPr lang="en-IN" sz="1400" dirty="0">
              <a:solidFill>
                <a:schemeClr val="bg1"/>
              </a:solidFill>
              <a:latin typeface="+mn-lt"/>
            </a:endParaRPr>
          </a:p>
          <a:p>
            <a:pPr lvl="0">
              <a:spcBef>
                <a:spcPts val="600"/>
              </a:spcBef>
              <a:buFont typeface="Arial" panose="020B0604020202020204" pitchFamily="34" charset="0"/>
              <a:buChar char="•"/>
            </a:pPr>
            <a:r>
              <a:rPr lang="en-IN" sz="1400" dirty="0">
                <a:solidFill>
                  <a:schemeClr val="bg1"/>
                </a:solidFill>
                <a:latin typeface="+mn-lt"/>
              </a:rPr>
              <a:t>.</a:t>
            </a:r>
          </a:p>
          <a:p>
            <a:pPr marL="285750" lvl="0" indent="-285750" algn="l" rtl="0">
              <a:spcBef>
                <a:spcPts val="600"/>
              </a:spcBef>
              <a:spcAft>
                <a:spcPts val="1600"/>
              </a:spcAft>
              <a:buFont typeface="Arial" panose="020B0604020202020204" pitchFamily="34" charset="0"/>
              <a:buChar char="•"/>
            </a:pPr>
            <a:endParaRPr dirty="0">
              <a:solidFill>
                <a:schemeClr val="bg1"/>
              </a:solidFill>
              <a:latin typeface="+mn-lt"/>
            </a:endParaRPr>
          </a:p>
        </p:txBody>
      </p:sp>
      <p:sp>
        <p:nvSpPr>
          <p:cNvPr id="7" name="Google Shape;126;p27"/>
          <p:cNvSpPr txBox="1"/>
          <p:nvPr/>
        </p:nvSpPr>
        <p:spPr>
          <a:xfrm>
            <a:off x="216647" y="4612002"/>
            <a:ext cx="4255008" cy="278400"/>
          </a:xfrm>
          <a:prstGeom prst="rect">
            <a:avLst/>
          </a:prstGeom>
          <a:noFill/>
          <a:ln>
            <a:noFill/>
          </a:ln>
        </p:spPr>
        <p:txBody>
          <a:bodyPr spcFirstLastPara="1" wrap="square" lIns="91425" tIns="91425" rIns="91425" bIns="91425" anchor="t" anchorCtr="0">
            <a:noAutofit/>
          </a:bodyPr>
          <a:lstStyle/>
          <a:p>
            <a:pPr marL="900430" algn="ctr">
              <a:lnSpc>
                <a:spcPct val="115000"/>
              </a:lnSpc>
              <a:spcAft>
                <a:spcPts val="1000"/>
              </a:spcAft>
            </a:pPr>
            <a:r>
              <a:rPr lang="en-IN" sz="1100" dirty="0">
                <a:solidFill>
                  <a:schemeClr val="bg1">
                    <a:lumMod val="65000"/>
                  </a:schemeClr>
                </a:solidFill>
                <a:ea typeface="Calibri" panose="020F0502020204030204" pitchFamily="34" charset="0"/>
                <a:cs typeface="Times New Roman" panose="02020603050405020304" pitchFamily="18" charset="0"/>
              </a:rPr>
              <a:t>pH curve of titration using </a:t>
            </a:r>
            <a:r>
              <a:rPr lang="en-IN" sz="1100" dirty="0" err="1">
                <a:solidFill>
                  <a:schemeClr val="bg1">
                    <a:lumMod val="65000"/>
                  </a:schemeClr>
                </a:solidFill>
                <a:ea typeface="Calibri" panose="020F0502020204030204" pitchFamily="34" charset="0"/>
                <a:cs typeface="Times New Roman" panose="02020603050405020304" pitchFamily="18" charset="0"/>
              </a:rPr>
              <a:t>bromothymol</a:t>
            </a:r>
            <a:r>
              <a:rPr lang="en-IN" sz="1100" dirty="0">
                <a:solidFill>
                  <a:schemeClr val="bg1">
                    <a:lumMod val="65000"/>
                  </a:schemeClr>
                </a:solidFill>
                <a:ea typeface="Calibri" panose="020F0502020204030204" pitchFamily="34" charset="0"/>
                <a:cs typeface="Times New Roman" panose="02020603050405020304" pitchFamily="18" charset="0"/>
              </a:rPr>
              <a:t> indicator</a:t>
            </a:r>
          </a:p>
        </p:txBody>
      </p:sp>
      <p:pic>
        <p:nvPicPr>
          <p:cNvPr id="3" name="Picture 2">
            <a:extLst>
              <a:ext uri="{FF2B5EF4-FFF2-40B4-BE49-F238E27FC236}">
                <a16:creationId xmlns:a16="http://schemas.microsoft.com/office/drawing/2014/main" id="{A92E9AC9-216C-4EEC-9831-BBA8CEE5E23C}"/>
              </a:ext>
            </a:extLst>
          </p:cNvPr>
          <p:cNvPicPr>
            <a:picLocks noChangeAspect="1"/>
          </p:cNvPicPr>
          <p:nvPr/>
        </p:nvPicPr>
        <p:blipFill>
          <a:blip r:embed="rId3"/>
          <a:stretch>
            <a:fillRect/>
          </a:stretch>
        </p:blipFill>
        <p:spPr>
          <a:xfrm>
            <a:off x="216277" y="1296792"/>
            <a:ext cx="4255377" cy="3218967"/>
          </a:xfrm>
          <a:prstGeom prst="rect">
            <a:avLst/>
          </a:prstGeom>
        </p:spPr>
      </p:pic>
    </p:spTree>
    <p:extLst>
      <p:ext uri="{BB962C8B-B14F-4D97-AF65-F5344CB8AC3E}">
        <p14:creationId xmlns:p14="http://schemas.microsoft.com/office/powerpoint/2010/main" val="1548742435"/>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Shape 122"/>
        <p:cNvGrpSpPr/>
        <p:nvPr/>
      </p:nvGrpSpPr>
      <p:grpSpPr>
        <a:xfrm>
          <a:off x="0" y="0"/>
          <a:ext cx="0" cy="0"/>
          <a:chOff x="0" y="0"/>
          <a:chExt cx="0" cy="0"/>
        </a:xfrm>
      </p:grpSpPr>
      <p:sp>
        <p:nvSpPr>
          <p:cNvPr id="123" name="Google Shape;123;p27"/>
          <p:cNvSpPr txBox="1">
            <a:spLocks noGrp="1"/>
          </p:cNvSpPr>
          <p:nvPr>
            <p:ph type="title"/>
          </p:nvPr>
        </p:nvSpPr>
        <p:spPr>
          <a:xfrm>
            <a:off x="662950" y="198850"/>
            <a:ext cx="3362400" cy="1001700"/>
          </a:xfrm>
          <a:prstGeom prst="rect">
            <a:avLst/>
          </a:prstGeom>
        </p:spPr>
        <p:txBody>
          <a:bodyPr spcFirstLastPara="1" wrap="square" lIns="91425" tIns="91425" rIns="91425" bIns="91425" anchor="ctr" anchorCtr="0">
            <a:noAutofit/>
          </a:bodyPr>
          <a:lstStyle/>
          <a:p>
            <a:pPr lvl="0"/>
            <a:r>
              <a:rPr lang="en-IN" sz="2400" dirty="0">
                <a:solidFill>
                  <a:srgbClr val="000000"/>
                </a:solidFill>
                <a:latin typeface="+mn-lt"/>
              </a:rPr>
              <a:t>Equivalence point</a:t>
            </a:r>
            <a:endParaRPr lang="en-IN" sz="3200" dirty="0">
              <a:solidFill>
                <a:srgbClr val="000000"/>
              </a:solidFill>
              <a:latin typeface="+mn-lt"/>
            </a:endParaRPr>
          </a:p>
        </p:txBody>
      </p:sp>
      <p:sp>
        <p:nvSpPr>
          <p:cNvPr id="124" name="Google Shape;124;p27"/>
          <p:cNvSpPr txBox="1">
            <a:spLocks noGrp="1"/>
          </p:cNvSpPr>
          <p:nvPr>
            <p:ph type="body" idx="2"/>
          </p:nvPr>
        </p:nvSpPr>
        <p:spPr>
          <a:xfrm>
            <a:off x="4763230" y="198850"/>
            <a:ext cx="4164493" cy="3695100"/>
          </a:xfrm>
          <a:prstGeom prst="rect">
            <a:avLst/>
          </a:prstGeom>
        </p:spPr>
        <p:txBody>
          <a:bodyPr spcFirstLastPara="1" wrap="square" lIns="91425" tIns="91425" rIns="91425" bIns="91425" anchor="t" anchorCtr="0">
            <a:noAutofit/>
          </a:bodyPr>
          <a:lstStyle/>
          <a:p>
            <a:pPr lvl="0">
              <a:spcBef>
                <a:spcPts val="600"/>
              </a:spcBef>
              <a:buFont typeface="Arial" panose="020B0604020202020204" pitchFamily="34" charset="0"/>
              <a:buChar char="•"/>
            </a:pPr>
            <a:r>
              <a:rPr lang="en-US" sz="1400" dirty="0">
                <a:solidFill>
                  <a:schemeClr val="bg1"/>
                </a:solidFill>
                <a:latin typeface="+mn-lt"/>
              </a:rPr>
              <a:t>The point in a titration at which the reaction is just complete is called equivalence point. </a:t>
            </a:r>
          </a:p>
          <a:p>
            <a:pPr lvl="0">
              <a:spcBef>
                <a:spcPts val="600"/>
              </a:spcBef>
              <a:buFont typeface="Arial" panose="020B0604020202020204" pitchFamily="34" charset="0"/>
              <a:buChar char="•"/>
            </a:pPr>
            <a:r>
              <a:rPr lang="en-US" sz="1400" dirty="0">
                <a:solidFill>
                  <a:schemeClr val="bg1"/>
                </a:solidFill>
                <a:latin typeface="+mn-lt"/>
              </a:rPr>
              <a:t>In other words, equivalence point is the point at which sufficient acid (or base) is added to </a:t>
            </a:r>
            <a:r>
              <a:rPr lang="en-US" sz="1400" dirty="0" err="1">
                <a:solidFill>
                  <a:schemeClr val="bg1"/>
                </a:solidFill>
                <a:latin typeface="+mn-lt"/>
              </a:rPr>
              <a:t>neutralise</a:t>
            </a:r>
            <a:r>
              <a:rPr lang="en-US" sz="1400" dirty="0">
                <a:solidFill>
                  <a:schemeClr val="bg1"/>
                </a:solidFill>
                <a:latin typeface="+mn-lt"/>
              </a:rPr>
              <a:t> base (or acid).</a:t>
            </a:r>
          </a:p>
          <a:p>
            <a:pPr lvl="0">
              <a:spcBef>
                <a:spcPts val="600"/>
              </a:spcBef>
              <a:buFont typeface="Arial" panose="020B0604020202020204" pitchFamily="34" charset="0"/>
              <a:buChar char="•"/>
            </a:pPr>
            <a:r>
              <a:rPr lang="en-US" sz="1400" dirty="0">
                <a:solidFill>
                  <a:schemeClr val="bg1"/>
                </a:solidFill>
                <a:latin typeface="+mn-lt"/>
              </a:rPr>
              <a:t> In the above titration, equivalence point is reached after adding 20 cm</a:t>
            </a:r>
            <a:r>
              <a:rPr lang="en-US" sz="1400" baseline="30000" dirty="0">
                <a:solidFill>
                  <a:schemeClr val="bg1"/>
                </a:solidFill>
                <a:latin typeface="+mn-lt"/>
              </a:rPr>
              <a:t>3</a:t>
            </a:r>
            <a:r>
              <a:rPr lang="en-US" sz="1400" dirty="0">
                <a:solidFill>
                  <a:schemeClr val="bg1"/>
                </a:solidFill>
                <a:latin typeface="+mn-lt"/>
              </a:rPr>
              <a:t> of acid to base at a pH of 7.</a:t>
            </a:r>
          </a:p>
          <a:p>
            <a:pPr lvl="0">
              <a:spcBef>
                <a:spcPts val="600"/>
              </a:spcBef>
              <a:buFont typeface="Arial" panose="020B0604020202020204" pitchFamily="34" charset="0"/>
              <a:buChar char="•"/>
            </a:pPr>
            <a:r>
              <a:rPr lang="en-US" sz="1400" dirty="0">
                <a:solidFill>
                  <a:schemeClr val="bg1"/>
                </a:solidFill>
                <a:latin typeface="+mn-lt"/>
              </a:rPr>
              <a:t>Always choose an indicator so that </a:t>
            </a:r>
            <a:r>
              <a:rPr lang="en-US" sz="1400" dirty="0" err="1">
                <a:solidFill>
                  <a:schemeClr val="bg1"/>
                </a:solidFill>
                <a:latin typeface="+mn-lt"/>
              </a:rPr>
              <a:t>pK</a:t>
            </a:r>
            <a:r>
              <a:rPr lang="en-US" sz="1400" baseline="-25000" dirty="0" err="1">
                <a:solidFill>
                  <a:schemeClr val="bg1"/>
                </a:solidFill>
                <a:latin typeface="+mn-lt"/>
              </a:rPr>
              <a:t>in</a:t>
            </a:r>
            <a:r>
              <a:rPr lang="en-US" sz="1400" dirty="0">
                <a:solidFill>
                  <a:schemeClr val="bg1"/>
                </a:solidFill>
                <a:latin typeface="+mn-lt"/>
              </a:rPr>
              <a:t> is not more than 1 unit from the equivalence </a:t>
            </a:r>
            <a:r>
              <a:rPr lang="en-US" sz="1400" dirty="0" err="1">
                <a:solidFill>
                  <a:schemeClr val="bg1"/>
                </a:solidFill>
                <a:latin typeface="+mn-lt"/>
              </a:rPr>
              <a:t>pH.</a:t>
            </a:r>
            <a:r>
              <a:rPr lang="en-US" sz="1400" dirty="0">
                <a:solidFill>
                  <a:schemeClr val="bg1"/>
                </a:solidFill>
                <a:latin typeface="+mn-lt"/>
              </a:rPr>
              <a:t> </a:t>
            </a:r>
          </a:p>
          <a:p>
            <a:pPr lvl="0">
              <a:spcBef>
                <a:spcPts val="600"/>
              </a:spcBef>
              <a:buFont typeface="Arial" panose="020B0604020202020204" pitchFamily="34" charset="0"/>
              <a:buChar char="•"/>
            </a:pPr>
            <a:r>
              <a:rPr lang="en-US" sz="1400" dirty="0">
                <a:solidFill>
                  <a:schemeClr val="bg1"/>
                </a:solidFill>
                <a:latin typeface="+mn-lt"/>
              </a:rPr>
              <a:t>For example, if the equivalence pH is 7.0, the </a:t>
            </a:r>
            <a:r>
              <a:rPr lang="en-US" sz="1400" dirty="0" err="1">
                <a:solidFill>
                  <a:schemeClr val="bg1"/>
                </a:solidFill>
                <a:latin typeface="+mn-lt"/>
              </a:rPr>
              <a:t>pK</a:t>
            </a:r>
            <a:r>
              <a:rPr lang="en-US" sz="1400" baseline="-25000" dirty="0" err="1">
                <a:solidFill>
                  <a:schemeClr val="bg1"/>
                </a:solidFill>
                <a:latin typeface="+mn-lt"/>
              </a:rPr>
              <a:t>in</a:t>
            </a:r>
            <a:r>
              <a:rPr lang="en-US" sz="1400" dirty="0">
                <a:solidFill>
                  <a:schemeClr val="bg1"/>
                </a:solidFill>
                <a:latin typeface="+mn-lt"/>
              </a:rPr>
              <a:t> of indicator should be between 6.0 and 8.0. </a:t>
            </a:r>
          </a:p>
          <a:p>
            <a:pPr lvl="0">
              <a:spcBef>
                <a:spcPts val="600"/>
              </a:spcBef>
              <a:buFont typeface="Arial" panose="020B0604020202020204" pitchFamily="34" charset="0"/>
              <a:buChar char="•"/>
            </a:pPr>
            <a:endParaRPr lang="en-US" sz="1400" dirty="0">
              <a:solidFill>
                <a:schemeClr val="bg1"/>
              </a:solidFill>
              <a:latin typeface="+mn-lt"/>
            </a:endParaRPr>
          </a:p>
        </p:txBody>
      </p:sp>
      <p:sp>
        <p:nvSpPr>
          <p:cNvPr id="7" name="Google Shape;126;p27"/>
          <p:cNvSpPr txBox="1"/>
          <p:nvPr/>
        </p:nvSpPr>
        <p:spPr>
          <a:xfrm>
            <a:off x="216647" y="4612002"/>
            <a:ext cx="4255008" cy="278400"/>
          </a:xfrm>
          <a:prstGeom prst="rect">
            <a:avLst/>
          </a:prstGeom>
          <a:noFill/>
          <a:ln>
            <a:noFill/>
          </a:ln>
        </p:spPr>
        <p:txBody>
          <a:bodyPr spcFirstLastPara="1" wrap="square" lIns="91425" tIns="91425" rIns="91425" bIns="91425" anchor="t" anchorCtr="0">
            <a:noAutofit/>
          </a:bodyPr>
          <a:lstStyle/>
          <a:p>
            <a:pPr marL="900430" algn="ctr">
              <a:lnSpc>
                <a:spcPct val="115000"/>
              </a:lnSpc>
              <a:spcAft>
                <a:spcPts val="1000"/>
              </a:spcAft>
            </a:pPr>
            <a:r>
              <a:rPr lang="en-IN" sz="1100" dirty="0">
                <a:solidFill>
                  <a:schemeClr val="bg1">
                    <a:lumMod val="65000"/>
                  </a:schemeClr>
                </a:solidFill>
                <a:ea typeface="Calibri" panose="020F0502020204030204" pitchFamily="34" charset="0"/>
                <a:cs typeface="Times New Roman" panose="02020603050405020304" pitchFamily="18" charset="0"/>
              </a:rPr>
              <a:t>pH curve of titration using </a:t>
            </a:r>
            <a:r>
              <a:rPr lang="en-IN" sz="1100" dirty="0" err="1">
                <a:solidFill>
                  <a:schemeClr val="bg1">
                    <a:lumMod val="65000"/>
                  </a:schemeClr>
                </a:solidFill>
                <a:ea typeface="Calibri" panose="020F0502020204030204" pitchFamily="34" charset="0"/>
                <a:cs typeface="Times New Roman" panose="02020603050405020304" pitchFamily="18" charset="0"/>
              </a:rPr>
              <a:t>bromothymol</a:t>
            </a:r>
            <a:r>
              <a:rPr lang="en-IN" sz="1100" dirty="0">
                <a:solidFill>
                  <a:schemeClr val="bg1">
                    <a:lumMod val="65000"/>
                  </a:schemeClr>
                </a:solidFill>
                <a:ea typeface="Calibri" panose="020F0502020204030204" pitchFamily="34" charset="0"/>
                <a:cs typeface="Times New Roman" panose="02020603050405020304" pitchFamily="18" charset="0"/>
              </a:rPr>
              <a:t> indicator</a:t>
            </a:r>
          </a:p>
        </p:txBody>
      </p:sp>
      <p:pic>
        <p:nvPicPr>
          <p:cNvPr id="3" name="Picture 2">
            <a:extLst>
              <a:ext uri="{FF2B5EF4-FFF2-40B4-BE49-F238E27FC236}">
                <a16:creationId xmlns:a16="http://schemas.microsoft.com/office/drawing/2014/main" id="{A92E9AC9-216C-4EEC-9831-BBA8CEE5E23C}"/>
              </a:ext>
            </a:extLst>
          </p:cNvPr>
          <p:cNvPicPr>
            <a:picLocks noChangeAspect="1"/>
          </p:cNvPicPr>
          <p:nvPr/>
        </p:nvPicPr>
        <p:blipFill>
          <a:blip r:embed="rId3"/>
          <a:stretch>
            <a:fillRect/>
          </a:stretch>
        </p:blipFill>
        <p:spPr>
          <a:xfrm>
            <a:off x="216277" y="1296792"/>
            <a:ext cx="4255377" cy="3218967"/>
          </a:xfrm>
          <a:prstGeom prst="rect">
            <a:avLst/>
          </a:prstGeom>
        </p:spPr>
      </p:pic>
    </p:spTree>
    <p:extLst>
      <p:ext uri="{BB962C8B-B14F-4D97-AF65-F5344CB8AC3E}">
        <p14:creationId xmlns:p14="http://schemas.microsoft.com/office/powerpoint/2010/main" val="4226974794"/>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Shape 122"/>
        <p:cNvGrpSpPr/>
        <p:nvPr/>
      </p:nvGrpSpPr>
      <p:grpSpPr>
        <a:xfrm>
          <a:off x="0" y="0"/>
          <a:ext cx="0" cy="0"/>
          <a:chOff x="0" y="0"/>
          <a:chExt cx="0" cy="0"/>
        </a:xfrm>
      </p:grpSpPr>
      <p:sp>
        <p:nvSpPr>
          <p:cNvPr id="123" name="Google Shape;123;p27"/>
          <p:cNvSpPr txBox="1">
            <a:spLocks noGrp="1"/>
          </p:cNvSpPr>
          <p:nvPr>
            <p:ph type="title"/>
          </p:nvPr>
        </p:nvSpPr>
        <p:spPr>
          <a:xfrm>
            <a:off x="662950" y="198850"/>
            <a:ext cx="3362400" cy="1001700"/>
          </a:xfrm>
          <a:prstGeom prst="rect">
            <a:avLst/>
          </a:prstGeom>
        </p:spPr>
        <p:txBody>
          <a:bodyPr spcFirstLastPara="1" wrap="square" lIns="91425" tIns="91425" rIns="91425" bIns="91425" anchor="ctr" anchorCtr="0">
            <a:noAutofit/>
          </a:bodyPr>
          <a:lstStyle/>
          <a:p>
            <a:pPr lvl="0"/>
            <a:r>
              <a:rPr lang="en-IN" sz="2400" dirty="0">
                <a:solidFill>
                  <a:srgbClr val="000000"/>
                </a:solidFill>
                <a:latin typeface="+mn-lt"/>
              </a:rPr>
              <a:t>Neutralisation: Strong acid with weak bases</a:t>
            </a:r>
          </a:p>
        </p:txBody>
      </p:sp>
      <p:sp>
        <p:nvSpPr>
          <p:cNvPr id="124" name="Google Shape;124;p27"/>
          <p:cNvSpPr txBox="1">
            <a:spLocks noGrp="1"/>
          </p:cNvSpPr>
          <p:nvPr>
            <p:ph type="body" idx="2"/>
          </p:nvPr>
        </p:nvSpPr>
        <p:spPr>
          <a:xfrm>
            <a:off x="4763230" y="628508"/>
            <a:ext cx="3973146" cy="3695100"/>
          </a:xfrm>
          <a:prstGeom prst="rect">
            <a:avLst/>
          </a:prstGeom>
        </p:spPr>
        <p:txBody>
          <a:bodyPr spcFirstLastPara="1" wrap="square" lIns="91425" tIns="91425" rIns="91425" bIns="91425" anchor="t" anchorCtr="0">
            <a:noAutofit/>
          </a:bodyPr>
          <a:lstStyle/>
          <a:p>
            <a:pPr>
              <a:spcBef>
                <a:spcPts val="600"/>
              </a:spcBef>
              <a:buFont typeface="Arial" panose="020B0604020202020204" pitchFamily="34" charset="0"/>
              <a:buChar char="•"/>
            </a:pPr>
            <a:r>
              <a:rPr lang="en-IN" sz="1400" dirty="0">
                <a:solidFill>
                  <a:schemeClr val="bg1"/>
                </a:solidFill>
                <a:latin typeface="+mn-lt"/>
              </a:rPr>
              <a:t>The pH curve when a 0.100 mol/ dm</a:t>
            </a:r>
            <a:r>
              <a:rPr lang="en-IN" sz="1400" baseline="30000" dirty="0">
                <a:solidFill>
                  <a:schemeClr val="bg1"/>
                </a:solidFill>
                <a:latin typeface="+mn-lt"/>
              </a:rPr>
              <a:t>3</a:t>
            </a:r>
            <a:r>
              <a:rPr lang="en-IN" sz="1400" dirty="0">
                <a:solidFill>
                  <a:schemeClr val="bg1"/>
                </a:solidFill>
                <a:latin typeface="+mn-lt"/>
              </a:rPr>
              <a:t> of ammonia is titrated with 0.100 mol/dm</a:t>
            </a:r>
            <a:r>
              <a:rPr lang="en-IN" sz="1400" baseline="30000" dirty="0">
                <a:solidFill>
                  <a:schemeClr val="bg1"/>
                </a:solidFill>
                <a:latin typeface="+mn-lt"/>
              </a:rPr>
              <a:t>3</a:t>
            </a:r>
            <a:r>
              <a:rPr lang="en-IN" sz="1400" dirty="0">
                <a:solidFill>
                  <a:schemeClr val="bg1"/>
                </a:solidFill>
                <a:latin typeface="+mn-lt"/>
              </a:rPr>
              <a:t> of HCl is shown in figure.</a:t>
            </a:r>
          </a:p>
          <a:p>
            <a:pPr lvl="0">
              <a:spcBef>
                <a:spcPts val="600"/>
              </a:spcBef>
              <a:buFont typeface="Arial" panose="020B0604020202020204" pitchFamily="34" charset="0"/>
              <a:buChar char="•"/>
            </a:pPr>
            <a:r>
              <a:rPr lang="en-IN" sz="1400" dirty="0">
                <a:solidFill>
                  <a:schemeClr val="bg1"/>
                </a:solidFill>
                <a:latin typeface="+mn-lt"/>
              </a:rPr>
              <a:t>The pH changes sharply over a range of 1.0 to 7.5. </a:t>
            </a:r>
          </a:p>
          <a:p>
            <a:pPr lvl="0">
              <a:spcBef>
                <a:spcPts val="600"/>
              </a:spcBef>
              <a:buFont typeface="Arial" panose="020B0604020202020204" pitchFamily="34" charset="0"/>
              <a:buChar char="•"/>
            </a:pPr>
            <a:r>
              <a:rPr lang="en-IN" sz="1400" dirty="0">
                <a:solidFill>
                  <a:schemeClr val="bg1"/>
                </a:solidFill>
                <a:latin typeface="+mn-lt"/>
              </a:rPr>
              <a:t>In this case, indicators such as phenolphthalein cannot be used as its colour change does not occur at this range. </a:t>
            </a:r>
          </a:p>
          <a:p>
            <a:pPr lvl="0">
              <a:spcBef>
                <a:spcPts val="600"/>
              </a:spcBef>
              <a:buFont typeface="Arial" panose="020B0604020202020204" pitchFamily="34" charset="0"/>
              <a:buChar char="•"/>
            </a:pPr>
            <a:r>
              <a:rPr lang="en-IN" sz="1400" dirty="0">
                <a:solidFill>
                  <a:schemeClr val="bg1"/>
                </a:solidFill>
                <a:latin typeface="+mn-lt"/>
              </a:rPr>
              <a:t>However, methyl red which changes colour between a pH of 4.2 and 6.3 can be used.</a:t>
            </a:r>
          </a:p>
          <a:p>
            <a:pPr marL="285750" lvl="0" indent="-285750" algn="l" rtl="0">
              <a:spcBef>
                <a:spcPts val="600"/>
              </a:spcBef>
              <a:spcAft>
                <a:spcPts val="1600"/>
              </a:spcAft>
              <a:buFont typeface="Arial" panose="020B0604020202020204" pitchFamily="34" charset="0"/>
              <a:buChar char="•"/>
            </a:pPr>
            <a:endParaRPr sz="1600" dirty="0">
              <a:solidFill>
                <a:schemeClr val="bg1"/>
              </a:solidFill>
              <a:latin typeface="+mn-lt"/>
            </a:endParaRPr>
          </a:p>
        </p:txBody>
      </p:sp>
      <p:sp>
        <p:nvSpPr>
          <p:cNvPr id="6" name="Google Shape;126;p27"/>
          <p:cNvSpPr txBox="1"/>
          <p:nvPr/>
        </p:nvSpPr>
        <p:spPr>
          <a:xfrm>
            <a:off x="662950" y="4546950"/>
            <a:ext cx="3671875" cy="278400"/>
          </a:xfrm>
          <a:prstGeom prst="rect">
            <a:avLst/>
          </a:prstGeom>
          <a:noFill/>
          <a:ln>
            <a:noFill/>
          </a:ln>
        </p:spPr>
        <p:txBody>
          <a:bodyPr spcFirstLastPara="1" wrap="square" lIns="91425" tIns="91425" rIns="91425" bIns="91425" anchor="t" anchorCtr="0">
            <a:noAutofit/>
          </a:bodyPr>
          <a:lstStyle/>
          <a:p>
            <a:pPr lvl="0"/>
            <a:r>
              <a:rPr lang="en-IN" sz="1100" dirty="0">
                <a:solidFill>
                  <a:srgbClr val="666666"/>
                </a:solidFill>
              </a:rPr>
              <a:t>pH curve when a weak base is titrated with a strong acid</a:t>
            </a:r>
          </a:p>
        </p:txBody>
      </p:sp>
      <p:pic>
        <p:nvPicPr>
          <p:cNvPr id="2" name="Picture 1">
            <a:extLst>
              <a:ext uri="{FF2B5EF4-FFF2-40B4-BE49-F238E27FC236}">
                <a16:creationId xmlns:a16="http://schemas.microsoft.com/office/drawing/2014/main" id="{C464CF64-A359-4B33-B7D9-AFDB61786E72}"/>
              </a:ext>
            </a:extLst>
          </p:cNvPr>
          <p:cNvPicPr>
            <a:picLocks noChangeAspect="1"/>
          </p:cNvPicPr>
          <p:nvPr/>
        </p:nvPicPr>
        <p:blipFill>
          <a:blip r:embed="rId3"/>
          <a:stretch>
            <a:fillRect/>
          </a:stretch>
        </p:blipFill>
        <p:spPr>
          <a:xfrm>
            <a:off x="712604" y="1331328"/>
            <a:ext cx="3572566" cy="3084843"/>
          </a:xfrm>
          <a:prstGeom prst="rect">
            <a:avLst/>
          </a:prstGeom>
        </p:spPr>
      </p:pic>
    </p:spTree>
    <p:extLst>
      <p:ext uri="{BB962C8B-B14F-4D97-AF65-F5344CB8AC3E}">
        <p14:creationId xmlns:p14="http://schemas.microsoft.com/office/powerpoint/2010/main" val="2707246765"/>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Shape 122"/>
        <p:cNvGrpSpPr/>
        <p:nvPr/>
      </p:nvGrpSpPr>
      <p:grpSpPr>
        <a:xfrm>
          <a:off x="0" y="0"/>
          <a:ext cx="0" cy="0"/>
          <a:chOff x="0" y="0"/>
          <a:chExt cx="0" cy="0"/>
        </a:xfrm>
      </p:grpSpPr>
      <p:sp>
        <p:nvSpPr>
          <p:cNvPr id="123" name="Google Shape;123;p27"/>
          <p:cNvSpPr txBox="1">
            <a:spLocks noGrp="1"/>
          </p:cNvSpPr>
          <p:nvPr>
            <p:ph type="title"/>
          </p:nvPr>
        </p:nvSpPr>
        <p:spPr>
          <a:xfrm>
            <a:off x="662950" y="198850"/>
            <a:ext cx="3362400" cy="1001700"/>
          </a:xfrm>
          <a:prstGeom prst="rect">
            <a:avLst/>
          </a:prstGeom>
        </p:spPr>
        <p:txBody>
          <a:bodyPr spcFirstLastPara="1" wrap="square" lIns="91425" tIns="91425" rIns="91425" bIns="91425" anchor="ctr" anchorCtr="0">
            <a:noAutofit/>
          </a:bodyPr>
          <a:lstStyle/>
          <a:p>
            <a:pPr lvl="0"/>
            <a:r>
              <a:rPr lang="en-IN" sz="2400" dirty="0">
                <a:solidFill>
                  <a:srgbClr val="000000"/>
                </a:solidFill>
                <a:latin typeface="+mn-lt"/>
              </a:rPr>
              <a:t>Neutralisation: Weak acids with strong bases</a:t>
            </a:r>
          </a:p>
        </p:txBody>
      </p:sp>
      <p:sp>
        <p:nvSpPr>
          <p:cNvPr id="124" name="Google Shape;124;p27"/>
          <p:cNvSpPr txBox="1">
            <a:spLocks noGrp="1"/>
          </p:cNvSpPr>
          <p:nvPr>
            <p:ph type="body" idx="2"/>
          </p:nvPr>
        </p:nvSpPr>
        <p:spPr>
          <a:xfrm>
            <a:off x="4763230" y="628508"/>
            <a:ext cx="3973146" cy="3695100"/>
          </a:xfrm>
          <a:prstGeom prst="rect">
            <a:avLst/>
          </a:prstGeom>
        </p:spPr>
        <p:txBody>
          <a:bodyPr spcFirstLastPara="1" wrap="square" lIns="91425" tIns="91425" rIns="91425" bIns="91425" anchor="t" anchorCtr="0">
            <a:noAutofit/>
          </a:bodyPr>
          <a:lstStyle/>
          <a:p>
            <a:pPr>
              <a:spcBef>
                <a:spcPts val="600"/>
              </a:spcBef>
              <a:buFont typeface="Arial" panose="020B0604020202020204" pitchFamily="34" charset="0"/>
              <a:buChar char="•"/>
            </a:pPr>
            <a:r>
              <a:rPr lang="en-IN" sz="1400" dirty="0">
                <a:solidFill>
                  <a:schemeClr val="bg1"/>
                </a:solidFill>
                <a:latin typeface="+mn-lt"/>
              </a:rPr>
              <a:t>The pH curve when a strong base (0.1 mol/dm</a:t>
            </a:r>
            <a:r>
              <a:rPr lang="en-IN" sz="1400" baseline="30000" dirty="0">
                <a:solidFill>
                  <a:schemeClr val="bg1"/>
                </a:solidFill>
                <a:latin typeface="+mn-lt"/>
              </a:rPr>
              <a:t>3</a:t>
            </a:r>
            <a:r>
              <a:rPr lang="en-IN" sz="1400" dirty="0">
                <a:solidFill>
                  <a:schemeClr val="bg1"/>
                </a:solidFill>
                <a:latin typeface="+mn-lt"/>
              </a:rPr>
              <a:t> of NaOH) is titrated with a weak acid (0.1 mol/dm</a:t>
            </a:r>
            <a:r>
              <a:rPr lang="en-IN" sz="1400" baseline="30000" dirty="0">
                <a:solidFill>
                  <a:schemeClr val="bg1"/>
                </a:solidFill>
                <a:latin typeface="+mn-lt"/>
              </a:rPr>
              <a:t>3</a:t>
            </a:r>
            <a:r>
              <a:rPr lang="en-IN" sz="1400" dirty="0">
                <a:solidFill>
                  <a:schemeClr val="bg1"/>
                </a:solidFill>
                <a:latin typeface="+mn-lt"/>
              </a:rPr>
              <a:t> of benzoic acid) is shown in the figure. </a:t>
            </a:r>
          </a:p>
          <a:p>
            <a:pPr lvl="0">
              <a:spcBef>
                <a:spcPts val="600"/>
              </a:spcBef>
              <a:buFont typeface="Arial" panose="020B0604020202020204" pitchFamily="34" charset="0"/>
              <a:buChar char="•"/>
            </a:pPr>
            <a:r>
              <a:rPr lang="en-IN" sz="1400" dirty="0">
                <a:solidFill>
                  <a:schemeClr val="bg1"/>
                </a:solidFill>
                <a:latin typeface="+mn-lt"/>
              </a:rPr>
              <a:t>The pH changes sharply over a range of 5.5-11. </a:t>
            </a:r>
          </a:p>
          <a:p>
            <a:pPr lvl="0">
              <a:spcBef>
                <a:spcPts val="600"/>
              </a:spcBef>
              <a:buFont typeface="Arial" panose="020B0604020202020204" pitchFamily="34" charset="0"/>
              <a:buChar char="•"/>
            </a:pPr>
            <a:r>
              <a:rPr lang="en-IN" sz="1400" dirty="0">
                <a:solidFill>
                  <a:schemeClr val="bg1"/>
                </a:solidFill>
                <a:latin typeface="+mn-lt"/>
              </a:rPr>
              <a:t>The suitable indicator for this case is phenolphthalein.</a:t>
            </a:r>
          </a:p>
          <a:p>
            <a:pPr marL="285750" lvl="0" indent="-285750" algn="l" rtl="0">
              <a:spcBef>
                <a:spcPts val="600"/>
              </a:spcBef>
              <a:spcAft>
                <a:spcPts val="1600"/>
              </a:spcAft>
              <a:buFont typeface="Arial" panose="020B0604020202020204" pitchFamily="34" charset="0"/>
              <a:buChar char="•"/>
            </a:pPr>
            <a:endParaRPr dirty="0">
              <a:solidFill>
                <a:schemeClr val="bg1"/>
              </a:solidFill>
            </a:endParaRPr>
          </a:p>
        </p:txBody>
      </p:sp>
      <p:sp>
        <p:nvSpPr>
          <p:cNvPr id="7" name="Google Shape;126;p27"/>
          <p:cNvSpPr txBox="1"/>
          <p:nvPr/>
        </p:nvSpPr>
        <p:spPr>
          <a:xfrm>
            <a:off x="662950" y="4546950"/>
            <a:ext cx="3671875" cy="278400"/>
          </a:xfrm>
          <a:prstGeom prst="rect">
            <a:avLst/>
          </a:prstGeom>
          <a:noFill/>
          <a:ln>
            <a:noFill/>
          </a:ln>
        </p:spPr>
        <p:txBody>
          <a:bodyPr spcFirstLastPara="1" wrap="square" lIns="91425" tIns="91425" rIns="91425" bIns="91425" anchor="t" anchorCtr="0">
            <a:noAutofit/>
          </a:bodyPr>
          <a:lstStyle/>
          <a:p>
            <a:pPr lvl="0"/>
            <a:r>
              <a:rPr lang="en-IN" sz="1100" dirty="0">
                <a:solidFill>
                  <a:srgbClr val="666666"/>
                </a:solidFill>
              </a:rPr>
              <a:t>pH curve when a strong base is titrated with a weak acid</a:t>
            </a:r>
          </a:p>
        </p:txBody>
      </p:sp>
      <p:pic>
        <p:nvPicPr>
          <p:cNvPr id="2" name="Picture 1">
            <a:extLst>
              <a:ext uri="{FF2B5EF4-FFF2-40B4-BE49-F238E27FC236}">
                <a16:creationId xmlns:a16="http://schemas.microsoft.com/office/drawing/2014/main" id="{25CB09B6-6783-4AA2-836F-FCEDA0841DFE}"/>
              </a:ext>
            </a:extLst>
          </p:cNvPr>
          <p:cNvPicPr>
            <a:picLocks noChangeAspect="1"/>
          </p:cNvPicPr>
          <p:nvPr/>
        </p:nvPicPr>
        <p:blipFill>
          <a:blip r:embed="rId3"/>
          <a:stretch>
            <a:fillRect/>
          </a:stretch>
        </p:blipFill>
        <p:spPr>
          <a:xfrm>
            <a:off x="662950" y="1322183"/>
            <a:ext cx="3603048" cy="3103133"/>
          </a:xfrm>
          <a:prstGeom prst="rect">
            <a:avLst/>
          </a:prstGeom>
        </p:spPr>
      </p:pic>
    </p:spTree>
    <p:extLst>
      <p:ext uri="{BB962C8B-B14F-4D97-AF65-F5344CB8AC3E}">
        <p14:creationId xmlns:p14="http://schemas.microsoft.com/office/powerpoint/2010/main" val="2048962469"/>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Shape 122"/>
        <p:cNvGrpSpPr/>
        <p:nvPr/>
      </p:nvGrpSpPr>
      <p:grpSpPr>
        <a:xfrm>
          <a:off x="0" y="0"/>
          <a:ext cx="0" cy="0"/>
          <a:chOff x="0" y="0"/>
          <a:chExt cx="0" cy="0"/>
        </a:xfrm>
      </p:grpSpPr>
      <p:sp>
        <p:nvSpPr>
          <p:cNvPr id="123" name="Google Shape;123;p27"/>
          <p:cNvSpPr txBox="1">
            <a:spLocks noGrp="1"/>
          </p:cNvSpPr>
          <p:nvPr>
            <p:ph type="title"/>
          </p:nvPr>
        </p:nvSpPr>
        <p:spPr>
          <a:xfrm>
            <a:off x="662950" y="198850"/>
            <a:ext cx="3362400" cy="1001700"/>
          </a:xfrm>
          <a:prstGeom prst="rect">
            <a:avLst/>
          </a:prstGeom>
        </p:spPr>
        <p:txBody>
          <a:bodyPr spcFirstLastPara="1" wrap="square" lIns="91425" tIns="91425" rIns="91425" bIns="91425" anchor="ctr" anchorCtr="0">
            <a:noAutofit/>
          </a:bodyPr>
          <a:lstStyle/>
          <a:p>
            <a:pPr lvl="0"/>
            <a:r>
              <a:rPr lang="en-IN" sz="2400" dirty="0">
                <a:solidFill>
                  <a:srgbClr val="000000"/>
                </a:solidFill>
                <a:latin typeface="+mn-lt"/>
              </a:rPr>
              <a:t>Neutralisation: Weak acids with weak bases</a:t>
            </a:r>
          </a:p>
        </p:txBody>
      </p:sp>
      <p:sp>
        <p:nvSpPr>
          <p:cNvPr id="124" name="Google Shape;124;p27"/>
          <p:cNvSpPr txBox="1">
            <a:spLocks noGrp="1"/>
          </p:cNvSpPr>
          <p:nvPr>
            <p:ph type="body" idx="2"/>
          </p:nvPr>
        </p:nvSpPr>
        <p:spPr>
          <a:xfrm>
            <a:off x="4763230" y="628508"/>
            <a:ext cx="3973146" cy="3695100"/>
          </a:xfrm>
          <a:prstGeom prst="rect">
            <a:avLst/>
          </a:prstGeom>
        </p:spPr>
        <p:txBody>
          <a:bodyPr spcFirstLastPara="1" wrap="square" lIns="91425" tIns="91425" rIns="91425" bIns="91425" anchor="t" anchorCtr="0">
            <a:noAutofit/>
          </a:bodyPr>
          <a:lstStyle/>
          <a:p>
            <a:pPr>
              <a:spcBef>
                <a:spcPts val="600"/>
              </a:spcBef>
              <a:buFont typeface="Arial" panose="020B0604020202020204" pitchFamily="34" charset="0"/>
              <a:buChar char="•"/>
            </a:pPr>
            <a:r>
              <a:rPr lang="en-IN" sz="1400" dirty="0">
                <a:solidFill>
                  <a:schemeClr val="bg1"/>
                </a:solidFill>
                <a:latin typeface="+mn-lt"/>
              </a:rPr>
              <a:t>The pH curve when a weak base (0.1 mol/dm</a:t>
            </a:r>
            <a:r>
              <a:rPr lang="en-IN" sz="1400" baseline="30000" dirty="0">
                <a:solidFill>
                  <a:schemeClr val="bg1"/>
                </a:solidFill>
                <a:latin typeface="+mn-lt"/>
              </a:rPr>
              <a:t>3</a:t>
            </a:r>
            <a:r>
              <a:rPr lang="en-IN" sz="1400" dirty="0">
                <a:solidFill>
                  <a:schemeClr val="bg1"/>
                </a:solidFill>
                <a:latin typeface="+mn-lt"/>
              </a:rPr>
              <a:t> of NH</a:t>
            </a:r>
            <a:r>
              <a:rPr lang="en-IN" sz="1400" baseline="-25000" dirty="0">
                <a:solidFill>
                  <a:schemeClr val="bg1"/>
                </a:solidFill>
                <a:latin typeface="+mn-lt"/>
              </a:rPr>
              <a:t>3</a:t>
            </a:r>
            <a:r>
              <a:rPr lang="en-IN" sz="1400" dirty="0">
                <a:solidFill>
                  <a:schemeClr val="bg1"/>
                </a:solidFill>
                <a:latin typeface="+mn-lt"/>
              </a:rPr>
              <a:t>) is titrated with a weak acid (0.1 mol/dm</a:t>
            </a:r>
            <a:r>
              <a:rPr lang="en-IN" sz="1400" baseline="30000" dirty="0">
                <a:solidFill>
                  <a:schemeClr val="bg1"/>
                </a:solidFill>
                <a:latin typeface="+mn-lt"/>
              </a:rPr>
              <a:t>3</a:t>
            </a:r>
            <a:r>
              <a:rPr lang="en-IN" sz="1400" dirty="0">
                <a:solidFill>
                  <a:schemeClr val="bg1"/>
                </a:solidFill>
                <a:latin typeface="+mn-lt"/>
              </a:rPr>
              <a:t> of CH</a:t>
            </a:r>
            <a:r>
              <a:rPr lang="en-IN" sz="1400" baseline="-25000" dirty="0">
                <a:solidFill>
                  <a:schemeClr val="bg1"/>
                </a:solidFill>
                <a:latin typeface="+mn-lt"/>
              </a:rPr>
              <a:t>3</a:t>
            </a:r>
            <a:r>
              <a:rPr lang="en-IN" sz="1400" dirty="0">
                <a:solidFill>
                  <a:schemeClr val="bg1"/>
                </a:solidFill>
                <a:latin typeface="+mn-lt"/>
              </a:rPr>
              <a:t>COOH) is shown in the figure below.</a:t>
            </a:r>
          </a:p>
          <a:p>
            <a:pPr lvl="0">
              <a:spcBef>
                <a:spcPts val="600"/>
              </a:spcBef>
              <a:buFont typeface="Arial" panose="020B0604020202020204" pitchFamily="34" charset="0"/>
              <a:buChar char="•"/>
            </a:pPr>
            <a:r>
              <a:rPr lang="en-IN" sz="1400" dirty="0">
                <a:solidFill>
                  <a:schemeClr val="bg1"/>
                </a:solidFill>
                <a:latin typeface="+mn-lt"/>
              </a:rPr>
              <a:t>There is no sharp change in </a:t>
            </a:r>
            <a:r>
              <a:rPr lang="en-IN" sz="1400" dirty="0" err="1">
                <a:solidFill>
                  <a:schemeClr val="bg1"/>
                </a:solidFill>
                <a:latin typeface="+mn-lt"/>
              </a:rPr>
              <a:t>pH.</a:t>
            </a:r>
            <a:endParaRPr lang="en-IN" sz="1400" dirty="0">
              <a:solidFill>
                <a:schemeClr val="bg1"/>
              </a:solidFill>
              <a:latin typeface="+mn-lt"/>
            </a:endParaRPr>
          </a:p>
          <a:p>
            <a:pPr lvl="0">
              <a:spcBef>
                <a:spcPts val="600"/>
              </a:spcBef>
              <a:buFont typeface="Arial" panose="020B0604020202020204" pitchFamily="34" charset="0"/>
              <a:buChar char="•"/>
            </a:pPr>
            <a:r>
              <a:rPr lang="en-IN" sz="1400" dirty="0">
                <a:solidFill>
                  <a:schemeClr val="bg1"/>
                </a:solidFill>
                <a:latin typeface="+mn-lt"/>
              </a:rPr>
              <a:t>Therefore, no indicator is suitable to detect the exact point where the hydrogen ions have neutralised the hydroxide ions. </a:t>
            </a:r>
          </a:p>
          <a:p>
            <a:pPr lvl="0">
              <a:spcBef>
                <a:spcPts val="600"/>
              </a:spcBef>
              <a:buFont typeface="Arial" panose="020B0604020202020204" pitchFamily="34" charset="0"/>
              <a:buChar char="•"/>
            </a:pPr>
            <a:r>
              <a:rPr lang="en-IN" sz="1400" dirty="0">
                <a:solidFill>
                  <a:schemeClr val="bg1"/>
                </a:solidFill>
                <a:latin typeface="+mn-lt"/>
              </a:rPr>
              <a:t>The colour change would be gradual, and the readings would not be accurate. </a:t>
            </a:r>
          </a:p>
          <a:p>
            <a:pPr>
              <a:spcBef>
                <a:spcPts val="600"/>
              </a:spcBef>
              <a:buFont typeface="Arial" panose="020B0604020202020204" pitchFamily="34" charset="0"/>
              <a:buChar char="•"/>
            </a:pPr>
            <a:r>
              <a:rPr lang="en-IN" sz="1400" dirty="0">
                <a:solidFill>
                  <a:schemeClr val="bg1"/>
                </a:solidFill>
                <a:latin typeface="+mn-lt"/>
              </a:rPr>
              <a:t>Till the equivalence point, this graph looks like NH</a:t>
            </a:r>
            <a:r>
              <a:rPr lang="en-IN" sz="1400" baseline="-25000" dirty="0">
                <a:solidFill>
                  <a:schemeClr val="bg1"/>
                </a:solidFill>
                <a:latin typeface="+mn-lt"/>
              </a:rPr>
              <a:t>3</a:t>
            </a:r>
            <a:r>
              <a:rPr lang="en-IN" sz="1400" dirty="0">
                <a:solidFill>
                  <a:schemeClr val="bg1"/>
                </a:solidFill>
                <a:latin typeface="+mn-lt"/>
              </a:rPr>
              <a:t>-HCl graph and after the equivalence point, this graph looks like CH</a:t>
            </a:r>
            <a:r>
              <a:rPr lang="en-IN" sz="1400" baseline="-25000" dirty="0">
                <a:solidFill>
                  <a:schemeClr val="bg1"/>
                </a:solidFill>
                <a:latin typeface="+mn-lt"/>
              </a:rPr>
              <a:t>3</a:t>
            </a:r>
            <a:r>
              <a:rPr lang="en-IN" sz="1400" dirty="0">
                <a:solidFill>
                  <a:schemeClr val="bg1"/>
                </a:solidFill>
                <a:latin typeface="+mn-lt"/>
              </a:rPr>
              <a:t>COOH-NaOH graph.</a:t>
            </a:r>
          </a:p>
          <a:p>
            <a:pPr lvl="0">
              <a:spcBef>
                <a:spcPts val="600"/>
              </a:spcBef>
              <a:buFont typeface="Arial" panose="020B0604020202020204" pitchFamily="34" charset="0"/>
              <a:buChar char="•"/>
            </a:pPr>
            <a:endParaRPr lang="en-IN" sz="1400" dirty="0">
              <a:solidFill>
                <a:schemeClr val="bg1"/>
              </a:solidFill>
              <a:latin typeface="+mn-lt"/>
            </a:endParaRPr>
          </a:p>
          <a:p>
            <a:pPr marL="285750" lvl="0" indent="-285750" algn="l" rtl="0">
              <a:spcBef>
                <a:spcPts val="600"/>
              </a:spcBef>
              <a:spcAft>
                <a:spcPts val="1600"/>
              </a:spcAft>
              <a:buFont typeface="Arial" panose="020B0604020202020204" pitchFamily="34" charset="0"/>
              <a:buChar char="•"/>
            </a:pPr>
            <a:endParaRPr dirty="0">
              <a:solidFill>
                <a:schemeClr val="bg1"/>
              </a:solidFill>
            </a:endParaRPr>
          </a:p>
        </p:txBody>
      </p:sp>
      <p:pic>
        <p:nvPicPr>
          <p:cNvPr id="2" name="Picture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58022" y="1404036"/>
            <a:ext cx="3572256" cy="3084576"/>
          </a:xfrm>
          <a:prstGeom prst="rect">
            <a:avLst/>
          </a:prstGeom>
        </p:spPr>
      </p:pic>
      <p:sp>
        <p:nvSpPr>
          <p:cNvPr id="6" name="Google Shape;126;p27"/>
          <p:cNvSpPr txBox="1"/>
          <p:nvPr/>
        </p:nvSpPr>
        <p:spPr>
          <a:xfrm>
            <a:off x="-272143" y="4546950"/>
            <a:ext cx="4606968" cy="278400"/>
          </a:xfrm>
          <a:prstGeom prst="rect">
            <a:avLst/>
          </a:prstGeom>
          <a:noFill/>
          <a:ln>
            <a:noFill/>
          </a:ln>
        </p:spPr>
        <p:txBody>
          <a:bodyPr spcFirstLastPara="1" wrap="square" lIns="91425" tIns="91425" rIns="91425" bIns="91425" anchor="t" anchorCtr="0">
            <a:noAutofit/>
          </a:bodyPr>
          <a:lstStyle/>
          <a:p>
            <a:pPr marL="900430" algn="ctr">
              <a:lnSpc>
                <a:spcPct val="115000"/>
              </a:lnSpc>
              <a:spcAft>
                <a:spcPts val="1000"/>
              </a:spcAft>
            </a:pPr>
            <a:r>
              <a:rPr lang="en-IN" sz="1100" dirty="0">
                <a:solidFill>
                  <a:schemeClr val="bg1">
                    <a:lumMod val="65000"/>
                  </a:schemeClr>
                </a:solidFill>
                <a:ea typeface="Calibri" panose="020F0502020204030204" pitchFamily="34" charset="0"/>
                <a:cs typeface="Times New Roman" panose="02020603050405020304" pitchFamily="18" charset="0"/>
              </a:rPr>
              <a:t>pH curve when a weak base is titrated with a weak acid</a:t>
            </a:r>
          </a:p>
        </p:txBody>
      </p:sp>
    </p:spTree>
    <p:extLst>
      <p:ext uri="{BB962C8B-B14F-4D97-AF65-F5344CB8AC3E}">
        <p14:creationId xmlns:p14="http://schemas.microsoft.com/office/powerpoint/2010/main" val="2532061377"/>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Shape 122"/>
        <p:cNvGrpSpPr/>
        <p:nvPr/>
      </p:nvGrpSpPr>
      <p:grpSpPr>
        <a:xfrm>
          <a:off x="0" y="0"/>
          <a:ext cx="0" cy="0"/>
          <a:chOff x="0" y="0"/>
          <a:chExt cx="0" cy="0"/>
        </a:xfrm>
      </p:grpSpPr>
      <p:sp>
        <p:nvSpPr>
          <p:cNvPr id="123" name="Google Shape;123;p27"/>
          <p:cNvSpPr txBox="1">
            <a:spLocks noGrp="1"/>
          </p:cNvSpPr>
          <p:nvPr>
            <p:ph type="title"/>
          </p:nvPr>
        </p:nvSpPr>
        <p:spPr>
          <a:xfrm>
            <a:off x="236043" y="198850"/>
            <a:ext cx="4216214" cy="1001700"/>
          </a:xfrm>
          <a:prstGeom prst="rect">
            <a:avLst/>
          </a:prstGeom>
        </p:spPr>
        <p:txBody>
          <a:bodyPr spcFirstLastPara="1" wrap="square" lIns="91425" tIns="91425" rIns="91425" bIns="91425" anchor="ctr" anchorCtr="0">
            <a:noAutofit/>
          </a:bodyPr>
          <a:lstStyle/>
          <a:p>
            <a:pPr lvl="0"/>
            <a:r>
              <a:rPr lang="en-IN" sz="2400" dirty="0">
                <a:solidFill>
                  <a:srgbClr val="000000"/>
                </a:solidFill>
                <a:latin typeface="+mn-lt"/>
              </a:rPr>
              <a:t>Measuring pH with pH meter</a:t>
            </a:r>
          </a:p>
        </p:txBody>
      </p:sp>
      <p:sp>
        <p:nvSpPr>
          <p:cNvPr id="124" name="Google Shape;124;p27"/>
          <p:cNvSpPr txBox="1">
            <a:spLocks noGrp="1"/>
          </p:cNvSpPr>
          <p:nvPr>
            <p:ph type="body" idx="2"/>
          </p:nvPr>
        </p:nvSpPr>
        <p:spPr>
          <a:xfrm>
            <a:off x="4774246" y="419188"/>
            <a:ext cx="3973146" cy="3695100"/>
          </a:xfrm>
          <a:prstGeom prst="rect">
            <a:avLst/>
          </a:prstGeom>
        </p:spPr>
        <p:txBody>
          <a:bodyPr spcFirstLastPara="1" wrap="square" lIns="91425" tIns="91425" rIns="91425" bIns="91425" anchor="t" anchorCtr="0">
            <a:noAutofit/>
          </a:bodyPr>
          <a:lstStyle/>
          <a:p>
            <a:pPr lvl="0"/>
            <a:r>
              <a:rPr lang="en-IN" sz="1400" dirty="0">
                <a:latin typeface="+mn-lt"/>
              </a:rPr>
              <a:t>Titration experiments can also be performed using a pH meter instead of using an indicator. </a:t>
            </a:r>
          </a:p>
          <a:p>
            <a:pPr lvl="0"/>
            <a:r>
              <a:rPr lang="en-IN" sz="1400" dirty="0">
                <a:latin typeface="+mn-lt"/>
              </a:rPr>
              <a:t>The value of pH over the volume of acid is used to plot the pH curve and find the exact volume of acid required to neutralise the base.</a:t>
            </a:r>
          </a:p>
          <a:p>
            <a:pPr lvl="0"/>
            <a:r>
              <a:rPr lang="en-IN" sz="1400" dirty="0">
                <a:latin typeface="+mn-lt"/>
              </a:rPr>
              <a:t>The steps to be followed while measuring the pH using pH meter are:</a:t>
            </a:r>
          </a:p>
          <a:p>
            <a:pPr marL="804863" lvl="0" indent="-400050">
              <a:buFont typeface="+mj-lt"/>
              <a:buAutoNum type="romanLcPeriod"/>
            </a:pPr>
            <a:r>
              <a:rPr lang="en-IN" sz="1400" dirty="0">
                <a:latin typeface="+mn-lt"/>
              </a:rPr>
              <a:t>Set up the apparatus for titration as shown in figure. </a:t>
            </a:r>
          </a:p>
          <a:p>
            <a:pPr marL="804863" lvl="0" indent="-400050">
              <a:buFont typeface="+mj-lt"/>
              <a:buAutoNum type="romanLcPeriod"/>
            </a:pPr>
            <a:r>
              <a:rPr lang="en-IN" sz="1400" dirty="0">
                <a:latin typeface="+mn-lt"/>
              </a:rPr>
              <a:t>Connect the pH electrode to a data logger.</a:t>
            </a:r>
          </a:p>
          <a:p>
            <a:pPr marL="804863" lvl="0" indent="-400050">
              <a:buFont typeface="+mj-lt"/>
              <a:buAutoNum type="romanLcPeriod"/>
            </a:pPr>
            <a:r>
              <a:rPr lang="en-IN" sz="1400" dirty="0">
                <a:latin typeface="+mn-lt"/>
              </a:rPr>
              <a:t>Switch on the magnetic stirrer.</a:t>
            </a:r>
          </a:p>
          <a:p>
            <a:pPr marL="804863" lvl="0" indent="-400050">
              <a:buFont typeface="+mj-lt"/>
              <a:buAutoNum type="romanLcPeriod"/>
            </a:pPr>
            <a:r>
              <a:rPr lang="en-IN" sz="1400" dirty="0">
                <a:latin typeface="+mn-lt"/>
              </a:rPr>
              <a:t>Add the acid to the alkali slowly.</a:t>
            </a:r>
          </a:p>
          <a:p>
            <a:pPr marL="804863" lvl="0" indent="-400050">
              <a:buFont typeface="+mj-lt"/>
              <a:buAutoNum type="romanLcPeriod"/>
            </a:pPr>
            <a:r>
              <a:rPr lang="en-IN" sz="1400" dirty="0">
                <a:latin typeface="+mn-lt"/>
              </a:rPr>
              <a:t>Stop when the pH value reaches a constant low value.</a:t>
            </a:r>
          </a:p>
          <a:p>
            <a:pPr marL="804863" lvl="0" indent="-400050">
              <a:buFont typeface="+mj-lt"/>
              <a:buAutoNum type="romanLcPeriod"/>
            </a:pPr>
            <a:r>
              <a:rPr lang="en-IN" sz="1400" dirty="0">
                <a:latin typeface="+mn-lt"/>
              </a:rPr>
              <a:t>Construct the pH curve.</a:t>
            </a:r>
          </a:p>
          <a:p>
            <a:pPr marL="0" lvl="0" indent="0" algn="l" rtl="0">
              <a:spcBef>
                <a:spcPts val="1600"/>
              </a:spcBef>
              <a:spcAft>
                <a:spcPts val="1600"/>
              </a:spcAft>
              <a:buNone/>
            </a:pPr>
            <a:endParaRPr dirty="0"/>
          </a:p>
        </p:txBody>
      </p:sp>
      <p:pic>
        <p:nvPicPr>
          <p:cNvPr id="3" name="Picture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62950" y="1368918"/>
            <a:ext cx="3116853" cy="3015795"/>
          </a:xfrm>
          <a:prstGeom prst="rect">
            <a:avLst/>
          </a:prstGeom>
        </p:spPr>
      </p:pic>
      <p:sp>
        <p:nvSpPr>
          <p:cNvPr id="6" name="Google Shape;126;p27"/>
          <p:cNvSpPr txBox="1"/>
          <p:nvPr/>
        </p:nvSpPr>
        <p:spPr>
          <a:xfrm>
            <a:off x="2340430" y="4546950"/>
            <a:ext cx="1994396" cy="278400"/>
          </a:xfrm>
          <a:prstGeom prst="rect">
            <a:avLst/>
          </a:prstGeom>
          <a:noFill/>
          <a:ln>
            <a:noFill/>
          </a:ln>
        </p:spPr>
        <p:txBody>
          <a:bodyPr spcFirstLastPara="1" wrap="square" lIns="91425" tIns="91425" rIns="91425" bIns="91425" anchor="t" anchorCtr="0">
            <a:noAutofit/>
          </a:bodyPr>
          <a:lstStyle/>
          <a:p>
            <a:pPr lvl="0"/>
            <a:r>
              <a:rPr lang="en-IN" sz="1100" dirty="0">
                <a:solidFill>
                  <a:srgbClr val="666666"/>
                </a:solidFill>
              </a:rPr>
              <a:t>Measuring pH with pH meter</a:t>
            </a:r>
          </a:p>
        </p:txBody>
      </p:sp>
    </p:spTree>
    <p:extLst>
      <p:ext uri="{BB962C8B-B14F-4D97-AF65-F5344CB8AC3E}">
        <p14:creationId xmlns:p14="http://schemas.microsoft.com/office/powerpoint/2010/main" val="2596205606"/>
      </p:ext>
    </p:extLst>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Material">
  <a:themeElements>
    <a:clrScheme name="Material">
      <a:dk1>
        <a:srgbClr val="4285F4"/>
      </a:dk1>
      <a:lt1>
        <a:srgbClr val="FFFFFF"/>
      </a:lt1>
      <a:dk2>
        <a:srgbClr val="424242"/>
      </a:dk2>
      <a:lt2>
        <a:srgbClr val="737373"/>
      </a:lt2>
      <a:accent1>
        <a:srgbClr val="0277BD"/>
      </a:accent1>
      <a:accent2>
        <a:srgbClr val="0F9D58"/>
      </a:accent2>
      <a:accent3>
        <a:srgbClr val="DB4437"/>
      </a:accent3>
      <a:accent4>
        <a:srgbClr val="FAFAFA"/>
      </a:accent4>
      <a:accent5>
        <a:srgbClr val="4FC3F7"/>
      </a:accent5>
      <a:accent6>
        <a:srgbClr val="F4B400"/>
      </a:accent6>
      <a:hlink>
        <a:srgbClr val="4FC3F7"/>
      </a:hlink>
      <a:folHlink>
        <a:srgbClr val="4FC3F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90</TotalTime>
  <Words>6566</Words>
  <Application>Microsoft Office PowerPoint</Application>
  <PresentationFormat>On-screen Show (16:9)</PresentationFormat>
  <Paragraphs>667</Paragraphs>
  <Slides>72</Slides>
  <Notes>72</Notes>
  <HiddenSlides>0</HiddenSlides>
  <MMClips>0</MMClips>
  <ScaleCrop>false</ScaleCrop>
  <HeadingPairs>
    <vt:vector size="6" baseType="variant">
      <vt:variant>
        <vt:lpstr>Fonts Used</vt:lpstr>
      </vt:variant>
      <vt:variant>
        <vt:i4>4</vt:i4>
      </vt:variant>
      <vt:variant>
        <vt:lpstr>Theme</vt:lpstr>
      </vt:variant>
      <vt:variant>
        <vt:i4>2</vt:i4>
      </vt:variant>
      <vt:variant>
        <vt:lpstr>Slide Titles</vt:lpstr>
      </vt:variant>
      <vt:variant>
        <vt:i4>72</vt:i4>
      </vt:variant>
    </vt:vector>
  </HeadingPairs>
  <TitlesOfParts>
    <vt:vector size="78" baseType="lpstr">
      <vt:lpstr>Arial</vt:lpstr>
      <vt:lpstr>Calibri</vt:lpstr>
      <vt:lpstr>Cambria Math</vt:lpstr>
      <vt:lpstr>Roboto</vt:lpstr>
      <vt:lpstr>Simple Light</vt:lpstr>
      <vt:lpstr>Material</vt:lpstr>
      <vt:lpstr>Equilibria</vt:lpstr>
      <vt:lpstr>Introduction</vt:lpstr>
      <vt:lpstr>Introduction</vt:lpstr>
      <vt:lpstr>Reversible reactions</vt:lpstr>
      <vt:lpstr>Reversible reactions</vt:lpstr>
      <vt:lpstr>Dynamic equilibrium</vt:lpstr>
      <vt:lpstr>Le Chatelier’s principle</vt:lpstr>
      <vt:lpstr>Le Chatelier’s principle: Effect of change in concentration of reactants or products </vt:lpstr>
      <vt:lpstr>Le Chatelier’s principle: Effect of change in concentration of reactants or products </vt:lpstr>
      <vt:lpstr>Le Chatelier’s principle: Effect of change in pressure</vt:lpstr>
      <vt:lpstr>Le Chatelier’s principle: Effect of change in pressure</vt:lpstr>
      <vt:lpstr>Le Chatelier’s principle: Effect of change in pressure</vt:lpstr>
      <vt:lpstr>Le Chatelier’s principle: Effect of change in temperature</vt:lpstr>
      <vt:lpstr>Le Chatelier’s principle: Effect of change in temperature</vt:lpstr>
      <vt:lpstr>Le Chatelier’s principle: Effect of change in temperature</vt:lpstr>
      <vt:lpstr>Le Chatelier’s principle: Effect of catalyst</vt:lpstr>
      <vt:lpstr>Equilibria in industrial applications</vt:lpstr>
      <vt:lpstr>Equilibria in industrial applications</vt:lpstr>
      <vt:lpstr>Equilibria in industrial applications</vt:lpstr>
      <vt:lpstr>Equilibria in industrial applications</vt:lpstr>
      <vt:lpstr>The equilibrium constant Kc</vt:lpstr>
      <vt:lpstr>The equilibrium constant Kc</vt:lpstr>
      <vt:lpstr>The equilibrium constant Kc</vt:lpstr>
      <vt:lpstr>The equilibrium constant Kc</vt:lpstr>
      <vt:lpstr>The equilibrium constant Kc</vt:lpstr>
      <vt:lpstr>The equilibrium constant Kc</vt:lpstr>
      <vt:lpstr>Effect of changing conditions on equilibrium constant</vt:lpstr>
      <vt:lpstr>Effect of changing conditions on equilibrium constant</vt:lpstr>
      <vt:lpstr>Effect of changing conditions on equilibrium constant</vt:lpstr>
      <vt:lpstr>Working out the equilibrium constant </vt:lpstr>
      <vt:lpstr>Working out the equilibrium constant </vt:lpstr>
      <vt:lpstr>Working out the equilibrium constant </vt:lpstr>
      <vt:lpstr>Working out the equilibrium constant </vt:lpstr>
      <vt:lpstr>Working out the equilibrium constant </vt:lpstr>
      <vt:lpstr>Working out the equilibrium constant </vt:lpstr>
      <vt:lpstr>Working out the equilibrium constant </vt:lpstr>
      <vt:lpstr>Working out the equilibrium constant </vt:lpstr>
      <vt:lpstr>Working out the equilibrium constant </vt:lpstr>
      <vt:lpstr>Working out the equilibrium constant </vt:lpstr>
      <vt:lpstr>Working out the equilibrium constant </vt:lpstr>
      <vt:lpstr>Working out the equilibrium constant </vt:lpstr>
      <vt:lpstr>Mole fraction and partial pressure</vt:lpstr>
      <vt:lpstr>Mole fraction and partial pressure</vt:lpstr>
      <vt:lpstr>Equilibrium expression in terms of partial pressure</vt:lpstr>
      <vt:lpstr>Equilibrium expression in terms of partial pressure</vt:lpstr>
      <vt:lpstr>Equilibrium expression in terms of partial pressure</vt:lpstr>
      <vt:lpstr>Equilibrium expression in terms of partial pressure</vt:lpstr>
      <vt:lpstr>Equilibrium constants and changes in condition</vt:lpstr>
      <vt:lpstr>Equilibrium constants and changes in temperature</vt:lpstr>
      <vt:lpstr>Equilibrium constants and changes in temperature</vt:lpstr>
      <vt:lpstr>Equilibrium constants and changes in concentration</vt:lpstr>
      <vt:lpstr>Equilibrium constants and changes in pressure</vt:lpstr>
      <vt:lpstr>Equilibrium constants and changes in pressure</vt:lpstr>
      <vt:lpstr>Definitions of acids</vt:lpstr>
      <vt:lpstr>Definitions of acids</vt:lpstr>
      <vt:lpstr>Definitions of bases</vt:lpstr>
      <vt:lpstr>Definitions of bases</vt:lpstr>
      <vt:lpstr>Strong acids</vt:lpstr>
      <vt:lpstr>Weak acids</vt:lpstr>
      <vt:lpstr>Bronsted-Lowry acids and bases</vt:lpstr>
      <vt:lpstr>Bronsted-Lowry acids and bases</vt:lpstr>
      <vt:lpstr>Bronsted-Lowry acids and bases</vt:lpstr>
      <vt:lpstr>Reaction of acids with metals and metal oxides</vt:lpstr>
      <vt:lpstr>Reaction of acids with carbonates</vt:lpstr>
      <vt:lpstr>Reaction of acids with alkali</vt:lpstr>
      <vt:lpstr>Indicators used in titration </vt:lpstr>
      <vt:lpstr>Neutralisation: Strong acid with strong bases</vt:lpstr>
      <vt:lpstr>Equivalence point</vt:lpstr>
      <vt:lpstr>Neutralisation: Strong acid with weak bases</vt:lpstr>
      <vt:lpstr>Neutralisation: Weak acids with strong bases</vt:lpstr>
      <vt:lpstr>Neutralisation: Weak acids with weak bases</vt:lpstr>
      <vt:lpstr>Measuring pH with pH meter</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Chemical Equilibrium</dc:title>
  <cp:lastModifiedBy>SUTHAN SELVARAJ</cp:lastModifiedBy>
  <cp:revision>39</cp:revision>
  <dcterms:modified xsi:type="dcterms:W3CDTF">2021-05-19T03:41:30Z</dcterms:modified>
</cp:coreProperties>
</file>