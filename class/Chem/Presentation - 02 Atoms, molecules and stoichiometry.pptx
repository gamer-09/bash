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0" r:id="rId1"/>
    <p:sldMasterId id="2147483671" r:id="rId2"/>
  </p:sldMasterIdLst>
  <p:notesMasterIdLst>
    <p:notesMasterId r:id="rId40"/>
  </p:notesMasterIdLst>
  <p:sldIdLst>
    <p:sldId id="256" r:id="rId3"/>
    <p:sldId id="257" r:id="rId4"/>
    <p:sldId id="264" r:id="rId5"/>
    <p:sldId id="267" r:id="rId6"/>
    <p:sldId id="288" r:id="rId7"/>
    <p:sldId id="262" r:id="rId8"/>
    <p:sldId id="287" r:id="rId9"/>
    <p:sldId id="263" r:id="rId10"/>
    <p:sldId id="271" r:id="rId11"/>
    <p:sldId id="272" r:id="rId12"/>
    <p:sldId id="278" r:id="rId13"/>
    <p:sldId id="279" r:id="rId14"/>
    <p:sldId id="289" r:id="rId15"/>
    <p:sldId id="290" r:id="rId16"/>
    <p:sldId id="291" r:id="rId17"/>
    <p:sldId id="265" r:id="rId18"/>
    <p:sldId id="275" r:id="rId19"/>
    <p:sldId id="292" r:id="rId20"/>
    <p:sldId id="276" r:id="rId21"/>
    <p:sldId id="277" r:id="rId22"/>
    <p:sldId id="283" r:id="rId23"/>
    <p:sldId id="284" r:id="rId24"/>
    <p:sldId id="285" r:id="rId25"/>
    <p:sldId id="286" r:id="rId26"/>
    <p:sldId id="273" r:id="rId27"/>
    <p:sldId id="274" r:id="rId28"/>
    <p:sldId id="280" r:id="rId29"/>
    <p:sldId id="281" r:id="rId30"/>
    <p:sldId id="282" r:id="rId31"/>
    <p:sldId id="295" r:id="rId32"/>
    <p:sldId id="296" r:id="rId33"/>
    <p:sldId id="297" r:id="rId34"/>
    <p:sldId id="298" r:id="rId35"/>
    <p:sldId id="299" r:id="rId36"/>
    <p:sldId id="300" r:id="rId37"/>
    <p:sldId id="293" r:id="rId38"/>
    <p:sldId id="294" r:id="rId39"/>
  </p:sldIdLst>
  <p:sldSz cx="9144000" cy="5143500" type="screen16x9"/>
  <p:notesSz cx="6858000" cy="9144000"/>
  <p:embeddedFontLst>
    <p:embeddedFont>
      <p:font typeface="Calibri" panose="020F0502020204030204" pitchFamily="34" charset="0"/>
      <p:regular r:id="rId41"/>
      <p:bold r:id="rId42"/>
      <p:italic r:id="rId43"/>
      <p:boldItalic r:id="rId44"/>
    </p:embeddedFont>
    <p:embeddedFont>
      <p:font typeface="Cambria Math" panose="02040503050406030204" pitchFamily="18" charset="0"/>
      <p:regular r:id="rId45"/>
    </p:embeddedFont>
    <p:embeddedFont>
      <p:font typeface="Roboto" panose="020B0604020202020204" charset="0"/>
      <p:regular r:id="rId46"/>
      <p:bold r:id="rId47"/>
      <p:italic r:id="rId48"/>
      <p:boldItalic r:id="rId4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7AE60"/>
    <a:srgbClr val="000000"/>
    <a:srgbClr val="84F3B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94"/>
  </p:normalViewPr>
  <p:slideViewPr>
    <p:cSldViewPr snapToGrid="0">
      <p:cViewPr varScale="1">
        <p:scale>
          <a:sx n="85" d="100"/>
          <a:sy n="85" d="100"/>
        </p:scale>
        <p:origin x="882" y="78"/>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3" Type="http://schemas.openxmlformats.org/officeDocument/2006/relationships/slide" Target="slides/slide1.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font" Target="fonts/font2.fntdata"/><Relationship Id="rId47" Type="http://schemas.openxmlformats.org/officeDocument/2006/relationships/font" Target="fonts/font7.fntdata"/><Relationship Id="rId50" Type="http://schemas.openxmlformats.org/officeDocument/2006/relationships/presProps" Target="presProp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font" Target="fonts/font6.fntdata"/><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41" Type="http://schemas.openxmlformats.org/officeDocument/2006/relationships/font" Target="fonts/font1.fntdata"/><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notesMaster" Target="notesMasters/notesMaster1.xml"/><Relationship Id="rId45" Type="http://schemas.openxmlformats.org/officeDocument/2006/relationships/font" Target="fonts/font5.fntdata"/><Relationship Id="rId53" Type="http://schemas.openxmlformats.org/officeDocument/2006/relationships/tableStyles" Target="tableStyle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font" Target="fonts/font9.fntdata"/><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font" Target="fonts/font4.fntdata"/><Relationship Id="rId52" Type="http://schemas.openxmlformats.org/officeDocument/2006/relationships/theme" Target="theme/theme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font" Target="fonts/font3.fntdata"/><Relationship Id="rId48" Type="http://schemas.openxmlformats.org/officeDocument/2006/relationships/font" Target="fonts/font8.fntdata"/><Relationship Id="rId8" Type="http://schemas.openxmlformats.org/officeDocument/2006/relationships/slide" Target="slides/slide6.xml"/><Relationship Id="rId51"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extLst>
      <p:ext uri="{BB962C8B-B14F-4D97-AF65-F5344CB8AC3E}">
        <p14:creationId xmlns:p14="http://schemas.microsoft.com/office/powerpoint/2010/main" val="2704442890"/>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p:cNvGrpSpPr/>
        <p:nvPr/>
      </p:nvGrpSpPr>
      <p:grpSpPr>
        <a:xfrm>
          <a:off x="0" y="0"/>
          <a:ext cx="0" cy="0"/>
          <a:chOff x="0" y="0"/>
          <a:chExt cx="0" cy="0"/>
        </a:xfrm>
      </p:grpSpPr>
      <p:sp>
        <p:nvSpPr>
          <p:cNvPr id="109" name="Google Shape;109;g394e51d7be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0" name="Google Shape;110;g394e51d7be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69196098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p:cNvGrpSpPr/>
        <p:nvPr/>
      </p:nvGrpSpPr>
      <p:grpSpPr>
        <a:xfrm>
          <a:off x="0" y="0"/>
          <a:ext cx="0" cy="0"/>
          <a:chOff x="0" y="0"/>
          <a:chExt cx="0" cy="0"/>
        </a:xfrm>
      </p:grpSpPr>
      <p:sp>
        <p:nvSpPr>
          <p:cNvPr id="114" name="Google Shape;114;g394e51d7be_0_6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5" name="Google Shape;115;g394e51d7be_0_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77139282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p:cNvGrpSpPr/>
        <p:nvPr/>
      </p:nvGrpSpPr>
      <p:grpSpPr>
        <a:xfrm>
          <a:off x="0" y="0"/>
          <a:ext cx="0" cy="0"/>
          <a:chOff x="0" y="0"/>
          <a:chExt cx="0" cy="0"/>
        </a:xfrm>
      </p:grpSpPr>
      <p:sp>
        <p:nvSpPr>
          <p:cNvPr id="114" name="Google Shape;114;g394e51d7be_0_6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5" name="Google Shape;115;g394e51d7be_0_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7079829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p:cNvGrpSpPr/>
        <p:nvPr/>
      </p:nvGrpSpPr>
      <p:grpSpPr>
        <a:xfrm>
          <a:off x="0" y="0"/>
          <a:ext cx="0" cy="0"/>
          <a:chOff x="0" y="0"/>
          <a:chExt cx="0" cy="0"/>
        </a:xfrm>
      </p:grpSpPr>
      <p:sp>
        <p:nvSpPr>
          <p:cNvPr id="114" name="Google Shape;114;g394e51d7be_0_6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5" name="Google Shape;115;g394e51d7be_0_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623797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p:cNvGrpSpPr/>
        <p:nvPr/>
      </p:nvGrpSpPr>
      <p:grpSpPr>
        <a:xfrm>
          <a:off x="0" y="0"/>
          <a:ext cx="0" cy="0"/>
          <a:chOff x="0" y="0"/>
          <a:chExt cx="0" cy="0"/>
        </a:xfrm>
      </p:grpSpPr>
      <p:sp>
        <p:nvSpPr>
          <p:cNvPr id="114" name="Google Shape;114;g394e51d7be_0_6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5" name="Google Shape;115;g394e51d7be_0_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25801555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p:cNvGrpSpPr/>
        <p:nvPr/>
      </p:nvGrpSpPr>
      <p:grpSpPr>
        <a:xfrm>
          <a:off x="0" y="0"/>
          <a:ext cx="0" cy="0"/>
          <a:chOff x="0" y="0"/>
          <a:chExt cx="0" cy="0"/>
        </a:xfrm>
      </p:grpSpPr>
      <p:sp>
        <p:nvSpPr>
          <p:cNvPr id="114" name="Google Shape;114;g394e51d7be_0_6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5" name="Google Shape;115;g394e51d7be_0_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26298023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p:cNvGrpSpPr/>
        <p:nvPr/>
      </p:nvGrpSpPr>
      <p:grpSpPr>
        <a:xfrm>
          <a:off x="0" y="0"/>
          <a:ext cx="0" cy="0"/>
          <a:chOff x="0" y="0"/>
          <a:chExt cx="0" cy="0"/>
        </a:xfrm>
      </p:grpSpPr>
      <p:sp>
        <p:nvSpPr>
          <p:cNvPr id="114" name="Google Shape;114;g394e51d7be_0_6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5" name="Google Shape;115;g394e51d7be_0_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80238863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p:cNvGrpSpPr/>
        <p:nvPr/>
      </p:nvGrpSpPr>
      <p:grpSpPr>
        <a:xfrm>
          <a:off x="0" y="0"/>
          <a:ext cx="0" cy="0"/>
          <a:chOff x="0" y="0"/>
          <a:chExt cx="0" cy="0"/>
        </a:xfrm>
      </p:grpSpPr>
      <p:sp>
        <p:nvSpPr>
          <p:cNvPr id="114" name="Google Shape;114;g394e51d7be_0_6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5" name="Google Shape;115;g394e51d7be_0_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10433263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p:cNvGrpSpPr/>
        <p:nvPr/>
      </p:nvGrpSpPr>
      <p:grpSpPr>
        <a:xfrm>
          <a:off x="0" y="0"/>
          <a:ext cx="0" cy="0"/>
          <a:chOff x="0" y="0"/>
          <a:chExt cx="0" cy="0"/>
        </a:xfrm>
      </p:grpSpPr>
      <p:sp>
        <p:nvSpPr>
          <p:cNvPr id="114" name="Google Shape;114;g394e51d7be_0_6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5" name="Google Shape;115;g394e51d7be_0_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51815203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p:cNvGrpSpPr/>
        <p:nvPr/>
      </p:nvGrpSpPr>
      <p:grpSpPr>
        <a:xfrm>
          <a:off x="0" y="0"/>
          <a:ext cx="0" cy="0"/>
          <a:chOff x="0" y="0"/>
          <a:chExt cx="0" cy="0"/>
        </a:xfrm>
      </p:grpSpPr>
      <p:sp>
        <p:nvSpPr>
          <p:cNvPr id="114" name="Google Shape;114;g394e51d7be_0_6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5" name="Google Shape;115;g394e51d7be_0_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71164086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p:cNvGrpSpPr/>
        <p:nvPr/>
      </p:nvGrpSpPr>
      <p:grpSpPr>
        <a:xfrm>
          <a:off x="0" y="0"/>
          <a:ext cx="0" cy="0"/>
          <a:chOff x="0" y="0"/>
          <a:chExt cx="0" cy="0"/>
        </a:xfrm>
      </p:grpSpPr>
      <p:sp>
        <p:nvSpPr>
          <p:cNvPr id="114" name="Google Shape;114;g394e51d7be_0_6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5" name="Google Shape;115;g394e51d7be_0_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96600693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p:cNvGrpSpPr/>
        <p:nvPr/>
      </p:nvGrpSpPr>
      <p:grpSpPr>
        <a:xfrm>
          <a:off x="0" y="0"/>
          <a:ext cx="0" cy="0"/>
          <a:chOff x="0" y="0"/>
          <a:chExt cx="0" cy="0"/>
        </a:xfrm>
      </p:grpSpPr>
      <p:sp>
        <p:nvSpPr>
          <p:cNvPr id="114" name="Google Shape;114;g394e51d7be_0_6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5" name="Google Shape;115;g394e51d7be_0_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01313263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p:cNvGrpSpPr/>
        <p:nvPr/>
      </p:nvGrpSpPr>
      <p:grpSpPr>
        <a:xfrm>
          <a:off x="0" y="0"/>
          <a:ext cx="0" cy="0"/>
          <a:chOff x="0" y="0"/>
          <a:chExt cx="0" cy="0"/>
        </a:xfrm>
      </p:grpSpPr>
      <p:sp>
        <p:nvSpPr>
          <p:cNvPr id="114" name="Google Shape;114;g394e51d7be_0_6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5" name="Google Shape;115;g394e51d7be_0_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427000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p:cNvGrpSpPr/>
        <p:nvPr/>
      </p:nvGrpSpPr>
      <p:grpSpPr>
        <a:xfrm>
          <a:off x="0" y="0"/>
          <a:ext cx="0" cy="0"/>
          <a:chOff x="0" y="0"/>
          <a:chExt cx="0" cy="0"/>
        </a:xfrm>
      </p:grpSpPr>
      <p:sp>
        <p:nvSpPr>
          <p:cNvPr id="114" name="Google Shape;114;g394e51d7be_0_6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5" name="Google Shape;115;g394e51d7be_0_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67163365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p:cNvGrpSpPr/>
        <p:nvPr/>
      </p:nvGrpSpPr>
      <p:grpSpPr>
        <a:xfrm>
          <a:off x="0" y="0"/>
          <a:ext cx="0" cy="0"/>
          <a:chOff x="0" y="0"/>
          <a:chExt cx="0" cy="0"/>
        </a:xfrm>
      </p:grpSpPr>
      <p:sp>
        <p:nvSpPr>
          <p:cNvPr id="114" name="Google Shape;114;g394e51d7be_0_6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5" name="Google Shape;115;g394e51d7be_0_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21631550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p:cNvGrpSpPr/>
        <p:nvPr/>
      </p:nvGrpSpPr>
      <p:grpSpPr>
        <a:xfrm>
          <a:off x="0" y="0"/>
          <a:ext cx="0" cy="0"/>
          <a:chOff x="0" y="0"/>
          <a:chExt cx="0" cy="0"/>
        </a:xfrm>
      </p:grpSpPr>
      <p:sp>
        <p:nvSpPr>
          <p:cNvPr id="114" name="Google Shape;114;g394e51d7be_0_6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5" name="Google Shape;115;g394e51d7be_0_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34048517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p:cNvGrpSpPr/>
        <p:nvPr/>
      </p:nvGrpSpPr>
      <p:grpSpPr>
        <a:xfrm>
          <a:off x="0" y="0"/>
          <a:ext cx="0" cy="0"/>
          <a:chOff x="0" y="0"/>
          <a:chExt cx="0" cy="0"/>
        </a:xfrm>
      </p:grpSpPr>
      <p:sp>
        <p:nvSpPr>
          <p:cNvPr id="114" name="Google Shape;114;g394e51d7be_0_6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5" name="Google Shape;115;g394e51d7be_0_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35502290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p:cNvGrpSpPr/>
        <p:nvPr/>
      </p:nvGrpSpPr>
      <p:grpSpPr>
        <a:xfrm>
          <a:off x="0" y="0"/>
          <a:ext cx="0" cy="0"/>
          <a:chOff x="0" y="0"/>
          <a:chExt cx="0" cy="0"/>
        </a:xfrm>
      </p:grpSpPr>
      <p:sp>
        <p:nvSpPr>
          <p:cNvPr id="114" name="Google Shape;114;g394e51d7be_0_6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5" name="Google Shape;115;g394e51d7be_0_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57514181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p:cNvGrpSpPr/>
        <p:nvPr/>
      </p:nvGrpSpPr>
      <p:grpSpPr>
        <a:xfrm>
          <a:off x="0" y="0"/>
          <a:ext cx="0" cy="0"/>
          <a:chOff x="0" y="0"/>
          <a:chExt cx="0" cy="0"/>
        </a:xfrm>
      </p:grpSpPr>
      <p:sp>
        <p:nvSpPr>
          <p:cNvPr id="114" name="Google Shape;114;g394e51d7be_0_6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5" name="Google Shape;115;g394e51d7be_0_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28107225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p:cNvGrpSpPr/>
        <p:nvPr/>
      </p:nvGrpSpPr>
      <p:grpSpPr>
        <a:xfrm>
          <a:off x="0" y="0"/>
          <a:ext cx="0" cy="0"/>
          <a:chOff x="0" y="0"/>
          <a:chExt cx="0" cy="0"/>
        </a:xfrm>
      </p:grpSpPr>
      <p:sp>
        <p:nvSpPr>
          <p:cNvPr id="114" name="Google Shape;114;g394e51d7be_0_6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5" name="Google Shape;115;g394e51d7be_0_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7301051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p:cNvGrpSpPr/>
        <p:nvPr/>
      </p:nvGrpSpPr>
      <p:grpSpPr>
        <a:xfrm>
          <a:off x="0" y="0"/>
          <a:ext cx="0" cy="0"/>
          <a:chOff x="0" y="0"/>
          <a:chExt cx="0" cy="0"/>
        </a:xfrm>
      </p:grpSpPr>
      <p:sp>
        <p:nvSpPr>
          <p:cNvPr id="114" name="Google Shape;114;g394e51d7be_0_6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5" name="Google Shape;115;g394e51d7be_0_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331512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p:cNvGrpSpPr/>
        <p:nvPr/>
      </p:nvGrpSpPr>
      <p:grpSpPr>
        <a:xfrm>
          <a:off x="0" y="0"/>
          <a:ext cx="0" cy="0"/>
          <a:chOff x="0" y="0"/>
          <a:chExt cx="0" cy="0"/>
        </a:xfrm>
      </p:grpSpPr>
      <p:sp>
        <p:nvSpPr>
          <p:cNvPr id="114" name="Google Shape;114;g394e51d7be_0_6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5" name="Google Shape;115;g394e51d7be_0_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35395674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p:cNvGrpSpPr/>
        <p:nvPr/>
      </p:nvGrpSpPr>
      <p:grpSpPr>
        <a:xfrm>
          <a:off x="0" y="0"/>
          <a:ext cx="0" cy="0"/>
          <a:chOff x="0" y="0"/>
          <a:chExt cx="0" cy="0"/>
        </a:xfrm>
      </p:grpSpPr>
      <p:sp>
        <p:nvSpPr>
          <p:cNvPr id="114" name="Google Shape;114;g394e51d7be_0_6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5" name="Google Shape;115;g394e51d7be_0_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45304527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p:cNvGrpSpPr/>
        <p:nvPr/>
      </p:nvGrpSpPr>
      <p:grpSpPr>
        <a:xfrm>
          <a:off x="0" y="0"/>
          <a:ext cx="0" cy="0"/>
          <a:chOff x="0" y="0"/>
          <a:chExt cx="0" cy="0"/>
        </a:xfrm>
      </p:grpSpPr>
      <p:sp>
        <p:nvSpPr>
          <p:cNvPr id="114" name="Google Shape;114;g394e51d7be_0_6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5" name="Google Shape;115;g394e51d7be_0_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67792925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p:cNvGrpSpPr/>
        <p:nvPr/>
      </p:nvGrpSpPr>
      <p:grpSpPr>
        <a:xfrm>
          <a:off x="0" y="0"/>
          <a:ext cx="0" cy="0"/>
          <a:chOff x="0" y="0"/>
          <a:chExt cx="0" cy="0"/>
        </a:xfrm>
      </p:grpSpPr>
      <p:sp>
        <p:nvSpPr>
          <p:cNvPr id="114" name="Google Shape;114;g394e51d7be_0_6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5" name="Google Shape;115;g394e51d7be_0_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39415452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p:cNvGrpSpPr/>
        <p:nvPr/>
      </p:nvGrpSpPr>
      <p:grpSpPr>
        <a:xfrm>
          <a:off x="0" y="0"/>
          <a:ext cx="0" cy="0"/>
          <a:chOff x="0" y="0"/>
          <a:chExt cx="0" cy="0"/>
        </a:xfrm>
      </p:grpSpPr>
      <p:sp>
        <p:nvSpPr>
          <p:cNvPr id="114" name="Google Shape;114;g394e51d7be_0_6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5" name="Google Shape;115;g394e51d7be_0_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73857794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p:cNvGrpSpPr/>
        <p:nvPr/>
      </p:nvGrpSpPr>
      <p:grpSpPr>
        <a:xfrm>
          <a:off x="0" y="0"/>
          <a:ext cx="0" cy="0"/>
          <a:chOff x="0" y="0"/>
          <a:chExt cx="0" cy="0"/>
        </a:xfrm>
      </p:grpSpPr>
      <p:sp>
        <p:nvSpPr>
          <p:cNvPr id="114" name="Google Shape;114;g394e51d7be_0_6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5" name="Google Shape;115;g394e51d7be_0_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17015343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p:cNvGrpSpPr/>
        <p:nvPr/>
      </p:nvGrpSpPr>
      <p:grpSpPr>
        <a:xfrm>
          <a:off x="0" y="0"/>
          <a:ext cx="0" cy="0"/>
          <a:chOff x="0" y="0"/>
          <a:chExt cx="0" cy="0"/>
        </a:xfrm>
      </p:grpSpPr>
      <p:sp>
        <p:nvSpPr>
          <p:cNvPr id="114" name="Google Shape;114;g394e51d7be_0_6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5" name="Google Shape;115;g394e51d7be_0_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06516746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p:cNvGrpSpPr/>
        <p:nvPr/>
      </p:nvGrpSpPr>
      <p:grpSpPr>
        <a:xfrm>
          <a:off x="0" y="0"/>
          <a:ext cx="0" cy="0"/>
          <a:chOff x="0" y="0"/>
          <a:chExt cx="0" cy="0"/>
        </a:xfrm>
      </p:grpSpPr>
      <p:sp>
        <p:nvSpPr>
          <p:cNvPr id="114" name="Google Shape;114;g394e51d7be_0_6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5" name="Google Shape;115;g394e51d7be_0_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17037423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p:cNvGrpSpPr/>
        <p:nvPr/>
      </p:nvGrpSpPr>
      <p:grpSpPr>
        <a:xfrm>
          <a:off x="0" y="0"/>
          <a:ext cx="0" cy="0"/>
          <a:chOff x="0" y="0"/>
          <a:chExt cx="0" cy="0"/>
        </a:xfrm>
      </p:grpSpPr>
      <p:sp>
        <p:nvSpPr>
          <p:cNvPr id="114" name="Google Shape;114;g394e51d7be_0_6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5" name="Google Shape;115;g394e51d7be_0_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157337025"/>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p:cNvGrpSpPr/>
        <p:nvPr/>
      </p:nvGrpSpPr>
      <p:grpSpPr>
        <a:xfrm>
          <a:off x="0" y="0"/>
          <a:ext cx="0" cy="0"/>
          <a:chOff x="0" y="0"/>
          <a:chExt cx="0" cy="0"/>
        </a:xfrm>
      </p:grpSpPr>
      <p:sp>
        <p:nvSpPr>
          <p:cNvPr id="114" name="Google Shape;114;g394e51d7be_0_6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5" name="Google Shape;115;g394e51d7be_0_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67484522"/>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p:cNvGrpSpPr/>
        <p:nvPr/>
      </p:nvGrpSpPr>
      <p:grpSpPr>
        <a:xfrm>
          <a:off x="0" y="0"/>
          <a:ext cx="0" cy="0"/>
          <a:chOff x="0" y="0"/>
          <a:chExt cx="0" cy="0"/>
        </a:xfrm>
      </p:grpSpPr>
      <p:sp>
        <p:nvSpPr>
          <p:cNvPr id="114" name="Google Shape;114;g394e51d7be_0_6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5" name="Google Shape;115;g394e51d7be_0_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87160526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p:cNvGrpSpPr/>
        <p:nvPr/>
      </p:nvGrpSpPr>
      <p:grpSpPr>
        <a:xfrm>
          <a:off x="0" y="0"/>
          <a:ext cx="0" cy="0"/>
          <a:chOff x="0" y="0"/>
          <a:chExt cx="0" cy="0"/>
        </a:xfrm>
      </p:grpSpPr>
      <p:sp>
        <p:nvSpPr>
          <p:cNvPr id="114" name="Google Shape;114;g394e51d7be_0_6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5" name="Google Shape;115;g394e51d7be_0_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626388035"/>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p:cNvGrpSpPr/>
        <p:nvPr/>
      </p:nvGrpSpPr>
      <p:grpSpPr>
        <a:xfrm>
          <a:off x="0" y="0"/>
          <a:ext cx="0" cy="0"/>
          <a:chOff x="0" y="0"/>
          <a:chExt cx="0" cy="0"/>
        </a:xfrm>
      </p:grpSpPr>
      <p:sp>
        <p:nvSpPr>
          <p:cNvPr id="114" name="Google Shape;114;g394e51d7be_0_6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5" name="Google Shape;115;g394e51d7be_0_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883192914"/>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p:cNvGrpSpPr/>
        <p:nvPr/>
      </p:nvGrpSpPr>
      <p:grpSpPr>
        <a:xfrm>
          <a:off x="0" y="0"/>
          <a:ext cx="0" cy="0"/>
          <a:chOff x="0" y="0"/>
          <a:chExt cx="0" cy="0"/>
        </a:xfrm>
      </p:grpSpPr>
      <p:sp>
        <p:nvSpPr>
          <p:cNvPr id="114" name="Google Shape;114;g394e51d7be_0_6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5" name="Google Shape;115;g394e51d7be_0_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133438877"/>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p:cNvGrpSpPr/>
        <p:nvPr/>
      </p:nvGrpSpPr>
      <p:grpSpPr>
        <a:xfrm>
          <a:off x="0" y="0"/>
          <a:ext cx="0" cy="0"/>
          <a:chOff x="0" y="0"/>
          <a:chExt cx="0" cy="0"/>
        </a:xfrm>
      </p:grpSpPr>
      <p:sp>
        <p:nvSpPr>
          <p:cNvPr id="114" name="Google Shape;114;g394e51d7be_0_6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5" name="Google Shape;115;g394e51d7be_0_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898588566"/>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p:cNvGrpSpPr/>
        <p:nvPr/>
      </p:nvGrpSpPr>
      <p:grpSpPr>
        <a:xfrm>
          <a:off x="0" y="0"/>
          <a:ext cx="0" cy="0"/>
          <a:chOff x="0" y="0"/>
          <a:chExt cx="0" cy="0"/>
        </a:xfrm>
      </p:grpSpPr>
      <p:sp>
        <p:nvSpPr>
          <p:cNvPr id="114" name="Google Shape;114;g394e51d7be_0_6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5" name="Google Shape;115;g394e51d7be_0_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96310398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lstStyle>
            <a:lvl1pPr marL="457200" lvl="0" indent="-342900">
              <a:spcBef>
                <a:spcPts val="0"/>
              </a:spcBef>
              <a:spcAft>
                <a:spcPts val="0"/>
              </a:spcAft>
              <a:buSzPts val="1800"/>
              <a:buChar char="●"/>
              <a:defRPr/>
            </a:lvl1pPr>
            <a:lvl2pPr marL="914400" lvl="1" indent="-317500">
              <a:spcBef>
                <a:spcPts val="1600"/>
              </a:spcBef>
              <a:spcAft>
                <a:spcPts val="0"/>
              </a:spcAft>
              <a:buSzPts val="1400"/>
              <a:buChar char="○"/>
              <a:defRPr/>
            </a:lvl2pPr>
            <a:lvl3pPr marL="1371600" lvl="2" indent="-317500">
              <a:spcBef>
                <a:spcPts val="1600"/>
              </a:spcBef>
              <a:spcAft>
                <a:spcPts val="0"/>
              </a:spcAft>
              <a:buSzPts val="1400"/>
              <a:buChar char="■"/>
              <a:defRPr/>
            </a:lvl3pPr>
            <a:lvl4pPr marL="1828800" lvl="3" indent="-317500">
              <a:spcBef>
                <a:spcPts val="1600"/>
              </a:spcBef>
              <a:spcAft>
                <a:spcPts val="0"/>
              </a:spcAft>
              <a:buSzPts val="1400"/>
              <a:buChar char="●"/>
              <a:defRPr/>
            </a:lvl4pPr>
            <a:lvl5pPr marL="2286000" lvl="4" indent="-317500">
              <a:spcBef>
                <a:spcPts val="1600"/>
              </a:spcBef>
              <a:spcAft>
                <a:spcPts val="0"/>
              </a:spcAft>
              <a:buSzPts val="1400"/>
              <a:buChar char="○"/>
              <a:defRPr/>
            </a:lvl5pPr>
            <a:lvl6pPr marL="2743200" lvl="5" indent="-317500">
              <a:spcBef>
                <a:spcPts val="1600"/>
              </a:spcBef>
              <a:spcAft>
                <a:spcPts val="0"/>
              </a:spcAft>
              <a:buSzPts val="1400"/>
              <a:buChar char="■"/>
              <a:defRPr/>
            </a:lvl6pPr>
            <a:lvl7pPr marL="3200400" lvl="6" indent="-317500">
              <a:spcBef>
                <a:spcPts val="1600"/>
              </a:spcBef>
              <a:spcAft>
                <a:spcPts val="0"/>
              </a:spcAft>
              <a:buSzPts val="1400"/>
              <a:buChar char="●"/>
              <a:defRPr/>
            </a:lvl7pPr>
            <a:lvl8pPr marL="3657600" lvl="7" indent="-317500">
              <a:spcBef>
                <a:spcPts val="1600"/>
              </a:spcBef>
              <a:spcAft>
                <a:spcPts val="0"/>
              </a:spcAft>
              <a:buSzPts val="1400"/>
              <a:buChar char="○"/>
              <a:defRPr/>
            </a:lvl8pPr>
            <a:lvl9pPr marL="4114800" lvl="8" indent="-317500">
              <a:spcBef>
                <a:spcPts val="1600"/>
              </a:spcBef>
              <a:spcAft>
                <a:spcPts val="160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lstStyle>
            <a:lvl1pPr marL="457200" lvl="0" indent="-317500">
              <a:spcBef>
                <a:spcPts val="0"/>
              </a:spcBef>
              <a:spcAft>
                <a:spcPts val="0"/>
              </a:spcAft>
              <a:buSzPts val="1400"/>
              <a:buChar char="●"/>
              <a:defRPr sz="14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lstStyle>
            <a:lvl1pPr marL="457200" lvl="0" indent="-317500">
              <a:spcBef>
                <a:spcPts val="0"/>
              </a:spcBef>
              <a:spcAft>
                <a:spcPts val="0"/>
              </a:spcAft>
              <a:buSzPts val="1400"/>
              <a:buChar char="●"/>
              <a:defRPr sz="14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lstStyle>
            <a:lvl1pPr marL="457200" lvl="0" indent="-304800">
              <a:spcBef>
                <a:spcPts val="0"/>
              </a:spcBef>
              <a:spcAft>
                <a:spcPts val="0"/>
              </a:spcAft>
              <a:buSzPts val="1200"/>
              <a:buChar char="●"/>
              <a:defRPr sz="12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lstStyle>
            <a:lvl1pPr marL="457200" lvl="0" indent="-342900">
              <a:spcBef>
                <a:spcPts val="0"/>
              </a:spcBef>
              <a:spcAft>
                <a:spcPts val="0"/>
              </a:spcAft>
              <a:buSzPts val="1800"/>
              <a:buChar char="●"/>
              <a:defRPr/>
            </a:lvl1pPr>
            <a:lvl2pPr marL="914400" lvl="1" indent="-317500">
              <a:spcBef>
                <a:spcPts val="1600"/>
              </a:spcBef>
              <a:spcAft>
                <a:spcPts val="0"/>
              </a:spcAft>
              <a:buSzPts val="1400"/>
              <a:buChar char="○"/>
              <a:defRPr/>
            </a:lvl2pPr>
            <a:lvl3pPr marL="1371600" lvl="2" indent="-317500">
              <a:spcBef>
                <a:spcPts val="1600"/>
              </a:spcBef>
              <a:spcAft>
                <a:spcPts val="0"/>
              </a:spcAft>
              <a:buSzPts val="1400"/>
              <a:buChar char="■"/>
              <a:defRPr/>
            </a:lvl3pPr>
            <a:lvl4pPr marL="1828800" lvl="3" indent="-317500">
              <a:spcBef>
                <a:spcPts val="1600"/>
              </a:spcBef>
              <a:spcAft>
                <a:spcPts val="0"/>
              </a:spcAft>
              <a:buSzPts val="1400"/>
              <a:buChar char="●"/>
              <a:defRPr/>
            </a:lvl4pPr>
            <a:lvl5pPr marL="2286000" lvl="4" indent="-317500">
              <a:spcBef>
                <a:spcPts val="1600"/>
              </a:spcBef>
              <a:spcAft>
                <a:spcPts val="0"/>
              </a:spcAft>
              <a:buSzPts val="1400"/>
              <a:buChar char="○"/>
              <a:defRPr/>
            </a:lvl5pPr>
            <a:lvl6pPr marL="2743200" lvl="5" indent="-317500">
              <a:spcBef>
                <a:spcPts val="1600"/>
              </a:spcBef>
              <a:spcAft>
                <a:spcPts val="0"/>
              </a:spcAft>
              <a:buSzPts val="1400"/>
              <a:buChar char="■"/>
              <a:defRPr/>
            </a:lvl6pPr>
            <a:lvl7pPr marL="3200400" lvl="6" indent="-317500">
              <a:spcBef>
                <a:spcPts val="1600"/>
              </a:spcBef>
              <a:spcAft>
                <a:spcPts val="0"/>
              </a:spcAft>
              <a:buSzPts val="1400"/>
              <a:buChar char="●"/>
              <a:defRPr/>
            </a:lvl7pPr>
            <a:lvl8pPr marL="3657600" lvl="7" indent="-317500">
              <a:spcBef>
                <a:spcPts val="1600"/>
              </a:spcBef>
              <a:spcAft>
                <a:spcPts val="0"/>
              </a:spcAft>
              <a:buSzPts val="1400"/>
              <a:buChar char="○"/>
              <a:defRPr/>
            </a:lvl8pPr>
            <a:lvl9pPr marL="4114800" lvl="8" indent="-317500">
              <a:spcBef>
                <a:spcPts val="1600"/>
              </a:spcBef>
              <a:spcAft>
                <a:spcPts val="160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lstStyle>
            <a:lvl1pPr marL="457200" lvl="0" indent="-342900" algn="ctr">
              <a:spcBef>
                <a:spcPts val="0"/>
              </a:spcBef>
              <a:spcAft>
                <a:spcPts val="0"/>
              </a:spcAft>
              <a:buSzPts val="1800"/>
              <a:buChar char="●"/>
              <a:defRPr/>
            </a:lvl1pPr>
            <a:lvl2pPr marL="914400" lvl="1" indent="-317500" algn="ctr">
              <a:spcBef>
                <a:spcPts val="1600"/>
              </a:spcBef>
              <a:spcAft>
                <a:spcPts val="0"/>
              </a:spcAft>
              <a:buSzPts val="1400"/>
              <a:buChar char="○"/>
              <a:defRPr/>
            </a:lvl2pPr>
            <a:lvl3pPr marL="1371600" lvl="2" indent="-317500" algn="ctr">
              <a:spcBef>
                <a:spcPts val="1600"/>
              </a:spcBef>
              <a:spcAft>
                <a:spcPts val="0"/>
              </a:spcAft>
              <a:buSzPts val="1400"/>
              <a:buChar char="■"/>
              <a:defRPr/>
            </a:lvl3pPr>
            <a:lvl4pPr marL="1828800" lvl="3" indent="-317500" algn="ctr">
              <a:spcBef>
                <a:spcPts val="1600"/>
              </a:spcBef>
              <a:spcAft>
                <a:spcPts val="0"/>
              </a:spcAft>
              <a:buSzPts val="1400"/>
              <a:buChar char="●"/>
              <a:defRPr/>
            </a:lvl4pPr>
            <a:lvl5pPr marL="2286000" lvl="4" indent="-317500" algn="ctr">
              <a:spcBef>
                <a:spcPts val="1600"/>
              </a:spcBef>
              <a:spcAft>
                <a:spcPts val="0"/>
              </a:spcAft>
              <a:buSzPts val="1400"/>
              <a:buChar char="○"/>
              <a:defRPr/>
            </a:lvl5pPr>
            <a:lvl6pPr marL="2743200" lvl="5" indent="-317500" algn="ctr">
              <a:spcBef>
                <a:spcPts val="1600"/>
              </a:spcBef>
              <a:spcAft>
                <a:spcPts val="0"/>
              </a:spcAft>
              <a:buSzPts val="1400"/>
              <a:buChar char="■"/>
              <a:defRPr/>
            </a:lvl6pPr>
            <a:lvl7pPr marL="3200400" lvl="6" indent="-317500" algn="ctr">
              <a:spcBef>
                <a:spcPts val="1600"/>
              </a:spcBef>
              <a:spcAft>
                <a:spcPts val="0"/>
              </a:spcAft>
              <a:buSzPts val="1400"/>
              <a:buChar char="●"/>
              <a:defRPr/>
            </a:lvl7pPr>
            <a:lvl8pPr marL="3657600" lvl="7" indent="-317500" algn="ctr">
              <a:spcBef>
                <a:spcPts val="1600"/>
              </a:spcBef>
              <a:spcAft>
                <a:spcPts val="0"/>
              </a:spcAft>
              <a:buSzPts val="1400"/>
              <a:buChar char="○"/>
              <a:defRPr/>
            </a:lvl8pPr>
            <a:lvl9pPr marL="4114800" lvl="8" indent="-317500" algn="ctr">
              <a:spcBef>
                <a:spcPts val="1600"/>
              </a:spcBef>
              <a:spcAft>
                <a:spcPts val="160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54"/>
        <p:cNvGrpSpPr/>
        <p:nvPr/>
      </p:nvGrpSpPr>
      <p:grpSpPr>
        <a:xfrm>
          <a:off x="0" y="0"/>
          <a:ext cx="0" cy="0"/>
          <a:chOff x="0" y="0"/>
          <a:chExt cx="0" cy="0"/>
        </a:xfrm>
      </p:grpSpPr>
      <p:sp>
        <p:nvSpPr>
          <p:cNvPr id="55" name="Google Shape;55;p14"/>
          <p:cNvSpPr/>
          <p:nvPr/>
        </p:nvSpPr>
        <p:spPr>
          <a:xfrm flipH="1">
            <a:off x="8246400" y="4245925"/>
            <a:ext cx="897600" cy="897600"/>
          </a:xfrm>
          <a:prstGeom prst="rtTriangle">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 name="Google Shape;56;p14"/>
          <p:cNvSpPr/>
          <p:nvPr/>
        </p:nvSpPr>
        <p:spPr>
          <a:xfrm flipH="1">
            <a:off x="8246400" y="4245875"/>
            <a:ext cx="897600" cy="897600"/>
          </a:xfrm>
          <a:prstGeom prst="round1Rect">
            <a:avLst>
              <a:gd name="adj" fmla="val 16667"/>
            </a:avLst>
          </a:prstGeom>
          <a:solidFill>
            <a:schemeClr val="lt1">
              <a:alpha val="680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 name="Google Shape;57;p14"/>
          <p:cNvSpPr txBox="1">
            <a:spLocks noGrp="1"/>
          </p:cNvSpPr>
          <p:nvPr>
            <p:ph type="ctrTitle"/>
          </p:nvPr>
        </p:nvSpPr>
        <p:spPr>
          <a:xfrm>
            <a:off x="390525" y="1819275"/>
            <a:ext cx="8222100" cy="933600"/>
          </a:xfrm>
          <a:prstGeom prst="rect">
            <a:avLst/>
          </a:prstGeom>
        </p:spPr>
        <p:txBody>
          <a:bodyPr spcFirstLastPara="1" wrap="square" lIns="91425" tIns="91425" rIns="91425" bIns="91425" anchor="b" anchorCtr="0"/>
          <a:lstStyle>
            <a:lvl1pPr lvl="0" rtl="0">
              <a:spcBef>
                <a:spcPts val="0"/>
              </a:spcBef>
              <a:spcAft>
                <a:spcPts val="0"/>
              </a:spcAft>
              <a:buSzPts val="4800"/>
              <a:buNone/>
              <a:defRPr sz="4800"/>
            </a:lvl1pPr>
            <a:lvl2pPr lvl="1" rtl="0">
              <a:spcBef>
                <a:spcPts val="0"/>
              </a:spcBef>
              <a:spcAft>
                <a:spcPts val="0"/>
              </a:spcAft>
              <a:buSzPts val="4800"/>
              <a:buNone/>
              <a:defRPr sz="4800"/>
            </a:lvl2pPr>
            <a:lvl3pPr lvl="2" rtl="0">
              <a:spcBef>
                <a:spcPts val="0"/>
              </a:spcBef>
              <a:spcAft>
                <a:spcPts val="0"/>
              </a:spcAft>
              <a:buSzPts val="4800"/>
              <a:buNone/>
              <a:defRPr sz="4800"/>
            </a:lvl3pPr>
            <a:lvl4pPr lvl="3" rtl="0">
              <a:spcBef>
                <a:spcPts val="0"/>
              </a:spcBef>
              <a:spcAft>
                <a:spcPts val="0"/>
              </a:spcAft>
              <a:buSzPts val="4800"/>
              <a:buNone/>
              <a:defRPr sz="4800"/>
            </a:lvl4pPr>
            <a:lvl5pPr lvl="4" rtl="0">
              <a:spcBef>
                <a:spcPts val="0"/>
              </a:spcBef>
              <a:spcAft>
                <a:spcPts val="0"/>
              </a:spcAft>
              <a:buSzPts val="4800"/>
              <a:buNone/>
              <a:defRPr sz="4800"/>
            </a:lvl5pPr>
            <a:lvl6pPr lvl="5" rtl="0">
              <a:spcBef>
                <a:spcPts val="0"/>
              </a:spcBef>
              <a:spcAft>
                <a:spcPts val="0"/>
              </a:spcAft>
              <a:buSzPts val="4800"/>
              <a:buNone/>
              <a:defRPr sz="4800"/>
            </a:lvl6pPr>
            <a:lvl7pPr lvl="6" rtl="0">
              <a:spcBef>
                <a:spcPts val="0"/>
              </a:spcBef>
              <a:spcAft>
                <a:spcPts val="0"/>
              </a:spcAft>
              <a:buSzPts val="4800"/>
              <a:buNone/>
              <a:defRPr sz="4800"/>
            </a:lvl7pPr>
            <a:lvl8pPr lvl="7" rtl="0">
              <a:spcBef>
                <a:spcPts val="0"/>
              </a:spcBef>
              <a:spcAft>
                <a:spcPts val="0"/>
              </a:spcAft>
              <a:buSzPts val="4800"/>
              <a:buNone/>
              <a:defRPr sz="4800"/>
            </a:lvl8pPr>
            <a:lvl9pPr lvl="8" rtl="0">
              <a:spcBef>
                <a:spcPts val="0"/>
              </a:spcBef>
              <a:spcAft>
                <a:spcPts val="0"/>
              </a:spcAft>
              <a:buSzPts val="4800"/>
              <a:buNone/>
              <a:defRPr sz="4800"/>
            </a:lvl9pPr>
          </a:lstStyle>
          <a:p>
            <a:endParaRPr/>
          </a:p>
        </p:txBody>
      </p:sp>
      <p:sp>
        <p:nvSpPr>
          <p:cNvPr id="58" name="Google Shape;58;p14"/>
          <p:cNvSpPr txBox="1">
            <a:spLocks noGrp="1"/>
          </p:cNvSpPr>
          <p:nvPr>
            <p:ph type="subTitle" idx="1"/>
          </p:nvPr>
        </p:nvSpPr>
        <p:spPr>
          <a:xfrm>
            <a:off x="390525" y="2789130"/>
            <a:ext cx="8222100" cy="432900"/>
          </a:xfrm>
          <a:prstGeom prst="rect">
            <a:avLst/>
          </a:prstGeom>
        </p:spPr>
        <p:txBody>
          <a:bodyPr spcFirstLastPara="1" wrap="square" lIns="91425" tIns="91425" rIns="91425" bIns="91425" anchor="t" anchorCtr="0"/>
          <a:lstStyle>
            <a:lvl1pPr lvl="0" rtl="0">
              <a:lnSpc>
                <a:spcPct val="100000"/>
              </a:lnSpc>
              <a:spcBef>
                <a:spcPts val="0"/>
              </a:spcBef>
              <a:spcAft>
                <a:spcPts val="0"/>
              </a:spcAft>
              <a:buClr>
                <a:schemeClr val="lt1"/>
              </a:buClr>
              <a:buSzPts val="1800"/>
              <a:buNone/>
              <a:defRPr>
                <a:solidFill>
                  <a:schemeClr val="lt1"/>
                </a:solidFill>
              </a:defRPr>
            </a:lvl1pPr>
            <a:lvl2pPr lvl="1" rtl="0">
              <a:lnSpc>
                <a:spcPct val="100000"/>
              </a:lnSpc>
              <a:spcBef>
                <a:spcPts val="0"/>
              </a:spcBef>
              <a:spcAft>
                <a:spcPts val="0"/>
              </a:spcAft>
              <a:buClr>
                <a:schemeClr val="lt1"/>
              </a:buClr>
              <a:buSzPts val="1800"/>
              <a:buNone/>
              <a:defRPr sz="1800">
                <a:solidFill>
                  <a:schemeClr val="lt1"/>
                </a:solidFill>
              </a:defRPr>
            </a:lvl2pPr>
            <a:lvl3pPr lvl="2" rtl="0">
              <a:lnSpc>
                <a:spcPct val="100000"/>
              </a:lnSpc>
              <a:spcBef>
                <a:spcPts val="0"/>
              </a:spcBef>
              <a:spcAft>
                <a:spcPts val="0"/>
              </a:spcAft>
              <a:buClr>
                <a:schemeClr val="lt1"/>
              </a:buClr>
              <a:buSzPts val="1800"/>
              <a:buNone/>
              <a:defRPr sz="1800">
                <a:solidFill>
                  <a:schemeClr val="lt1"/>
                </a:solidFill>
              </a:defRPr>
            </a:lvl3pPr>
            <a:lvl4pPr lvl="3" rtl="0">
              <a:lnSpc>
                <a:spcPct val="100000"/>
              </a:lnSpc>
              <a:spcBef>
                <a:spcPts val="0"/>
              </a:spcBef>
              <a:spcAft>
                <a:spcPts val="0"/>
              </a:spcAft>
              <a:buClr>
                <a:schemeClr val="lt1"/>
              </a:buClr>
              <a:buSzPts val="1800"/>
              <a:buNone/>
              <a:defRPr sz="1800">
                <a:solidFill>
                  <a:schemeClr val="lt1"/>
                </a:solidFill>
              </a:defRPr>
            </a:lvl4pPr>
            <a:lvl5pPr lvl="4" rtl="0">
              <a:lnSpc>
                <a:spcPct val="100000"/>
              </a:lnSpc>
              <a:spcBef>
                <a:spcPts val="0"/>
              </a:spcBef>
              <a:spcAft>
                <a:spcPts val="0"/>
              </a:spcAft>
              <a:buClr>
                <a:schemeClr val="lt1"/>
              </a:buClr>
              <a:buSzPts val="1800"/>
              <a:buNone/>
              <a:defRPr sz="1800">
                <a:solidFill>
                  <a:schemeClr val="lt1"/>
                </a:solidFill>
              </a:defRPr>
            </a:lvl5pPr>
            <a:lvl6pPr lvl="5" rtl="0">
              <a:lnSpc>
                <a:spcPct val="100000"/>
              </a:lnSpc>
              <a:spcBef>
                <a:spcPts val="0"/>
              </a:spcBef>
              <a:spcAft>
                <a:spcPts val="0"/>
              </a:spcAft>
              <a:buClr>
                <a:schemeClr val="lt1"/>
              </a:buClr>
              <a:buSzPts val="1800"/>
              <a:buNone/>
              <a:defRPr sz="1800">
                <a:solidFill>
                  <a:schemeClr val="lt1"/>
                </a:solidFill>
              </a:defRPr>
            </a:lvl6pPr>
            <a:lvl7pPr lvl="6" rtl="0">
              <a:lnSpc>
                <a:spcPct val="100000"/>
              </a:lnSpc>
              <a:spcBef>
                <a:spcPts val="0"/>
              </a:spcBef>
              <a:spcAft>
                <a:spcPts val="0"/>
              </a:spcAft>
              <a:buClr>
                <a:schemeClr val="lt1"/>
              </a:buClr>
              <a:buSzPts val="1800"/>
              <a:buNone/>
              <a:defRPr sz="1800">
                <a:solidFill>
                  <a:schemeClr val="lt1"/>
                </a:solidFill>
              </a:defRPr>
            </a:lvl7pPr>
            <a:lvl8pPr lvl="7" rtl="0">
              <a:lnSpc>
                <a:spcPct val="100000"/>
              </a:lnSpc>
              <a:spcBef>
                <a:spcPts val="0"/>
              </a:spcBef>
              <a:spcAft>
                <a:spcPts val="0"/>
              </a:spcAft>
              <a:buClr>
                <a:schemeClr val="lt1"/>
              </a:buClr>
              <a:buSzPts val="1800"/>
              <a:buNone/>
              <a:defRPr sz="1800">
                <a:solidFill>
                  <a:schemeClr val="lt1"/>
                </a:solidFill>
              </a:defRPr>
            </a:lvl8pPr>
            <a:lvl9pPr lvl="8" rtl="0">
              <a:lnSpc>
                <a:spcPct val="100000"/>
              </a:lnSpc>
              <a:spcBef>
                <a:spcPts val="0"/>
              </a:spcBef>
              <a:spcAft>
                <a:spcPts val="0"/>
              </a:spcAft>
              <a:buClr>
                <a:schemeClr val="lt1"/>
              </a:buClr>
              <a:buSzPts val="1800"/>
              <a:buNone/>
              <a:defRPr sz="1800">
                <a:solidFill>
                  <a:schemeClr val="lt1"/>
                </a:solidFill>
              </a:defRPr>
            </a:lvl9pPr>
          </a:lstStyle>
          <a:p>
            <a:endParaRPr/>
          </a:p>
        </p:txBody>
      </p:sp>
      <p:sp>
        <p:nvSpPr>
          <p:cNvPr id="59" name="Google Shape;59;p14"/>
          <p:cNvSpPr txBox="1">
            <a:spLocks noGrp="1"/>
          </p:cNvSpPr>
          <p:nvPr>
            <p:ph type="sldNum" idx="12"/>
          </p:nvPr>
        </p:nvSpPr>
        <p:spPr>
          <a:xfrm>
            <a:off x="8523541" y="4695623"/>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60"/>
        <p:cNvGrpSpPr/>
        <p:nvPr/>
      </p:nvGrpSpPr>
      <p:grpSpPr>
        <a:xfrm>
          <a:off x="0" y="0"/>
          <a:ext cx="0" cy="0"/>
          <a:chOff x="0" y="0"/>
          <a:chExt cx="0" cy="0"/>
        </a:xfrm>
      </p:grpSpPr>
      <p:sp>
        <p:nvSpPr>
          <p:cNvPr id="61" name="Google Shape;61;p15"/>
          <p:cNvSpPr txBox="1">
            <a:spLocks noGrp="1"/>
          </p:cNvSpPr>
          <p:nvPr>
            <p:ph type="title"/>
          </p:nvPr>
        </p:nvSpPr>
        <p:spPr>
          <a:xfrm>
            <a:off x="460950" y="2065350"/>
            <a:ext cx="8222100" cy="1012800"/>
          </a:xfrm>
          <a:prstGeom prst="rect">
            <a:avLst/>
          </a:prstGeom>
        </p:spPr>
        <p:txBody>
          <a:bodyPr spcFirstLastPara="1" wrap="square" lIns="91425" tIns="91425" rIns="91425" bIns="91425" anchor="ctr" anchorCtr="0"/>
          <a:lstStyle>
            <a:lvl1pPr lvl="0" rtl="0">
              <a:spcBef>
                <a:spcPts val="0"/>
              </a:spcBef>
              <a:spcAft>
                <a:spcPts val="0"/>
              </a:spcAft>
              <a:buSzPts val="4200"/>
              <a:buNone/>
              <a:defRPr sz="4200"/>
            </a:lvl1pPr>
            <a:lvl2pPr lvl="1" rtl="0">
              <a:spcBef>
                <a:spcPts val="0"/>
              </a:spcBef>
              <a:spcAft>
                <a:spcPts val="0"/>
              </a:spcAft>
              <a:buSzPts val="4200"/>
              <a:buNone/>
              <a:defRPr sz="4200"/>
            </a:lvl2pPr>
            <a:lvl3pPr lvl="2" rtl="0">
              <a:spcBef>
                <a:spcPts val="0"/>
              </a:spcBef>
              <a:spcAft>
                <a:spcPts val="0"/>
              </a:spcAft>
              <a:buSzPts val="4200"/>
              <a:buNone/>
              <a:defRPr sz="4200"/>
            </a:lvl3pPr>
            <a:lvl4pPr lvl="3" rtl="0">
              <a:spcBef>
                <a:spcPts val="0"/>
              </a:spcBef>
              <a:spcAft>
                <a:spcPts val="0"/>
              </a:spcAft>
              <a:buSzPts val="4200"/>
              <a:buNone/>
              <a:defRPr sz="4200"/>
            </a:lvl4pPr>
            <a:lvl5pPr lvl="4" rtl="0">
              <a:spcBef>
                <a:spcPts val="0"/>
              </a:spcBef>
              <a:spcAft>
                <a:spcPts val="0"/>
              </a:spcAft>
              <a:buSzPts val="4200"/>
              <a:buNone/>
              <a:defRPr sz="4200"/>
            </a:lvl5pPr>
            <a:lvl6pPr lvl="5" rtl="0">
              <a:spcBef>
                <a:spcPts val="0"/>
              </a:spcBef>
              <a:spcAft>
                <a:spcPts val="0"/>
              </a:spcAft>
              <a:buSzPts val="4200"/>
              <a:buNone/>
              <a:defRPr sz="4200"/>
            </a:lvl6pPr>
            <a:lvl7pPr lvl="6" rtl="0">
              <a:spcBef>
                <a:spcPts val="0"/>
              </a:spcBef>
              <a:spcAft>
                <a:spcPts val="0"/>
              </a:spcAft>
              <a:buSzPts val="4200"/>
              <a:buNone/>
              <a:defRPr sz="4200"/>
            </a:lvl7pPr>
            <a:lvl8pPr lvl="7" rtl="0">
              <a:spcBef>
                <a:spcPts val="0"/>
              </a:spcBef>
              <a:spcAft>
                <a:spcPts val="0"/>
              </a:spcAft>
              <a:buSzPts val="4200"/>
              <a:buNone/>
              <a:defRPr sz="4200"/>
            </a:lvl8pPr>
            <a:lvl9pPr lvl="8" rtl="0">
              <a:spcBef>
                <a:spcPts val="0"/>
              </a:spcBef>
              <a:spcAft>
                <a:spcPts val="0"/>
              </a:spcAft>
              <a:buSzPts val="4200"/>
              <a:buNone/>
              <a:defRPr sz="4200"/>
            </a:lvl9pPr>
          </a:lstStyle>
          <a:p>
            <a:endParaRPr/>
          </a:p>
        </p:txBody>
      </p:sp>
      <p:sp>
        <p:nvSpPr>
          <p:cNvPr id="62" name="Google Shape;62;p15"/>
          <p:cNvSpPr txBox="1">
            <a:spLocks noGrp="1"/>
          </p:cNvSpPr>
          <p:nvPr>
            <p:ph type="sldNum" idx="12"/>
          </p:nvPr>
        </p:nvSpPr>
        <p:spPr>
          <a:xfrm>
            <a:off x="8523541" y="4695623"/>
            <a:ext cx="548700" cy="393600"/>
          </a:xfrm>
          <a:prstGeom prst="rect">
            <a:avLst/>
          </a:prstGeom>
        </p:spPr>
        <p:txBody>
          <a:bodyPr spcFirstLastPara="1" wrap="square" lIns="91425" tIns="91425" rIns="91425" bIns="91425" anchor="ctr" anchorCtr="0">
            <a:no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63"/>
        <p:cNvGrpSpPr/>
        <p:nvPr/>
      </p:nvGrpSpPr>
      <p:grpSpPr>
        <a:xfrm>
          <a:off x="0" y="0"/>
          <a:ext cx="0" cy="0"/>
          <a:chOff x="0" y="0"/>
          <a:chExt cx="0" cy="0"/>
        </a:xfrm>
      </p:grpSpPr>
      <p:sp>
        <p:nvSpPr>
          <p:cNvPr id="64" name="Google Shape;64;p16"/>
          <p:cNvSpPr/>
          <p:nvPr/>
        </p:nvSpPr>
        <p:spPr>
          <a:xfrm rot="10800000" flipH="1">
            <a:off x="0" y="1686000"/>
            <a:ext cx="9144000" cy="3457500"/>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 name="Google Shape;65;p16"/>
          <p:cNvSpPr/>
          <p:nvPr/>
        </p:nvSpPr>
        <p:spPr>
          <a:xfrm>
            <a:off x="0" y="1686000"/>
            <a:ext cx="91440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 name="Google Shape;66;p16"/>
          <p:cNvSpPr txBox="1">
            <a:spLocks noGrp="1"/>
          </p:cNvSpPr>
          <p:nvPr>
            <p:ph type="title"/>
          </p:nvPr>
        </p:nvSpPr>
        <p:spPr>
          <a:xfrm>
            <a:off x="471900" y="738725"/>
            <a:ext cx="8222100" cy="767700"/>
          </a:xfrm>
          <a:prstGeom prst="rect">
            <a:avLst/>
          </a:prstGeom>
        </p:spPr>
        <p:txBody>
          <a:bodyPr spcFirstLastPara="1" wrap="square" lIns="91425" tIns="91425" rIns="91425" bIns="91425" anchor="b" anchorCtr="0"/>
          <a:lstStyle>
            <a:lvl1pPr lvl="0" rtl="0">
              <a:spcBef>
                <a:spcPts val="0"/>
              </a:spcBef>
              <a:spcAft>
                <a:spcPts val="0"/>
              </a:spcAft>
              <a:buSzPts val="3200"/>
              <a:buNone/>
              <a:defRPr/>
            </a:lvl1pPr>
            <a:lvl2pPr lvl="1" rtl="0">
              <a:spcBef>
                <a:spcPts val="0"/>
              </a:spcBef>
              <a:spcAft>
                <a:spcPts val="0"/>
              </a:spcAft>
              <a:buSzPts val="3200"/>
              <a:buNone/>
              <a:defRPr/>
            </a:lvl2pPr>
            <a:lvl3pPr lvl="2" rtl="0">
              <a:spcBef>
                <a:spcPts val="0"/>
              </a:spcBef>
              <a:spcAft>
                <a:spcPts val="0"/>
              </a:spcAft>
              <a:buSzPts val="3200"/>
              <a:buNone/>
              <a:defRPr/>
            </a:lvl3pPr>
            <a:lvl4pPr lvl="3" rtl="0">
              <a:spcBef>
                <a:spcPts val="0"/>
              </a:spcBef>
              <a:spcAft>
                <a:spcPts val="0"/>
              </a:spcAft>
              <a:buSzPts val="3200"/>
              <a:buNone/>
              <a:defRPr/>
            </a:lvl4pPr>
            <a:lvl5pPr lvl="4" rtl="0">
              <a:spcBef>
                <a:spcPts val="0"/>
              </a:spcBef>
              <a:spcAft>
                <a:spcPts val="0"/>
              </a:spcAft>
              <a:buSzPts val="3200"/>
              <a:buNone/>
              <a:defRPr/>
            </a:lvl5pPr>
            <a:lvl6pPr lvl="5" rtl="0">
              <a:spcBef>
                <a:spcPts val="0"/>
              </a:spcBef>
              <a:spcAft>
                <a:spcPts val="0"/>
              </a:spcAft>
              <a:buSzPts val="3200"/>
              <a:buNone/>
              <a:defRPr/>
            </a:lvl6pPr>
            <a:lvl7pPr lvl="6" rtl="0">
              <a:spcBef>
                <a:spcPts val="0"/>
              </a:spcBef>
              <a:spcAft>
                <a:spcPts val="0"/>
              </a:spcAft>
              <a:buSzPts val="3200"/>
              <a:buNone/>
              <a:defRPr/>
            </a:lvl7pPr>
            <a:lvl8pPr lvl="7" rtl="0">
              <a:spcBef>
                <a:spcPts val="0"/>
              </a:spcBef>
              <a:spcAft>
                <a:spcPts val="0"/>
              </a:spcAft>
              <a:buSzPts val="3200"/>
              <a:buNone/>
              <a:defRPr/>
            </a:lvl8pPr>
            <a:lvl9pPr lvl="8" rtl="0">
              <a:spcBef>
                <a:spcPts val="0"/>
              </a:spcBef>
              <a:spcAft>
                <a:spcPts val="0"/>
              </a:spcAft>
              <a:buSzPts val="3200"/>
              <a:buNone/>
              <a:defRPr/>
            </a:lvl9pPr>
          </a:lstStyle>
          <a:p>
            <a:endParaRPr/>
          </a:p>
        </p:txBody>
      </p:sp>
      <p:sp>
        <p:nvSpPr>
          <p:cNvPr id="67" name="Google Shape;67;p16"/>
          <p:cNvSpPr txBox="1">
            <a:spLocks noGrp="1"/>
          </p:cNvSpPr>
          <p:nvPr>
            <p:ph type="body" idx="1"/>
          </p:nvPr>
        </p:nvSpPr>
        <p:spPr>
          <a:xfrm>
            <a:off x="471900" y="1919075"/>
            <a:ext cx="8222100" cy="2710200"/>
          </a:xfrm>
          <a:prstGeom prst="rect">
            <a:avLst/>
          </a:prstGeom>
        </p:spPr>
        <p:txBody>
          <a:bodyPr spcFirstLastPara="1" wrap="square" lIns="91425" tIns="91425" rIns="91425" bIns="91425" anchor="t" anchorCtr="0"/>
          <a:lstStyle>
            <a:lvl1pPr marL="457200" lvl="0" indent="-342900" rtl="0">
              <a:spcBef>
                <a:spcPts val="0"/>
              </a:spcBef>
              <a:spcAft>
                <a:spcPts val="0"/>
              </a:spcAft>
              <a:buSzPts val="1800"/>
              <a:buChar char="●"/>
              <a:defRPr/>
            </a:lvl1pPr>
            <a:lvl2pPr marL="914400" lvl="1" indent="-317500" rtl="0">
              <a:spcBef>
                <a:spcPts val="1600"/>
              </a:spcBef>
              <a:spcAft>
                <a:spcPts val="0"/>
              </a:spcAft>
              <a:buSzPts val="1400"/>
              <a:buChar char="○"/>
              <a:defRPr/>
            </a:lvl2pPr>
            <a:lvl3pPr marL="1371600" lvl="2" indent="-317500" rtl="0">
              <a:spcBef>
                <a:spcPts val="1600"/>
              </a:spcBef>
              <a:spcAft>
                <a:spcPts val="0"/>
              </a:spcAft>
              <a:buSzPts val="1400"/>
              <a:buChar char="■"/>
              <a:defRPr/>
            </a:lvl3pPr>
            <a:lvl4pPr marL="1828800" lvl="3" indent="-317500" rtl="0">
              <a:spcBef>
                <a:spcPts val="1600"/>
              </a:spcBef>
              <a:spcAft>
                <a:spcPts val="0"/>
              </a:spcAft>
              <a:buSzPts val="1400"/>
              <a:buChar char="●"/>
              <a:defRPr/>
            </a:lvl4pPr>
            <a:lvl5pPr marL="2286000" lvl="4" indent="-317500" rtl="0">
              <a:spcBef>
                <a:spcPts val="1600"/>
              </a:spcBef>
              <a:spcAft>
                <a:spcPts val="0"/>
              </a:spcAft>
              <a:buSzPts val="1400"/>
              <a:buChar char="○"/>
              <a:defRPr/>
            </a:lvl5pPr>
            <a:lvl6pPr marL="2743200" lvl="5" indent="-317500" rtl="0">
              <a:spcBef>
                <a:spcPts val="1600"/>
              </a:spcBef>
              <a:spcAft>
                <a:spcPts val="0"/>
              </a:spcAft>
              <a:buSzPts val="1400"/>
              <a:buChar char="■"/>
              <a:defRPr/>
            </a:lvl6pPr>
            <a:lvl7pPr marL="3200400" lvl="6" indent="-317500" rtl="0">
              <a:spcBef>
                <a:spcPts val="1600"/>
              </a:spcBef>
              <a:spcAft>
                <a:spcPts val="0"/>
              </a:spcAft>
              <a:buSzPts val="1400"/>
              <a:buChar char="●"/>
              <a:defRPr/>
            </a:lvl7pPr>
            <a:lvl8pPr marL="3657600" lvl="7" indent="-317500" rtl="0">
              <a:spcBef>
                <a:spcPts val="1600"/>
              </a:spcBef>
              <a:spcAft>
                <a:spcPts val="0"/>
              </a:spcAft>
              <a:buSzPts val="1400"/>
              <a:buChar char="○"/>
              <a:defRPr/>
            </a:lvl8pPr>
            <a:lvl9pPr marL="4114800" lvl="8" indent="-317500" rtl="0">
              <a:spcBef>
                <a:spcPts val="1600"/>
              </a:spcBef>
              <a:spcAft>
                <a:spcPts val="1600"/>
              </a:spcAft>
              <a:buSzPts val="1400"/>
              <a:buChar char="■"/>
              <a:defRPr/>
            </a:lvl9pPr>
          </a:lstStyle>
          <a:p>
            <a:endParaRPr/>
          </a:p>
        </p:txBody>
      </p:sp>
      <p:sp>
        <p:nvSpPr>
          <p:cNvPr id="68" name="Google Shape;68;p16"/>
          <p:cNvSpPr txBox="1">
            <a:spLocks noGrp="1"/>
          </p:cNvSpPr>
          <p:nvPr>
            <p:ph type="sldNum" idx="12"/>
          </p:nvPr>
        </p:nvSpPr>
        <p:spPr>
          <a:xfrm>
            <a:off x="8523541" y="4695623"/>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69"/>
        <p:cNvGrpSpPr/>
        <p:nvPr/>
      </p:nvGrpSpPr>
      <p:grpSpPr>
        <a:xfrm>
          <a:off x="0" y="0"/>
          <a:ext cx="0" cy="0"/>
          <a:chOff x="0" y="0"/>
          <a:chExt cx="0" cy="0"/>
        </a:xfrm>
      </p:grpSpPr>
      <p:sp>
        <p:nvSpPr>
          <p:cNvPr id="70" name="Google Shape;70;p17"/>
          <p:cNvSpPr/>
          <p:nvPr/>
        </p:nvSpPr>
        <p:spPr>
          <a:xfrm rot="10800000" flipH="1">
            <a:off x="0" y="1686000"/>
            <a:ext cx="9144000" cy="3457500"/>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 name="Google Shape;71;p17"/>
          <p:cNvSpPr/>
          <p:nvPr/>
        </p:nvSpPr>
        <p:spPr>
          <a:xfrm>
            <a:off x="0" y="1686000"/>
            <a:ext cx="91440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 name="Google Shape;72;p17"/>
          <p:cNvSpPr txBox="1">
            <a:spLocks noGrp="1"/>
          </p:cNvSpPr>
          <p:nvPr>
            <p:ph type="title"/>
          </p:nvPr>
        </p:nvSpPr>
        <p:spPr>
          <a:xfrm>
            <a:off x="471900" y="738725"/>
            <a:ext cx="8222100" cy="767700"/>
          </a:xfrm>
          <a:prstGeom prst="rect">
            <a:avLst/>
          </a:prstGeom>
        </p:spPr>
        <p:txBody>
          <a:bodyPr spcFirstLastPara="1" wrap="square" lIns="91425" tIns="91425" rIns="91425" bIns="91425" anchor="b" anchorCtr="0"/>
          <a:lstStyle>
            <a:lvl1pPr lvl="0" rtl="0">
              <a:spcBef>
                <a:spcPts val="0"/>
              </a:spcBef>
              <a:spcAft>
                <a:spcPts val="0"/>
              </a:spcAft>
              <a:buSzPts val="3200"/>
              <a:buNone/>
              <a:defRPr/>
            </a:lvl1pPr>
            <a:lvl2pPr lvl="1" rtl="0">
              <a:spcBef>
                <a:spcPts val="0"/>
              </a:spcBef>
              <a:spcAft>
                <a:spcPts val="0"/>
              </a:spcAft>
              <a:buSzPts val="3200"/>
              <a:buNone/>
              <a:defRPr/>
            </a:lvl2pPr>
            <a:lvl3pPr lvl="2" rtl="0">
              <a:spcBef>
                <a:spcPts val="0"/>
              </a:spcBef>
              <a:spcAft>
                <a:spcPts val="0"/>
              </a:spcAft>
              <a:buSzPts val="3200"/>
              <a:buNone/>
              <a:defRPr/>
            </a:lvl3pPr>
            <a:lvl4pPr lvl="3" rtl="0">
              <a:spcBef>
                <a:spcPts val="0"/>
              </a:spcBef>
              <a:spcAft>
                <a:spcPts val="0"/>
              </a:spcAft>
              <a:buSzPts val="3200"/>
              <a:buNone/>
              <a:defRPr/>
            </a:lvl4pPr>
            <a:lvl5pPr lvl="4" rtl="0">
              <a:spcBef>
                <a:spcPts val="0"/>
              </a:spcBef>
              <a:spcAft>
                <a:spcPts val="0"/>
              </a:spcAft>
              <a:buSzPts val="3200"/>
              <a:buNone/>
              <a:defRPr/>
            </a:lvl5pPr>
            <a:lvl6pPr lvl="5" rtl="0">
              <a:spcBef>
                <a:spcPts val="0"/>
              </a:spcBef>
              <a:spcAft>
                <a:spcPts val="0"/>
              </a:spcAft>
              <a:buSzPts val="3200"/>
              <a:buNone/>
              <a:defRPr/>
            </a:lvl6pPr>
            <a:lvl7pPr lvl="6" rtl="0">
              <a:spcBef>
                <a:spcPts val="0"/>
              </a:spcBef>
              <a:spcAft>
                <a:spcPts val="0"/>
              </a:spcAft>
              <a:buSzPts val="3200"/>
              <a:buNone/>
              <a:defRPr/>
            </a:lvl7pPr>
            <a:lvl8pPr lvl="7" rtl="0">
              <a:spcBef>
                <a:spcPts val="0"/>
              </a:spcBef>
              <a:spcAft>
                <a:spcPts val="0"/>
              </a:spcAft>
              <a:buSzPts val="3200"/>
              <a:buNone/>
              <a:defRPr/>
            </a:lvl8pPr>
            <a:lvl9pPr lvl="8" rtl="0">
              <a:spcBef>
                <a:spcPts val="0"/>
              </a:spcBef>
              <a:spcAft>
                <a:spcPts val="0"/>
              </a:spcAft>
              <a:buSzPts val="3200"/>
              <a:buNone/>
              <a:defRPr/>
            </a:lvl9pPr>
          </a:lstStyle>
          <a:p>
            <a:endParaRPr/>
          </a:p>
        </p:txBody>
      </p:sp>
      <p:sp>
        <p:nvSpPr>
          <p:cNvPr id="73" name="Google Shape;73;p17"/>
          <p:cNvSpPr txBox="1">
            <a:spLocks noGrp="1"/>
          </p:cNvSpPr>
          <p:nvPr>
            <p:ph type="body" idx="1"/>
          </p:nvPr>
        </p:nvSpPr>
        <p:spPr>
          <a:xfrm>
            <a:off x="471900" y="1919075"/>
            <a:ext cx="3999900" cy="2710200"/>
          </a:xfrm>
          <a:prstGeom prst="rect">
            <a:avLst/>
          </a:prstGeom>
        </p:spPr>
        <p:txBody>
          <a:bodyPr spcFirstLastPara="1" wrap="square" lIns="91425" tIns="91425" rIns="91425" bIns="91425" anchor="t" anchorCtr="0"/>
          <a:lstStyle>
            <a:lvl1pPr marL="457200" lvl="0" indent="-317500" rtl="0">
              <a:spcBef>
                <a:spcPts val="0"/>
              </a:spcBef>
              <a:spcAft>
                <a:spcPts val="0"/>
              </a:spcAft>
              <a:buSzPts val="1400"/>
              <a:buChar char="●"/>
              <a:defRPr sz="1400"/>
            </a:lvl1pPr>
            <a:lvl2pPr marL="914400" lvl="1" indent="-304800" rtl="0">
              <a:spcBef>
                <a:spcPts val="1600"/>
              </a:spcBef>
              <a:spcAft>
                <a:spcPts val="0"/>
              </a:spcAft>
              <a:buSzPts val="1200"/>
              <a:buChar char="○"/>
              <a:defRPr sz="1200"/>
            </a:lvl2pPr>
            <a:lvl3pPr marL="1371600" lvl="2" indent="-304800" rtl="0">
              <a:spcBef>
                <a:spcPts val="1600"/>
              </a:spcBef>
              <a:spcAft>
                <a:spcPts val="0"/>
              </a:spcAft>
              <a:buSzPts val="1200"/>
              <a:buChar char="■"/>
              <a:defRPr sz="1200"/>
            </a:lvl3pPr>
            <a:lvl4pPr marL="1828800" lvl="3" indent="-304800" rtl="0">
              <a:spcBef>
                <a:spcPts val="1600"/>
              </a:spcBef>
              <a:spcAft>
                <a:spcPts val="0"/>
              </a:spcAft>
              <a:buSzPts val="1200"/>
              <a:buChar char="●"/>
              <a:defRPr sz="1200"/>
            </a:lvl4pPr>
            <a:lvl5pPr marL="2286000" lvl="4" indent="-304800" rtl="0">
              <a:spcBef>
                <a:spcPts val="1600"/>
              </a:spcBef>
              <a:spcAft>
                <a:spcPts val="0"/>
              </a:spcAft>
              <a:buSzPts val="1200"/>
              <a:buChar char="○"/>
              <a:defRPr sz="1200"/>
            </a:lvl5pPr>
            <a:lvl6pPr marL="2743200" lvl="5" indent="-304800" rtl="0">
              <a:spcBef>
                <a:spcPts val="1600"/>
              </a:spcBef>
              <a:spcAft>
                <a:spcPts val="0"/>
              </a:spcAft>
              <a:buSzPts val="1200"/>
              <a:buChar char="■"/>
              <a:defRPr sz="1200"/>
            </a:lvl6pPr>
            <a:lvl7pPr marL="3200400" lvl="6" indent="-304800" rtl="0">
              <a:spcBef>
                <a:spcPts val="1600"/>
              </a:spcBef>
              <a:spcAft>
                <a:spcPts val="0"/>
              </a:spcAft>
              <a:buSzPts val="1200"/>
              <a:buChar char="●"/>
              <a:defRPr sz="1200"/>
            </a:lvl7pPr>
            <a:lvl8pPr marL="3657600" lvl="7" indent="-304800" rtl="0">
              <a:spcBef>
                <a:spcPts val="1600"/>
              </a:spcBef>
              <a:spcAft>
                <a:spcPts val="0"/>
              </a:spcAft>
              <a:buSzPts val="1200"/>
              <a:buChar char="○"/>
              <a:defRPr sz="1200"/>
            </a:lvl8pPr>
            <a:lvl9pPr marL="4114800" lvl="8" indent="-304800" rtl="0">
              <a:spcBef>
                <a:spcPts val="1600"/>
              </a:spcBef>
              <a:spcAft>
                <a:spcPts val="1600"/>
              </a:spcAft>
              <a:buSzPts val="1200"/>
              <a:buChar char="■"/>
              <a:defRPr sz="1200"/>
            </a:lvl9pPr>
          </a:lstStyle>
          <a:p>
            <a:endParaRPr/>
          </a:p>
        </p:txBody>
      </p:sp>
      <p:sp>
        <p:nvSpPr>
          <p:cNvPr id="74" name="Google Shape;74;p17"/>
          <p:cNvSpPr txBox="1">
            <a:spLocks noGrp="1"/>
          </p:cNvSpPr>
          <p:nvPr>
            <p:ph type="body" idx="2"/>
          </p:nvPr>
        </p:nvSpPr>
        <p:spPr>
          <a:xfrm>
            <a:off x="4694250" y="1919075"/>
            <a:ext cx="3999900" cy="2710200"/>
          </a:xfrm>
          <a:prstGeom prst="rect">
            <a:avLst/>
          </a:prstGeom>
        </p:spPr>
        <p:txBody>
          <a:bodyPr spcFirstLastPara="1" wrap="square" lIns="91425" tIns="91425" rIns="91425" bIns="91425" anchor="t" anchorCtr="0"/>
          <a:lstStyle>
            <a:lvl1pPr marL="457200" lvl="0" indent="-317500" rtl="0">
              <a:spcBef>
                <a:spcPts val="0"/>
              </a:spcBef>
              <a:spcAft>
                <a:spcPts val="0"/>
              </a:spcAft>
              <a:buSzPts val="1400"/>
              <a:buChar char="●"/>
              <a:defRPr sz="1400"/>
            </a:lvl1pPr>
            <a:lvl2pPr marL="914400" lvl="1" indent="-304800" rtl="0">
              <a:spcBef>
                <a:spcPts val="1600"/>
              </a:spcBef>
              <a:spcAft>
                <a:spcPts val="0"/>
              </a:spcAft>
              <a:buSzPts val="1200"/>
              <a:buChar char="○"/>
              <a:defRPr sz="1200"/>
            </a:lvl2pPr>
            <a:lvl3pPr marL="1371600" lvl="2" indent="-304800" rtl="0">
              <a:spcBef>
                <a:spcPts val="1600"/>
              </a:spcBef>
              <a:spcAft>
                <a:spcPts val="0"/>
              </a:spcAft>
              <a:buSzPts val="1200"/>
              <a:buChar char="■"/>
              <a:defRPr sz="1200"/>
            </a:lvl3pPr>
            <a:lvl4pPr marL="1828800" lvl="3" indent="-304800" rtl="0">
              <a:spcBef>
                <a:spcPts val="1600"/>
              </a:spcBef>
              <a:spcAft>
                <a:spcPts val="0"/>
              </a:spcAft>
              <a:buSzPts val="1200"/>
              <a:buChar char="●"/>
              <a:defRPr sz="1200"/>
            </a:lvl4pPr>
            <a:lvl5pPr marL="2286000" lvl="4" indent="-304800" rtl="0">
              <a:spcBef>
                <a:spcPts val="1600"/>
              </a:spcBef>
              <a:spcAft>
                <a:spcPts val="0"/>
              </a:spcAft>
              <a:buSzPts val="1200"/>
              <a:buChar char="○"/>
              <a:defRPr sz="1200"/>
            </a:lvl5pPr>
            <a:lvl6pPr marL="2743200" lvl="5" indent="-304800" rtl="0">
              <a:spcBef>
                <a:spcPts val="1600"/>
              </a:spcBef>
              <a:spcAft>
                <a:spcPts val="0"/>
              </a:spcAft>
              <a:buSzPts val="1200"/>
              <a:buChar char="■"/>
              <a:defRPr sz="1200"/>
            </a:lvl6pPr>
            <a:lvl7pPr marL="3200400" lvl="6" indent="-304800" rtl="0">
              <a:spcBef>
                <a:spcPts val="1600"/>
              </a:spcBef>
              <a:spcAft>
                <a:spcPts val="0"/>
              </a:spcAft>
              <a:buSzPts val="1200"/>
              <a:buChar char="●"/>
              <a:defRPr sz="1200"/>
            </a:lvl7pPr>
            <a:lvl8pPr marL="3657600" lvl="7" indent="-304800" rtl="0">
              <a:spcBef>
                <a:spcPts val="1600"/>
              </a:spcBef>
              <a:spcAft>
                <a:spcPts val="0"/>
              </a:spcAft>
              <a:buSzPts val="1200"/>
              <a:buChar char="○"/>
              <a:defRPr sz="1200"/>
            </a:lvl8pPr>
            <a:lvl9pPr marL="4114800" lvl="8" indent="-304800" rtl="0">
              <a:spcBef>
                <a:spcPts val="1600"/>
              </a:spcBef>
              <a:spcAft>
                <a:spcPts val="1600"/>
              </a:spcAft>
              <a:buSzPts val="1200"/>
              <a:buChar char="■"/>
              <a:defRPr sz="1200"/>
            </a:lvl9pPr>
          </a:lstStyle>
          <a:p>
            <a:endParaRPr/>
          </a:p>
        </p:txBody>
      </p:sp>
      <p:sp>
        <p:nvSpPr>
          <p:cNvPr id="75" name="Google Shape;75;p17"/>
          <p:cNvSpPr txBox="1">
            <a:spLocks noGrp="1"/>
          </p:cNvSpPr>
          <p:nvPr>
            <p:ph type="sldNum" idx="12"/>
          </p:nvPr>
        </p:nvSpPr>
        <p:spPr>
          <a:xfrm>
            <a:off x="8523541" y="4695623"/>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76"/>
        <p:cNvGrpSpPr/>
        <p:nvPr/>
      </p:nvGrpSpPr>
      <p:grpSpPr>
        <a:xfrm>
          <a:off x="0" y="0"/>
          <a:ext cx="0" cy="0"/>
          <a:chOff x="0" y="0"/>
          <a:chExt cx="0" cy="0"/>
        </a:xfrm>
      </p:grpSpPr>
      <p:sp>
        <p:nvSpPr>
          <p:cNvPr id="77" name="Google Shape;77;p18"/>
          <p:cNvSpPr/>
          <p:nvPr/>
        </p:nvSpPr>
        <p:spPr>
          <a:xfrm rot="10800000" flipH="1">
            <a:off x="0" y="656400"/>
            <a:ext cx="9144000" cy="4487100"/>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 name="Google Shape;78;p18"/>
          <p:cNvSpPr/>
          <p:nvPr/>
        </p:nvSpPr>
        <p:spPr>
          <a:xfrm>
            <a:off x="0" y="656350"/>
            <a:ext cx="91440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 name="Google Shape;79;p18"/>
          <p:cNvSpPr txBox="1">
            <a:spLocks noGrp="1"/>
          </p:cNvSpPr>
          <p:nvPr>
            <p:ph type="title"/>
          </p:nvPr>
        </p:nvSpPr>
        <p:spPr>
          <a:xfrm>
            <a:off x="98250" y="16350"/>
            <a:ext cx="8826600" cy="602700"/>
          </a:xfrm>
          <a:prstGeom prst="rect">
            <a:avLst/>
          </a:prstGeom>
        </p:spPr>
        <p:txBody>
          <a:bodyPr spcFirstLastPara="1" wrap="square" lIns="91425" tIns="91425" rIns="91425" bIns="91425" anchor="ctr" anchorCtr="0"/>
          <a:lstStyle>
            <a:lvl1pPr lvl="0" rtl="0">
              <a:spcBef>
                <a:spcPts val="0"/>
              </a:spcBef>
              <a:spcAft>
                <a:spcPts val="0"/>
              </a:spcAft>
              <a:buSzPts val="1800"/>
              <a:buNone/>
              <a:defRPr sz="1800"/>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a:endParaRPr/>
          </a:p>
        </p:txBody>
      </p:sp>
      <p:sp>
        <p:nvSpPr>
          <p:cNvPr id="80" name="Google Shape;80;p18"/>
          <p:cNvSpPr txBox="1">
            <a:spLocks noGrp="1"/>
          </p:cNvSpPr>
          <p:nvPr>
            <p:ph type="sldNum" idx="12"/>
          </p:nvPr>
        </p:nvSpPr>
        <p:spPr>
          <a:xfrm>
            <a:off x="8523541" y="4695623"/>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87"/>
        <p:cNvGrpSpPr/>
        <p:nvPr/>
      </p:nvGrpSpPr>
      <p:grpSpPr>
        <a:xfrm>
          <a:off x="0" y="0"/>
          <a:ext cx="0" cy="0"/>
          <a:chOff x="0" y="0"/>
          <a:chExt cx="0" cy="0"/>
        </a:xfrm>
      </p:grpSpPr>
      <p:sp>
        <p:nvSpPr>
          <p:cNvPr id="88" name="Google Shape;88;p20"/>
          <p:cNvSpPr txBox="1">
            <a:spLocks noGrp="1"/>
          </p:cNvSpPr>
          <p:nvPr>
            <p:ph type="title"/>
          </p:nvPr>
        </p:nvSpPr>
        <p:spPr>
          <a:xfrm>
            <a:off x="490250" y="488250"/>
            <a:ext cx="6227100" cy="4090800"/>
          </a:xfrm>
          <a:prstGeom prst="rect">
            <a:avLst/>
          </a:prstGeom>
        </p:spPr>
        <p:txBody>
          <a:bodyPr spcFirstLastPara="1" wrap="square" lIns="91425" tIns="91425" rIns="91425" bIns="91425" anchor="ctr" anchorCtr="0"/>
          <a:lstStyle>
            <a:lvl1pPr lvl="0" rtl="0">
              <a:spcBef>
                <a:spcPts val="0"/>
              </a:spcBef>
              <a:spcAft>
                <a:spcPts val="0"/>
              </a:spcAft>
              <a:buSzPts val="6000"/>
              <a:buNone/>
              <a:defRPr sz="6000"/>
            </a:lvl1pPr>
            <a:lvl2pPr lvl="1" rtl="0">
              <a:spcBef>
                <a:spcPts val="0"/>
              </a:spcBef>
              <a:spcAft>
                <a:spcPts val="0"/>
              </a:spcAft>
              <a:buSzPts val="6000"/>
              <a:buNone/>
              <a:defRPr sz="6000"/>
            </a:lvl2pPr>
            <a:lvl3pPr lvl="2" rtl="0">
              <a:spcBef>
                <a:spcPts val="0"/>
              </a:spcBef>
              <a:spcAft>
                <a:spcPts val="0"/>
              </a:spcAft>
              <a:buSzPts val="6000"/>
              <a:buNone/>
              <a:defRPr sz="6000"/>
            </a:lvl3pPr>
            <a:lvl4pPr lvl="3" rtl="0">
              <a:spcBef>
                <a:spcPts val="0"/>
              </a:spcBef>
              <a:spcAft>
                <a:spcPts val="0"/>
              </a:spcAft>
              <a:buSzPts val="6000"/>
              <a:buNone/>
              <a:defRPr sz="6000"/>
            </a:lvl4pPr>
            <a:lvl5pPr lvl="4" rtl="0">
              <a:spcBef>
                <a:spcPts val="0"/>
              </a:spcBef>
              <a:spcAft>
                <a:spcPts val="0"/>
              </a:spcAft>
              <a:buSzPts val="6000"/>
              <a:buNone/>
              <a:defRPr sz="6000"/>
            </a:lvl5pPr>
            <a:lvl6pPr lvl="5" rtl="0">
              <a:spcBef>
                <a:spcPts val="0"/>
              </a:spcBef>
              <a:spcAft>
                <a:spcPts val="0"/>
              </a:spcAft>
              <a:buSzPts val="6000"/>
              <a:buNone/>
              <a:defRPr sz="6000"/>
            </a:lvl6pPr>
            <a:lvl7pPr lvl="6" rtl="0">
              <a:spcBef>
                <a:spcPts val="0"/>
              </a:spcBef>
              <a:spcAft>
                <a:spcPts val="0"/>
              </a:spcAft>
              <a:buSzPts val="6000"/>
              <a:buNone/>
              <a:defRPr sz="6000"/>
            </a:lvl7pPr>
            <a:lvl8pPr lvl="7" rtl="0">
              <a:spcBef>
                <a:spcPts val="0"/>
              </a:spcBef>
              <a:spcAft>
                <a:spcPts val="0"/>
              </a:spcAft>
              <a:buSzPts val="6000"/>
              <a:buNone/>
              <a:defRPr sz="6000"/>
            </a:lvl8pPr>
            <a:lvl9pPr lvl="8" rtl="0">
              <a:spcBef>
                <a:spcPts val="0"/>
              </a:spcBef>
              <a:spcAft>
                <a:spcPts val="0"/>
              </a:spcAft>
              <a:buSzPts val="6000"/>
              <a:buNone/>
              <a:defRPr sz="6000"/>
            </a:lvl9pPr>
          </a:lstStyle>
          <a:p>
            <a:endParaRPr/>
          </a:p>
        </p:txBody>
      </p:sp>
      <p:sp>
        <p:nvSpPr>
          <p:cNvPr id="89" name="Google Shape;89;p20"/>
          <p:cNvSpPr txBox="1">
            <a:spLocks noGrp="1"/>
          </p:cNvSpPr>
          <p:nvPr>
            <p:ph type="sldNum" idx="12"/>
          </p:nvPr>
        </p:nvSpPr>
        <p:spPr>
          <a:xfrm>
            <a:off x="8523541" y="4695623"/>
            <a:ext cx="548700" cy="393600"/>
          </a:xfrm>
          <a:prstGeom prst="rect">
            <a:avLst/>
          </a:prstGeom>
        </p:spPr>
        <p:txBody>
          <a:bodyPr spcFirstLastPara="1" wrap="square" lIns="91425" tIns="91425" rIns="91425" bIns="91425" anchor="ctr" anchorCtr="0">
            <a:no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97"/>
        <p:cNvGrpSpPr/>
        <p:nvPr/>
      </p:nvGrpSpPr>
      <p:grpSpPr>
        <a:xfrm>
          <a:off x="0" y="0"/>
          <a:ext cx="0" cy="0"/>
          <a:chOff x="0" y="0"/>
          <a:chExt cx="0" cy="0"/>
        </a:xfrm>
      </p:grpSpPr>
      <p:sp>
        <p:nvSpPr>
          <p:cNvPr id="98" name="Google Shape;98;p22"/>
          <p:cNvSpPr txBox="1"/>
          <p:nvPr/>
        </p:nvSpPr>
        <p:spPr>
          <a:xfrm rot="10800000" flipH="1">
            <a:off x="0" y="0"/>
            <a:ext cx="9144000" cy="4695900"/>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 name="Google Shape;99;p22"/>
          <p:cNvSpPr/>
          <p:nvPr/>
        </p:nvSpPr>
        <p:spPr>
          <a:xfrm rot="10800000" flipH="1">
            <a:off x="0" y="4622725"/>
            <a:ext cx="9144000" cy="741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 name="Google Shape;100;p22"/>
          <p:cNvSpPr txBox="1">
            <a:spLocks noGrp="1"/>
          </p:cNvSpPr>
          <p:nvPr>
            <p:ph type="body" idx="1"/>
          </p:nvPr>
        </p:nvSpPr>
        <p:spPr>
          <a:xfrm>
            <a:off x="57150" y="4696825"/>
            <a:ext cx="8382000" cy="446700"/>
          </a:xfrm>
          <a:prstGeom prst="rect">
            <a:avLst/>
          </a:prstGeom>
        </p:spPr>
        <p:txBody>
          <a:bodyPr spcFirstLastPara="1" wrap="square" lIns="91425" tIns="91425" rIns="91425" bIns="91425" anchor="ctr" anchorCtr="0"/>
          <a:lstStyle>
            <a:lvl1pPr marL="457200" lvl="0" indent="-228600" rtl="0">
              <a:lnSpc>
                <a:spcPct val="100000"/>
              </a:lnSpc>
              <a:spcBef>
                <a:spcPts val="0"/>
              </a:spcBef>
              <a:spcAft>
                <a:spcPts val="0"/>
              </a:spcAft>
              <a:buClr>
                <a:schemeClr val="lt1"/>
              </a:buClr>
              <a:buSzPts val="1200"/>
              <a:buNone/>
              <a:defRPr sz="1200">
                <a:solidFill>
                  <a:schemeClr val="lt1"/>
                </a:solidFill>
              </a:defRPr>
            </a:lvl1pPr>
          </a:lstStyle>
          <a:p>
            <a:endParaRPr/>
          </a:p>
        </p:txBody>
      </p:sp>
      <p:sp>
        <p:nvSpPr>
          <p:cNvPr id="101" name="Google Shape;101;p22"/>
          <p:cNvSpPr txBox="1">
            <a:spLocks noGrp="1"/>
          </p:cNvSpPr>
          <p:nvPr>
            <p:ph type="sldNum" idx="12"/>
          </p:nvPr>
        </p:nvSpPr>
        <p:spPr>
          <a:xfrm>
            <a:off x="8523541" y="4695623"/>
            <a:ext cx="548700" cy="393600"/>
          </a:xfrm>
          <a:prstGeom prst="rect">
            <a:avLst/>
          </a:prstGeom>
        </p:spPr>
        <p:txBody>
          <a:bodyPr spcFirstLastPara="1" wrap="square" lIns="91425" tIns="91425" rIns="91425" bIns="91425" anchor="ctr" anchorCtr="0">
            <a:no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102"/>
        <p:cNvGrpSpPr/>
        <p:nvPr/>
      </p:nvGrpSpPr>
      <p:grpSpPr>
        <a:xfrm>
          <a:off x="0" y="0"/>
          <a:ext cx="0" cy="0"/>
          <a:chOff x="0" y="0"/>
          <a:chExt cx="0" cy="0"/>
        </a:xfrm>
      </p:grpSpPr>
      <p:sp>
        <p:nvSpPr>
          <p:cNvPr id="103" name="Google Shape;103;p23"/>
          <p:cNvSpPr txBox="1">
            <a:spLocks noGrp="1"/>
          </p:cNvSpPr>
          <p:nvPr>
            <p:ph type="title" hasCustomPrompt="1"/>
          </p:nvPr>
        </p:nvSpPr>
        <p:spPr>
          <a:xfrm>
            <a:off x="475500" y="1258525"/>
            <a:ext cx="8222100" cy="1963500"/>
          </a:xfrm>
          <a:prstGeom prst="rect">
            <a:avLst/>
          </a:prstGeom>
        </p:spPr>
        <p:txBody>
          <a:bodyPr spcFirstLastPara="1" wrap="square" lIns="91425" tIns="91425" rIns="91425" bIns="91425" anchor="b" anchorCtr="0"/>
          <a:lstStyle>
            <a:lvl1pPr lvl="0" algn="ctr" rtl="0">
              <a:spcBef>
                <a:spcPts val="0"/>
              </a:spcBef>
              <a:spcAft>
                <a:spcPts val="0"/>
              </a:spcAft>
              <a:buClr>
                <a:schemeClr val="dk2"/>
              </a:buClr>
              <a:buSzPts val="12000"/>
              <a:buNone/>
              <a:defRPr sz="12000">
                <a:solidFill>
                  <a:schemeClr val="dk2"/>
                </a:solidFill>
              </a:defRPr>
            </a:lvl1pPr>
            <a:lvl2pPr lvl="1" algn="ctr" rtl="0">
              <a:spcBef>
                <a:spcPts val="0"/>
              </a:spcBef>
              <a:spcAft>
                <a:spcPts val="0"/>
              </a:spcAft>
              <a:buClr>
                <a:schemeClr val="dk2"/>
              </a:buClr>
              <a:buSzPts val="12000"/>
              <a:buNone/>
              <a:defRPr sz="12000">
                <a:solidFill>
                  <a:schemeClr val="dk2"/>
                </a:solidFill>
              </a:defRPr>
            </a:lvl2pPr>
            <a:lvl3pPr lvl="2" algn="ctr" rtl="0">
              <a:spcBef>
                <a:spcPts val="0"/>
              </a:spcBef>
              <a:spcAft>
                <a:spcPts val="0"/>
              </a:spcAft>
              <a:buClr>
                <a:schemeClr val="dk2"/>
              </a:buClr>
              <a:buSzPts val="12000"/>
              <a:buNone/>
              <a:defRPr sz="12000">
                <a:solidFill>
                  <a:schemeClr val="dk2"/>
                </a:solidFill>
              </a:defRPr>
            </a:lvl3pPr>
            <a:lvl4pPr lvl="3" algn="ctr" rtl="0">
              <a:spcBef>
                <a:spcPts val="0"/>
              </a:spcBef>
              <a:spcAft>
                <a:spcPts val="0"/>
              </a:spcAft>
              <a:buClr>
                <a:schemeClr val="dk2"/>
              </a:buClr>
              <a:buSzPts val="12000"/>
              <a:buNone/>
              <a:defRPr sz="12000">
                <a:solidFill>
                  <a:schemeClr val="dk2"/>
                </a:solidFill>
              </a:defRPr>
            </a:lvl4pPr>
            <a:lvl5pPr lvl="4" algn="ctr" rtl="0">
              <a:spcBef>
                <a:spcPts val="0"/>
              </a:spcBef>
              <a:spcAft>
                <a:spcPts val="0"/>
              </a:spcAft>
              <a:buClr>
                <a:schemeClr val="dk2"/>
              </a:buClr>
              <a:buSzPts val="12000"/>
              <a:buNone/>
              <a:defRPr sz="12000">
                <a:solidFill>
                  <a:schemeClr val="dk2"/>
                </a:solidFill>
              </a:defRPr>
            </a:lvl5pPr>
            <a:lvl6pPr lvl="5" algn="ctr" rtl="0">
              <a:spcBef>
                <a:spcPts val="0"/>
              </a:spcBef>
              <a:spcAft>
                <a:spcPts val="0"/>
              </a:spcAft>
              <a:buClr>
                <a:schemeClr val="dk2"/>
              </a:buClr>
              <a:buSzPts val="12000"/>
              <a:buNone/>
              <a:defRPr sz="12000">
                <a:solidFill>
                  <a:schemeClr val="dk2"/>
                </a:solidFill>
              </a:defRPr>
            </a:lvl6pPr>
            <a:lvl7pPr lvl="6" algn="ctr" rtl="0">
              <a:spcBef>
                <a:spcPts val="0"/>
              </a:spcBef>
              <a:spcAft>
                <a:spcPts val="0"/>
              </a:spcAft>
              <a:buClr>
                <a:schemeClr val="dk2"/>
              </a:buClr>
              <a:buSzPts val="12000"/>
              <a:buNone/>
              <a:defRPr sz="12000">
                <a:solidFill>
                  <a:schemeClr val="dk2"/>
                </a:solidFill>
              </a:defRPr>
            </a:lvl7pPr>
            <a:lvl8pPr lvl="7" algn="ctr" rtl="0">
              <a:spcBef>
                <a:spcPts val="0"/>
              </a:spcBef>
              <a:spcAft>
                <a:spcPts val="0"/>
              </a:spcAft>
              <a:buClr>
                <a:schemeClr val="dk2"/>
              </a:buClr>
              <a:buSzPts val="12000"/>
              <a:buNone/>
              <a:defRPr sz="12000">
                <a:solidFill>
                  <a:schemeClr val="dk2"/>
                </a:solidFill>
              </a:defRPr>
            </a:lvl8pPr>
            <a:lvl9pPr lvl="8" algn="ctr" rtl="0">
              <a:spcBef>
                <a:spcPts val="0"/>
              </a:spcBef>
              <a:spcAft>
                <a:spcPts val="0"/>
              </a:spcAft>
              <a:buClr>
                <a:schemeClr val="dk2"/>
              </a:buClr>
              <a:buSzPts val="12000"/>
              <a:buNone/>
              <a:defRPr sz="12000">
                <a:solidFill>
                  <a:schemeClr val="dk2"/>
                </a:solidFill>
              </a:defRPr>
            </a:lvl9pPr>
          </a:lstStyle>
          <a:p>
            <a:r>
              <a:t>xx%</a:t>
            </a:r>
          </a:p>
        </p:txBody>
      </p:sp>
      <p:sp>
        <p:nvSpPr>
          <p:cNvPr id="104" name="Google Shape;104;p23"/>
          <p:cNvSpPr txBox="1">
            <a:spLocks noGrp="1"/>
          </p:cNvSpPr>
          <p:nvPr>
            <p:ph type="body" idx="1"/>
          </p:nvPr>
        </p:nvSpPr>
        <p:spPr>
          <a:xfrm>
            <a:off x="475500" y="3304625"/>
            <a:ext cx="8222100" cy="1300800"/>
          </a:xfrm>
          <a:prstGeom prst="rect">
            <a:avLst/>
          </a:prstGeom>
        </p:spPr>
        <p:txBody>
          <a:bodyPr spcFirstLastPara="1" wrap="square" lIns="91425" tIns="91425" rIns="91425" bIns="91425" anchor="t" anchorCtr="0"/>
          <a:lstStyle>
            <a:lvl1pPr marL="457200" lvl="0" indent="-342900" algn="ctr" rtl="0">
              <a:spcBef>
                <a:spcPts val="0"/>
              </a:spcBef>
              <a:spcAft>
                <a:spcPts val="0"/>
              </a:spcAft>
              <a:buSzPts val="1800"/>
              <a:buChar char="●"/>
              <a:defRPr/>
            </a:lvl1pPr>
            <a:lvl2pPr marL="914400" lvl="1" indent="-317500" algn="ctr" rtl="0">
              <a:spcBef>
                <a:spcPts val="1600"/>
              </a:spcBef>
              <a:spcAft>
                <a:spcPts val="0"/>
              </a:spcAft>
              <a:buSzPts val="1400"/>
              <a:buChar char="○"/>
              <a:defRPr/>
            </a:lvl2pPr>
            <a:lvl3pPr marL="1371600" lvl="2" indent="-317500" algn="ctr" rtl="0">
              <a:spcBef>
                <a:spcPts val="1600"/>
              </a:spcBef>
              <a:spcAft>
                <a:spcPts val="0"/>
              </a:spcAft>
              <a:buSzPts val="1400"/>
              <a:buChar char="■"/>
              <a:defRPr/>
            </a:lvl3pPr>
            <a:lvl4pPr marL="1828800" lvl="3" indent="-317500" algn="ctr" rtl="0">
              <a:spcBef>
                <a:spcPts val="1600"/>
              </a:spcBef>
              <a:spcAft>
                <a:spcPts val="0"/>
              </a:spcAft>
              <a:buSzPts val="1400"/>
              <a:buChar char="●"/>
              <a:defRPr/>
            </a:lvl4pPr>
            <a:lvl5pPr marL="2286000" lvl="4" indent="-317500" algn="ctr" rtl="0">
              <a:spcBef>
                <a:spcPts val="1600"/>
              </a:spcBef>
              <a:spcAft>
                <a:spcPts val="0"/>
              </a:spcAft>
              <a:buSzPts val="1400"/>
              <a:buChar char="○"/>
              <a:defRPr/>
            </a:lvl5pPr>
            <a:lvl6pPr marL="2743200" lvl="5" indent="-317500" algn="ctr" rtl="0">
              <a:spcBef>
                <a:spcPts val="1600"/>
              </a:spcBef>
              <a:spcAft>
                <a:spcPts val="0"/>
              </a:spcAft>
              <a:buSzPts val="1400"/>
              <a:buChar char="■"/>
              <a:defRPr/>
            </a:lvl6pPr>
            <a:lvl7pPr marL="3200400" lvl="6" indent="-317500" algn="ctr" rtl="0">
              <a:spcBef>
                <a:spcPts val="1600"/>
              </a:spcBef>
              <a:spcAft>
                <a:spcPts val="0"/>
              </a:spcAft>
              <a:buSzPts val="1400"/>
              <a:buChar char="●"/>
              <a:defRPr/>
            </a:lvl7pPr>
            <a:lvl8pPr marL="3657600" lvl="7" indent="-317500" algn="ctr" rtl="0">
              <a:spcBef>
                <a:spcPts val="1600"/>
              </a:spcBef>
              <a:spcAft>
                <a:spcPts val="0"/>
              </a:spcAft>
              <a:buSzPts val="1400"/>
              <a:buChar char="○"/>
              <a:defRPr/>
            </a:lvl8pPr>
            <a:lvl9pPr marL="4114800" lvl="8" indent="-317500" algn="ctr" rtl="0">
              <a:spcBef>
                <a:spcPts val="1600"/>
              </a:spcBef>
              <a:spcAft>
                <a:spcPts val="1600"/>
              </a:spcAft>
              <a:buSzPts val="1400"/>
              <a:buChar char="■"/>
              <a:defRPr/>
            </a:lvl9pPr>
          </a:lstStyle>
          <a:p>
            <a:endParaRPr/>
          </a:p>
        </p:txBody>
      </p:sp>
      <p:sp>
        <p:nvSpPr>
          <p:cNvPr id="105" name="Google Shape;105;p23"/>
          <p:cNvSpPr txBox="1">
            <a:spLocks noGrp="1"/>
          </p:cNvSpPr>
          <p:nvPr>
            <p:ph type="sldNum" idx="12"/>
          </p:nvPr>
        </p:nvSpPr>
        <p:spPr>
          <a:xfrm>
            <a:off x="8523541" y="4695623"/>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06"/>
        <p:cNvGrpSpPr/>
        <p:nvPr/>
      </p:nvGrpSpPr>
      <p:grpSpPr>
        <a:xfrm>
          <a:off x="0" y="0"/>
          <a:ext cx="0" cy="0"/>
          <a:chOff x="0" y="0"/>
          <a:chExt cx="0" cy="0"/>
        </a:xfrm>
      </p:grpSpPr>
      <p:sp>
        <p:nvSpPr>
          <p:cNvPr id="107" name="Google Shape;107;p24"/>
          <p:cNvSpPr txBox="1">
            <a:spLocks noGrp="1"/>
          </p:cNvSpPr>
          <p:nvPr>
            <p:ph type="sldNum" idx="12"/>
          </p:nvPr>
        </p:nvSpPr>
        <p:spPr>
          <a:xfrm>
            <a:off x="8523541" y="4695623"/>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5" Type="http://schemas.openxmlformats.org/officeDocument/2006/relationships/slideLayout" Target="../slideLayouts/slideLayout16.xml"/><Relationship Id="rId10" Type="http://schemas.openxmlformats.org/officeDocument/2006/relationships/theme" Target="../theme/theme2.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1600"/>
              </a:spcBef>
              <a:spcAft>
                <a:spcPts val="0"/>
              </a:spcAft>
              <a:buClr>
                <a:schemeClr val="dk2"/>
              </a:buClr>
              <a:buSzPts val="1400"/>
              <a:buChar char="○"/>
              <a:defRPr>
                <a:solidFill>
                  <a:schemeClr val="dk2"/>
                </a:solidFill>
              </a:defRPr>
            </a:lvl2pPr>
            <a:lvl3pPr marL="1371600" lvl="2" indent="-317500">
              <a:lnSpc>
                <a:spcPct val="115000"/>
              </a:lnSpc>
              <a:spcBef>
                <a:spcPts val="1600"/>
              </a:spcBef>
              <a:spcAft>
                <a:spcPts val="0"/>
              </a:spcAft>
              <a:buClr>
                <a:schemeClr val="dk2"/>
              </a:buClr>
              <a:buSzPts val="1400"/>
              <a:buChar char="■"/>
              <a:defRPr>
                <a:solidFill>
                  <a:schemeClr val="dk2"/>
                </a:solidFill>
              </a:defRPr>
            </a:lvl3pPr>
            <a:lvl4pPr marL="1828800" lvl="3" indent="-317500">
              <a:lnSpc>
                <a:spcPct val="115000"/>
              </a:lnSpc>
              <a:spcBef>
                <a:spcPts val="1600"/>
              </a:spcBef>
              <a:spcAft>
                <a:spcPts val="0"/>
              </a:spcAft>
              <a:buClr>
                <a:schemeClr val="dk2"/>
              </a:buClr>
              <a:buSzPts val="1400"/>
              <a:buChar char="●"/>
              <a:defRPr>
                <a:solidFill>
                  <a:schemeClr val="dk2"/>
                </a:solidFill>
              </a:defRPr>
            </a:lvl4pPr>
            <a:lvl5pPr marL="2286000" lvl="4" indent="-317500">
              <a:lnSpc>
                <a:spcPct val="115000"/>
              </a:lnSpc>
              <a:spcBef>
                <a:spcPts val="1600"/>
              </a:spcBef>
              <a:spcAft>
                <a:spcPts val="0"/>
              </a:spcAft>
              <a:buClr>
                <a:schemeClr val="dk2"/>
              </a:buClr>
              <a:buSzPts val="1400"/>
              <a:buChar char="○"/>
              <a:defRPr>
                <a:solidFill>
                  <a:schemeClr val="dk2"/>
                </a:solidFill>
              </a:defRPr>
            </a:lvl5pPr>
            <a:lvl6pPr marL="2743200" lvl="5" indent="-317500">
              <a:lnSpc>
                <a:spcPct val="115000"/>
              </a:lnSpc>
              <a:spcBef>
                <a:spcPts val="1600"/>
              </a:spcBef>
              <a:spcAft>
                <a:spcPts val="0"/>
              </a:spcAft>
              <a:buClr>
                <a:schemeClr val="dk2"/>
              </a:buClr>
              <a:buSzPts val="1400"/>
              <a:buChar char="■"/>
              <a:defRPr>
                <a:solidFill>
                  <a:schemeClr val="dk2"/>
                </a:solidFill>
              </a:defRPr>
            </a:lvl6pPr>
            <a:lvl7pPr marL="3200400" lvl="6" indent="-317500">
              <a:lnSpc>
                <a:spcPct val="115000"/>
              </a:lnSpc>
              <a:spcBef>
                <a:spcPts val="1600"/>
              </a:spcBef>
              <a:spcAft>
                <a:spcPts val="0"/>
              </a:spcAft>
              <a:buClr>
                <a:schemeClr val="dk2"/>
              </a:buClr>
              <a:buSzPts val="1400"/>
              <a:buChar char="●"/>
              <a:defRPr>
                <a:solidFill>
                  <a:schemeClr val="dk2"/>
                </a:solidFill>
              </a:defRPr>
            </a:lvl7pPr>
            <a:lvl8pPr marL="3657600" lvl="7" indent="-317500">
              <a:lnSpc>
                <a:spcPct val="115000"/>
              </a:lnSpc>
              <a:spcBef>
                <a:spcPts val="1600"/>
              </a:spcBef>
              <a:spcAft>
                <a:spcPts val="0"/>
              </a:spcAft>
              <a:buClr>
                <a:schemeClr val="dk2"/>
              </a:buClr>
              <a:buSzPts val="1400"/>
              <a:buChar char="○"/>
              <a:defRPr>
                <a:solidFill>
                  <a:schemeClr val="dk2"/>
                </a:solidFill>
              </a:defRPr>
            </a:lvl8pPr>
            <a:lvl9pPr marL="4114800" lvl="8" indent="-317500">
              <a:lnSpc>
                <a:spcPct val="115000"/>
              </a:lnSpc>
              <a:spcBef>
                <a:spcPts val="1600"/>
              </a:spcBef>
              <a:spcAft>
                <a:spcPts val="160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name="material">
    <p:bg>
      <p:bgPr>
        <a:solidFill>
          <a:srgbClr val="27AE60"/>
        </a:solidFill>
        <a:effectLst/>
      </p:bgPr>
    </p:bg>
    <p:spTree>
      <p:nvGrpSpPr>
        <p:cNvPr id="1" name="Shape 50"/>
        <p:cNvGrpSpPr/>
        <p:nvPr/>
      </p:nvGrpSpPr>
      <p:grpSpPr>
        <a:xfrm>
          <a:off x="0" y="0"/>
          <a:ext cx="0" cy="0"/>
          <a:chOff x="0" y="0"/>
          <a:chExt cx="0" cy="0"/>
        </a:xfrm>
      </p:grpSpPr>
      <p:sp>
        <p:nvSpPr>
          <p:cNvPr id="51" name="Google Shape;51;p13"/>
          <p:cNvSpPr txBox="1">
            <a:spLocks noGrp="1"/>
          </p:cNvSpPr>
          <p:nvPr>
            <p:ph type="title"/>
          </p:nvPr>
        </p:nvSpPr>
        <p:spPr>
          <a:xfrm>
            <a:off x="471900" y="738725"/>
            <a:ext cx="8222100" cy="767700"/>
          </a:xfrm>
          <a:prstGeom prst="rect">
            <a:avLst/>
          </a:prstGeom>
          <a:noFill/>
          <a:ln>
            <a:noFill/>
          </a:ln>
        </p:spPr>
        <p:txBody>
          <a:bodyPr spcFirstLastPara="1" wrap="square" lIns="91425" tIns="91425" rIns="91425" bIns="91425" anchor="b" anchorCtr="0"/>
          <a:lstStyle>
            <a:lvl1pPr lvl="0" rtl="0">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1pPr>
            <a:lvl2pPr lvl="1" rtl="0">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2pPr>
            <a:lvl3pPr lvl="2" rtl="0">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3pPr>
            <a:lvl4pPr lvl="3" rtl="0">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4pPr>
            <a:lvl5pPr lvl="4" rtl="0">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5pPr>
            <a:lvl6pPr lvl="5" rtl="0">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6pPr>
            <a:lvl7pPr lvl="6" rtl="0">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7pPr>
            <a:lvl8pPr lvl="7" rtl="0">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8pPr>
            <a:lvl9pPr lvl="8" rtl="0">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9pPr>
          </a:lstStyle>
          <a:p>
            <a:endParaRPr/>
          </a:p>
        </p:txBody>
      </p:sp>
      <p:sp>
        <p:nvSpPr>
          <p:cNvPr id="52" name="Google Shape;52;p13"/>
          <p:cNvSpPr txBox="1">
            <a:spLocks noGrp="1"/>
          </p:cNvSpPr>
          <p:nvPr>
            <p:ph type="body" idx="1"/>
          </p:nvPr>
        </p:nvSpPr>
        <p:spPr>
          <a:xfrm>
            <a:off x="471900" y="1919075"/>
            <a:ext cx="8222100" cy="2710200"/>
          </a:xfrm>
          <a:prstGeom prst="rect">
            <a:avLst/>
          </a:prstGeom>
          <a:noFill/>
          <a:ln>
            <a:noFill/>
          </a:ln>
        </p:spPr>
        <p:txBody>
          <a:bodyPr spcFirstLastPara="1" wrap="square" lIns="91425" tIns="91425" rIns="91425" bIns="91425" anchor="t" anchorCtr="0"/>
          <a:lstStyle>
            <a:lvl1pPr marL="457200" lvl="0" indent="-342900" rtl="0">
              <a:lnSpc>
                <a:spcPct val="115000"/>
              </a:lnSpc>
              <a:spcBef>
                <a:spcPts val="0"/>
              </a:spcBef>
              <a:spcAft>
                <a:spcPts val="0"/>
              </a:spcAft>
              <a:buClr>
                <a:schemeClr val="lt2"/>
              </a:buClr>
              <a:buSzPts val="1800"/>
              <a:buFont typeface="Roboto"/>
              <a:buChar char="●"/>
              <a:defRPr sz="1800">
                <a:solidFill>
                  <a:schemeClr val="lt2"/>
                </a:solidFill>
                <a:latin typeface="Roboto"/>
                <a:ea typeface="Roboto"/>
                <a:cs typeface="Roboto"/>
                <a:sym typeface="Roboto"/>
              </a:defRPr>
            </a:lvl1pPr>
            <a:lvl2pPr marL="914400" lvl="1" indent="-317500" rtl="0">
              <a:lnSpc>
                <a:spcPct val="115000"/>
              </a:lnSpc>
              <a:spcBef>
                <a:spcPts val="1600"/>
              </a:spcBef>
              <a:spcAft>
                <a:spcPts val="0"/>
              </a:spcAft>
              <a:buClr>
                <a:schemeClr val="lt2"/>
              </a:buClr>
              <a:buSzPts val="1400"/>
              <a:buFont typeface="Roboto"/>
              <a:buChar char="○"/>
              <a:defRPr>
                <a:solidFill>
                  <a:schemeClr val="lt2"/>
                </a:solidFill>
                <a:latin typeface="Roboto"/>
                <a:ea typeface="Roboto"/>
                <a:cs typeface="Roboto"/>
                <a:sym typeface="Roboto"/>
              </a:defRPr>
            </a:lvl2pPr>
            <a:lvl3pPr marL="1371600" lvl="2" indent="-317500" rtl="0">
              <a:lnSpc>
                <a:spcPct val="115000"/>
              </a:lnSpc>
              <a:spcBef>
                <a:spcPts val="1600"/>
              </a:spcBef>
              <a:spcAft>
                <a:spcPts val="0"/>
              </a:spcAft>
              <a:buClr>
                <a:schemeClr val="lt2"/>
              </a:buClr>
              <a:buSzPts val="1400"/>
              <a:buFont typeface="Roboto"/>
              <a:buChar char="■"/>
              <a:defRPr>
                <a:solidFill>
                  <a:schemeClr val="lt2"/>
                </a:solidFill>
                <a:latin typeface="Roboto"/>
                <a:ea typeface="Roboto"/>
                <a:cs typeface="Roboto"/>
                <a:sym typeface="Roboto"/>
              </a:defRPr>
            </a:lvl3pPr>
            <a:lvl4pPr marL="1828800" lvl="3" indent="-317500" rtl="0">
              <a:lnSpc>
                <a:spcPct val="115000"/>
              </a:lnSpc>
              <a:spcBef>
                <a:spcPts val="1600"/>
              </a:spcBef>
              <a:spcAft>
                <a:spcPts val="0"/>
              </a:spcAft>
              <a:buClr>
                <a:schemeClr val="lt2"/>
              </a:buClr>
              <a:buSzPts val="1400"/>
              <a:buFont typeface="Roboto"/>
              <a:buChar char="●"/>
              <a:defRPr>
                <a:solidFill>
                  <a:schemeClr val="lt2"/>
                </a:solidFill>
                <a:latin typeface="Roboto"/>
                <a:ea typeface="Roboto"/>
                <a:cs typeface="Roboto"/>
                <a:sym typeface="Roboto"/>
              </a:defRPr>
            </a:lvl4pPr>
            <a:lvl5pPr marL="2286000" lvl="4" indent="-317500" rtl="0">
              <a:lnSpc>
                <a:spcPct val="115000"/>
              </a:lnSpc>
              <a:spcBef>
                <a:spcPts val="1600"/>
              </a:spcBef>
              <a:spcAft>
                <a:spcPts val="0"/>
              </a:spcAft>
              <a:buClr>
                <a:schemeClr val="lt2"/>
              </a:buClr>
              <a:buSzPts val="1400"/>
              <a:buFont typeface="Roboto"/>
              <a:buChar char="○"/>
              <a:defRPr>
                <a:solidFill>
                  <a:schemeClr val="lt2"/>
                </a:solidFill>
                <a:latin typeface="Roboto"/>
                <a:ea typeface="Roboto"/>
                <a:cs typeface="Roboto"/>
                <a:sym typeface="Roboto"/>
              </a:defRPr>
            </a:lvl5pPr>
            <a:lvl6pPr marL="2743200" lvl="5" indent="-317500" rtl="0">
              <a:lnSpc>
                <a:spcPct val="115000"/>
              </a:lnSpc>
              <a:spcBef>
                <a:spcPts val="1600"/>
              </a:spcBef>
              <a:spcAft>
                <a:spcPts val="0"/>
              </a:spcAft>
              <a:buClr>
                <a:schemeClr val="lt2"/>
              </a:buClr>
              <a:buSzPts val="1400"/>
              <a:buFont typeface="Roboto"/>
              <a:buChar char="■"/>
              <a:defRPr>
                <a:solidFill>
                  <a:schemeClr val="lt2"/>
                </a:solidFill>
                <a:latin typeface="Roboto"/>
                <a:ea typeface="Roboto"/>
                <a:cs typeface="Roboto"/>
                <a:sym typeface="Roboto"/>
              </a:defRPr>
            </a:lvl6pPr>
            <a:lvl7pPr marL="3200400" lvl="6" indent="-317500" rtl="0">
              <a:lnSpc>
                <a:spcPct val="115000"/>
              </a:lnSpc>
              <a:spcBef>
                <a:spcPts val="1600"/>
              </a:spcBef>
              <a:spcAft>
                <a:spcPts val="0"/>
              </a:spcAft>
              <a:buClr>
                <a:schemeClr val="lt2"/>
              </a:buClr>
              <a:buSzPts val="1400"/>
              <a:buFont typeface="Roboto"/>
              <a:buChar char="●"/>
              <a:defRPr>
                <a:solidFill>
                  <a:schemeClr val="lt2"/>
                </a:solidFill>
                <a:latin typeface="Roboto"/>
                <a:ea typeface="Roboto"/>
                <a:cs typeface="Roboto"/>
                <a:sym typeface="Roboto"/>
              </a:defRPr>
            </a:lvl7pPr>
            <a:lvl8pPr marL="3657600" lvl="7" indent="-317500" rtl="0">
              <a:lnSpc>
                <a:spcPct val="115000"/>
              </a:lnSpc>
              <a:spcBef>
                <a:spcPts val="1600"/>
              </a:spcBef>
              <a:spcAft>
                <a:spcPts val="0"/>
              </a:spcAft>
              <a:buClr>
                <a:schemeClr val="lt2"/>
              </a:buClr>
              <a:buSzPts val="1400"/>
              <a:buFont typeface="Roboto"/>
              <a:buChar char="○"/>
              <a:defRPr>
                <a:solidFill>
                  <a:schemeClr val="lt2"/>
                </a:solidFill>
                <a:latin typeface="Roboto"/>
                <a:ea typeface="Roboto"/>
                <a:cs typeface="Roboto"/>
                <a:sym typeface="Roboto"/>
              </a:defRPr>
            </a:lvl8pPr>
            <a:lvl9pPr marL="4114800" lvl="8" indent="-317500" rtl="0">
              <a:lnSpc>
                <a:spcPct val="115000"/>
              </a:lnSpc>
              <a:spcBef>
                <a:spcPts val="1600"/>
              </a:spcBef>
              <a:spcAft>
                <a:spcPts val="1600"/>
              </a:spcAft>
              <a:buClr>
                <a:schemeClr val="lt2"/>
              </a:buClr>
              <a:buSzPts val="1400"/>
              <a:buFont typeface="Roboto"/>
              <a:buChar char="■"/>
              <a:defRPr>
                <a:solidFill>
                  <a:schemeClr val="lt2"/>
                </a:solidFill>
                <a:latin typeface="Roboto"/>
                <a:ea typeface="Roboto"/>
                <a:cs typeface="Roboto"/>
                <a:sym typeface="Roboto"/>
              </a:defRPr>
            </a:lvl9pPr>
          </a:lstStyle>
          <a:p>
            <a:endParaRPr/>
          </a:p>
        </p:txBody>
      </p:sp>
      <p:sp>
        <p:nvSpPr>
          <p:cNvPr id="53" name="Google Shape;53;p13"/>
          <p:cNvSpPr txBox="1">
            <a:spLocks noGrp="1"/>
          </p:cNvSpPr>
          <p:nvPr>
            <p:ph type="sldNum" idx="12"/>
          </p:nvPr>
        </p:nvSpPr>
        <p:spPr>
          <a:xfrm>
            <a:off x="8523541" y="4695623"/>
            <a:ext cx="548700" cy="393600"/>
          </a:xfrm>
          <a:prstGeom prst="rect">
            <a:avLst/>
          </a:prstGeom>
          <a:noFill/>
          <a:ln>
            <a:noFill/>
          </a:ln>
        </p:spPr>
        <p:txBody>
          <a:bodyPr spcFirstLastPara="1" wrap="square" lIns="91425" tIns="91425" rIns="91425" bIns="91425" anchor="ctr" anchorCtr="0">
            <a:noAutofit/>
          </a:bodyPr>
          <a:lstStyle>
            <a:lvl1pPr lvl="0" algn="r" rtl="0">
              <a:buNone/>
              <a:defRPr sz="1000">
                <a:solidFill>
                  <a:schemeClr val="lt2"/>
                </a:solidFill>
                <a:latin typeface="Roboto"/>
                <a:ea typeface="Roboto"/>
                <a:cs typeface="Roboto"/>
                <a:sym typeface="Roboto"/>
              </a:defRPr>
            </a:lvl1pPr>
            <a:lvl2pPr lvl="1" algn="r" rtl="0">
              <a:buNone/>
              <a:defRPr sz="1000">
                <a:solidFill>
                  <a:schemeClr val="lt2"/>
                </a:solidFill>
                <a:latin typeface="Roboto"/>
                <a:ea typeface="Roboto"/>
                <a:cs typeface="Roboto"/>
                <a:sym typeface="Roboto"/>
              </a:defRPr>
            </a:lvl2pPr>
            <a:lvl3pPr lvl="2" algn="r" rtl="0">
              <a:buNone/>
              <a:defRPr sz="1000">
                <a:solidFill>
                  <a:schemeClr val="lt2"/>
                </a:solidFill>
                <a:latin typeface="Roboto"/>
                <a:ea typeface="Roboto"/>
                <a:cs typeface="Roboto"/>
                <a:sym typeface="Roboto"/>
              </a:defRPr>
            </a:lvl3pPr>
            <a:lvl4pPr lvl="3" algn="r" rtl="0">
              <a:buNone/>
              <a:defRPr sz="1000">
                <a:solidFill>
                  <a:schemeClr val="lt2"/>
                </a:solidFill>
                <a:latin typeface="Roboto"/>
                <a:ea typeface="Roboto"/>
                <a:cs typeface="Roboto"/>
                <a:sym typeface="Roboto"/>
              </a:defRPr>
            </a:lvl4pPr>
            <a:lvl5pPr lvl="4" algn="r" rtl="0">
              <a:buNone/>
              <a:defRPr sz="1000">
                <a:solidFill>
                  <a:schemeClr val="lt2"/>
                </a:solidFill>
                <a:latin typeface="Roboto"/>
                <a:ea typeface="Roboto"/>
                <a:cs typeface="Roboto"/>
                <a:sym typeface="Roboto"/>
              </a:defRPr>
            </a:lvl5pPr>
            <a:lvl6pPr lvl="5" algn="r" rtl="0">
              <a:buNone/>
              <a:defRPr sz="1000">
                <a:solidFill>
                  <a:schemeClr val="lt2"/>
                </a:solidFill>
                <a:latin typeface="Roboto"/>
                <a:ea typeface="Roboto"/>
                <a:cs typeface="Roboto"/>
                <a:sym typeface="Roboto"/>
              </a:defRPr>
            </a:lvl6pPr>
            <a:lvl7pPr lvl="6" algn="r" rtl="0">
              <a:buNone/>
              <a:defRPr sz="1000">
                <a:solidFill>
                  <a:schemeClr val="lt2"/>
                </a:solidFill>
                <a:latin typeface="Roboto"/>
                <a:ea typeface="Roboto"/>
                <a:cs typeface="Roboto"/>
                <a:sym typeface="Roboto"/>
              </a:defRPr>
            </a:lvl7pPr>
            <a:lvl8pPr lvl="7" algn="r" rtl="0">
              <a:buNone/>
              <a:defRPr sz="1000">
                <a:solidFill>
                  <a:schemeClr val="lt2"/>
                </a:solidFill>
                <a:latin typeface="Roboto"/>
                <a:ea typeface="Roboto"/>
                <a:cs typeface="Roboto"/>
                <a:sym typeface="Roboto"/>
              </a:defRPr>
            </a:lvl8pPr>
            <a:lvl9pPr lvl="8" algn="r" rtl="0">
              <a:buNone/>
              <a:defRPr sz="1000">
                <a:solidFill>
                  <a:schemeClr val="lt2"/>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59" r:id="rId1"/>
    <p:sldLayoutId id="2147483660" r:id="rId2"/>
    <p:sldLayoutId id="2147483661" r:id="rId3"/>
    <p:sldLayoutId id="2147483662" r:id="rId4"/>
    <p:sldLayoutId id="2147483663" r:id="rId5"/>
    <p:sldLayoutId id="2147483665" r:id="rId6"/>
    <p:sldLayoutId id="2147483667" r:id="rId7"/>
    <p:sldLayoutId id="2147483668" r:id="rId8"/>
    <p:sldLayoutId id="2147483669" r:id="rId9"/>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4.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4.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4.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14.xml"/></Relationships>
</file>

<file path=ppt/slides/_rels/slide6.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6.xml"/><Relationship Id="rId1" Type="http://schemas.openxmlformats.org/officeDocument/2006/relationships/slideLayout" Target="../slideLayouts/slideLayout14.xml"/></Relationships>
</file>

<file path=ppt/slides/_rels/slide7.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7.xml"/><Relationship Id="rId1" Type="http://schemas.openxmlformats.org/officeDocument/2006/relationships/slideLayout" Target="../slideLayouts/slideLayout14.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14.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14.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0.xml"/><Relationship Id="rId1" Type="http://schemas.openxmlformats.org/officeDocument/2006/relationships/slideLayout" Target="../slideLayouts/slideLayout1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4.xml"/></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3.xml"/><Relationship Id="rId1" Type="http://schemas.openxmlformats.org/officeDocument/2006/relationships/slideLayout" Target="../slideLayouts/slideLayout14.xml"/><Relationship Id="rId4" Type="http://schemas.openxmlformats.org/officeDocument/2006/relationships/image" Target="../media/image2.jp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4.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4.xml"/></Relationships>
</file>

<file path=ppt/slides/_rels/slide1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6.xml"/><Relationship Id="rId1" Type="http://schemas.openxmlformats.org/officeDocument/2006/relationships/slideLayout" Target="../slideLayouts/slideLayout14.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4.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4.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4.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4.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4.xml"/></Relationships>
</file>

<file path=ppt/slides/_rels/slide22.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22.xml"/><Relationship Id="rId1" Type="http://schemas.openxmlformats.org/officeDocument/2006/relationships/slideLayout" Target="../slideLayouts/slideLayout14.xml"/></Relationships>
</file>

<file path=ppt/slides/_rels/slide23.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23.xml"/><Relationship Id="rId1" Type="http://schemas.openxmlformats.org/officeDocument/2006/relationships/slideLayout" Target="../slideLayouts/slideLayout14.xml"/><Relationship Id="rId4" Type="http://schemas.openxmlformats.org/officeDocument/2006/relationships/image" Target="../media/image60.png"/></Relationships>
</file>

<file path=ppt/slides/_rels/slide2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4.xml"/><Relationship Id="rId1" Type="http://schemas.openxmlformats.org/officeDocument/2006/relationships/slideLayout" Target="../slideLayouts/slideLayout14.xml"/></Relationships>
</file>

<file path=ppt/slides/_rels/slide25.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25.xml"/><Relationship Id="rId1" Type="http://schemas.openxmlformats.org/officeDocument/2006/relationships/slideLayout" Target="../slideLayouts/slideLayout14.xml"/><Relationship Id="rId4" Type="http://schemas.openxmlformats.org/officeDocument/2006/relationships/image" Target="../media/image13.png"/></Relationships>
</file>

<file path=ppt/slides/_rels/slide2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6.xml"/><Relationship Id="rId1" Type="http://schemas.openxmlformats.org/officeDocument/2006/relationships/slideLayout" Target="../slideLayouts/slideLayout14.xml"/></Relationships>
</file>

<file path=ppt/slides/_rels/slide2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7.xml"/><Relationship Id="rId1" Type="http://schemas.openxmlformats.org/officeDocument/2006/relationships/slideLayout" Target="../slideLayouts/slideLayout14.xml"/></Relationships>
</file>

<file path=ppt/slides/_rels/slide2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8.xml"/><Relationship Id="rId1" Type="http://schemas.openxmlformats.org/officeDocument/2006/relationships/slideLayout" Target="../slideLayouts/slideLayout14.xml"/></Relationships>
</file>

<file path=ppt/slides/_rels/slide29.xml.rels><?xml version="1.0" encoding="UTF-8" standalone="yes"?>
<Relationships xmlns="http://schemas.openxmlformats.org/package/2006/relationships"><Relationship Id="rId3" Type="http://schemas.openxmlformats.org/officeDocument/2006/relationships/image" Target="../media/image100.png"/><Relationship Id="rId2" Type="http://schemas.openxmlformats.org/officeDocument/2006/relationships/notesSlide" Target="../notesSlides/notesSlide29.xml"/><Relationship Id="rId1" Type="http://schemas.openxmlformats.org/officeDocument/2006/relationships/slideLayout" Target="../slideLayouts/slideLayout14.xml"/></Relationships>
</file>

<file path=ppt/slides/_rels/slide3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0.xml"/><Relationship Id="rId1" Type="http://schemas.openxmlformats.org/officeDocument/2006/relationships/slideLayout" Target="../slideLayouts/slideLayout14.xml"/></Relationships>
</file>

<file path=ppt/slides/_rels/slide31.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notesSlide" Target="../notesSlides/notesSlide31.xml"/><Relationship Id="rId1" Type="http://schemas.openxmlformats.org/officeDocument/2006/relationships/slideLayout" Target="../slideLayouts/slideLayout14.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4.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4.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4.xml"/></Relationships>
</file>

<file path=ppt/slides/_rels/slide3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5.xml"/><Relationship Id="rId1" Type="http://schemas.openxmlformats.org/officeDocument/2006/relationships/slideLayout" Target="../slideLayouts/slideLayout14.xml"/></Relationships>
</file>

<file path=ppt/slides/_rels/slide3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6.xml"/><Relationship Id="rId1" Type="http://schemas.openxmlformats.org/officeDocument/2006/relationships/slideLayout" Target="../slideLayouts/slideLayout14.xml"/></Relationships>
</file>

<file path=ppt/slides/_rels/slide3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37.xml"/><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11"/>
        <p:cNvGrpSpPr/>
        <p:nvPr/>
      </p:nvGrpSpPr>
      <p:grpSpPr>
        <a:xfrm>
          <a:off x="0" y="0"/>
          <a:ext cx="0" cy="0"/>
          <a:chOff x="0" y="0"/>
          <a:chExt cx="0" cy="0"/>
        </a:xfrm>
      </p:grpSpPr>
      <p:sp>
        <p:nvSpPr>
          <p:cNvPr id="112" name="Google Shape;112;p25"/>
          <p:cNvSpPr txBox="1">
            <a:spLocks noGrp="1"/>
          </p:cNvSpPr>
          <p:nvPr>
            <p:ph type="ctrTitle"/>
          </p:nvPr>
        </p:nvSpPr>
        <p:spPr>
          <a:xfrm>
            <a:off x="460950" y="1169700"/>
            <a:ext cx="8222100" cy="933600"/>
          </a:xfrm>
          <a:prstGeom prst="rect">
            <a:avLst/>
          </a:prstGeom>
        </p:spPr>
        <p:txBody>
          <a:bodyPr spcFirstLastPara="1" wrap="square" lIns="91425" tIns="91425" rIns="91425" bIns="91425" anchor="b" anchorCtr="0">
            <a:noAutofit/>
          </a:bodyPr>
          <a:lstStyle/>
          <a:p>
            <a:pPr lvl="0"/>
            <a:r>
              <a:rPr lang="en-MY" dirty="0">
                <a:latin typeface="Calibri" panose="020F0502020204030204" pitchFamily="34" charset="0"/>
              </a:rPr>
              <a:t>Atoms, molecules and stoichiometry</a:t>
            </a:r>
            <a:endParaRPr dirty="0">
              <a:latin typeface="Calibri" panose="020F0502020204030204" pitchFamily="34" charset="0"/>
            </a:endParaRPr>
          </a:p>
        </p:txBody>
      </p:sp>
      <p:sp>
        <p:nvSpPr>
          <p:cNvPr id="3" name="Google Shape;118;p26"/>
          <p:cNvSpPr txBox="1"/>
          <p:nvPr/>
        </p:nvSpPr>
        <p:spPr>
          <a:xfrm>
            <a:off x="702600" y="2028225"/>
            <a:ext cx="7330800" cy="2492100"/>
          </a:xfrm>
          <a:prstGeom prst="rect">
            <a:avLst/>
          </a:prstGeom>
          <a:noFill/>
          <a:ln>
            <a:noFill/>
          </a:ln>
        </p:spPr>
        <p:txBody>
          <a:bodyPr spcFirstLastPara="1" wrap="square" lIns="91425" tIns="91425" rIns="91425" bIns="91425" anchor="t" anchorCtr="0">
            <a:noAutofit/>
          </a:bodyPr>
          <a:lstStyle/>
          <a:p>
            <a:pPr marL="114300" lvl="0">
              <a:buSzPts val="1800"/>
            </a:pPr>
            <a:r>
              <a:rPr lang="en-US" sz="1600" dirty="0">
                <a:solidFill>
                  <a:schemeClr val="bg1"/>
                </a:solidFill>
                <a:latin typeface="Calibri" panose="020F0502020204030204" pitchFamily="34" charset="0"/>
              </a:rPr>
              <a:t>2.1 Relative masses of atoms and molecules</a:t>
            </a:r>
          </a:p>
          <a:p>
            <a:pPr marL="114300" lvl="0">
              <a:buSzPts val="1800"/>
            </a:pPr>
            <a:r>
              <a:rPr lang="en-US" sz="1600" dirty="0">
                <a:solidFill>
                  <a:schemeClr val="bg1"/>
                </a:solidFill>
                <a:latin typeface="Calibri" panose="020F0502020204030204" pitchFamily="34" charset="0"/>
              </a:rPr>
              <a:t>2.2 The mole and Avogadro constant</a:t>
            </a:r>
          </a:p>
          <a:p>
            <a:pPr marL="114300" lvl="0">
              <a:buSzPts val="1800"/>
            </a:pPr>
            <a:r>
              <a:rPr lang="en-US" sz="1600" dirty="0">
                <a:solidFill>
                  <a:schemeClr val="bg1"/>
                </a:solidFill>
                <a:latin typeface="Calibri" panose="020F0502020204030204" pitchFamily="34" charset="0"/>
              </a:rPr>
              <a:t>2.3 Formulae</a:t>
            </a:r>
          </a:p>
          <a:p>
            <a:pPr marL="114300" lvl="0">
              <a:buSzPts val="1800"/>
            </a:pPr>
            <a:r>
              <a:rPr lang="en-US" sz="1600" dirty="0">
                <a:solidFill>
                  <a:schemeClr val="bg1"/>
                </a:solidFill>
                <a:latin typeface="Calibri" panose="020F0502020204030204" pitchFamily="34" charset="0"/>
              </a:rPr>
              <a:t>2.4 Reacting masses and volumes (of solutions and gases)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16"/>
        <p:cNvGrpSpPr/>
        <p:nvPr/>
      </p:nvGrpSpPr>
      <p:grpSpPr>
        <a:xfrm>
          <a:off x="0" y="0"/>
          <a:ext cx="0" cy="0"/>
          <a:chOff x="0" y="0"/>
          <a:chExt cx="0" cy="0"/>
        </a:xfrm>
      </p:grpSpPr>
      <p:sp>
        <p:nvSpPr>
          <p:cNvPr id="117" name="Google Shape;117;p26"/>
          <p:cNvSpPr txBox="1">
            <a:spLocks noGrp="1"/>
          </p:cNvSpPr>
          <p:nvPr>
            <p:ph type="title"/>
          </p:nvPr>
        </p:nvSpPr>
        <p:spPr>
          <a:xfrm>
            <a:off x="933025" y="592925"/>
            <a:ext cx="6305100" cy="7677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latin typeface="Calibri" panose="020F0502020204030204" pitchFamily="34" charset="0"/>
              </a:rPr>
              <a:t>Introduction</a:t>
            </a:r>
            <a:endParaRPr dirty="0">
              <a:latin typeface="Calibri" panose="020F0502020204030204" pitchFamily="34" charset="0"/>
            </a:endParaRPr>
          </a:p>
        </p:txBody>
      </p:sp>
      <p:sp>
        <p:nvSpPr>
          <p:cNvPr id="118" name="Google Shape;118;p26"/>
          <p:cNvSpPr txBox="1"/>
          <p:nvPr/>
        </p:nvSpPr>
        <p:spPr>
          <a:xfrm>
            <a:off x="736466" y="2141114"/>
            <a:ext cx="7330800" cy="2492100"/>
          </a:xfrm>
          <a:prstGeom prst="rect">
            <a:avLst/>
          </a:prstGeom>
          <a:noFill/>
          <a:ln>
            <a:noFill/>
          </a:ln>
        </p:spPr>
        <p:txBody>
          <a:bodyPr spcFirstLastPara="1" wrap="square" lIns="91425" tIns="91425" rIns="91425" bIns="91425" anchor="t" anchorCtr="0">
            <a:noAutofit/>
          </a:bodyPr>
          <a:lstStyle/>
          <a:p>
            <a:pPr marL="400050" lvl="0" indent="-285750">
              <a:buSzPts val="1800"/>
              <a:buFont typeface="Arial" panose="020B0604020202020204" pitchFamily="34" charset="0"/>
              <a:buChar char="•"/>
            </a:pPr>
            <a:r>
              <a:rPr lang="en-US" sz="1600" dirty="0">
                <a:latin typeface="Calibri" panose="020F0502020204030204" pitchFamily="34" charset="0"/>
              </a:rPr>
              <a:t>In the previous topic, you learnt about atoms, particles within the atoms and arrangement of elements in periodic table. </a:t>
            </a:r>
          </a:p>
          <a:p>
            <a:pPr marL="400050" lvl="0" indent="-285750">
              <a:buSzPts val="1800"/>
              <a:buFont typeface="Arial" panose="020B0604020202020204" pitchFamily="34" charset="0"/>
              <a:buChar char="•"/>
            </a:pPr>
            <a:r>
              <a:rPr lang="en-US" sz="1600" dirty="0">
                <a:latin typeface="Calibri" panose="020F0502020204030204" pitchFamily="34" charset="0"/>
              </a:rPr>
              <a:t>In this topic, you will learn to calculate mass of an atom. The actual mass of an atom is very small, and a new unit, mole, is required to represent this mass. </a:t>
            </a:r>
          </a:p>
          <a:p>
            <a:pPr marL="400050" lvl="0" indent="-285750">
              <a:buSzPts val="1800"/>
              <a:buFont typeface="Arial" panose="020B0604020202020204" pitchFamily="34" charset="0"/>
              <a:buChar char="•"/>
            </a:pPr>
            <a:r>
              <a:rPr lang="en-US" sz="1600" dirty="0">
                <a:latin typeface="Calibri" panose="020F0502020204030204" pitchFamily="34" charset="0"/>
              </a:rPr>
              <a:t>The terms Avogadro constant, molar mass and molar gas volume are also discussed. The method to derive empirical and molecular formulae of compounds using the mass by composition is discussed in detail. </a:t>
            </a:r>
          </a:p>
          <a:p>
            <a:pPr marL="400050" lvl="0" indent="-285750">
              <a:buSzPts val="1800"/>
              <a:buFont typeface="Arial" panose="020B0604020202020204" pitchFamily="34" charset="0"/>
              <a:buChar char="•"/>
            </a:pPr>
            <a:r>
              <a:rPr lang="en-US" sz="1600" dirty="0">
                <a:latin typeface="Calibri" panose="020F0502020204030204" pitchFamily="34" charset="0"/>
              </a:rPr>
              <a:t>The use of stoichiometric relationships in different calculations is highlighted in numerous example problems. </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16"/>
        <p:cNvGrpSpPr/>
        <p:nvPr/>
      </p:nvGrpSpPr>
      <p:grpSpPr>
        <a:xfrm>
          <a:off x="0" y="0"/>
          <a:ext cx="0" cy="0"/>
          <a:chOff x="0" y="0"/>
          <a:chExt cx="0" cy="0"/>
        </a:xfrm>
      </p:grpSpPr>
      <p:sp>
        <p:nvSpPr>
          <p:cNvPr id="117" name="Google Shape;117;p26"/>
          <p:cNvSpPr txBox="1">
            <a:spLocks noGrp="1"/>
          </p:cNvSpPr>
          <p:nvPr>
            <p:ph type="title"/>
          </p:nvPr>
        </p:nvSpPr>
        <p:spPr>
          <a:xfrm>
            <a:off x="933025" y="592925"/>
            <a:ext cx="7808204" cy="767700"/>
          </a:xfrm>
          <a:prstGeom prst="rect">
            <a:avLst/>
          </a:prstGeom>
        </p:spPr>
        <p:txBody>
          <a:bodyPr spcFirstLastPara="1" wrap="square" lIns="91425" tIns="91425" rIns="91425" bIns="91425" anchor="b" anchorCtr="0">
            <a:noAutofit/>
          </a:bodyPr>
          <a:lstStyle/>
          <a:p>
            <a:pPr marL="114300">
              <a:buSzPts val="1800"/>
            </a:pPr>
            <a:r>
              <a:rPr lang="en-IN" dirty="0">
                <a:latin typeface="Calibri" panose="020F0502020204030204" pitchFamily="34" charset="0"/>
              </a:rPr>
              <a:t>Isotopes &amp; Calculating Relative Atomic Mass</a:t>
            </a:r>
            <a:endParaRPr lang="en-MY" dirty="0">
              <a:latin typeface="Calibri" panose="020F0502020204030204" pitchFamily="34" charset="0"/>
            </a:endParaRPr>
          </a:p>
        </p:txBody>
      </p:sp>
      <p:sp>
        <p:nvSpPr>
          <p:cNvPr id="118" name="Google Shape;118;p26"/>
          <p:cNvSpPr txBox="1"/>
          <p:nvPr/>
        </p:nvSpPr>
        <p:spPr>
          <a:xfrm>
            <a:off x="702600" y="2028225"/>
            <a:ext cx="7330800" cy="2492100"/>
          </a:xfrm>
          <a:prstGeom prst="rect">
            <a:avLst/>
          </a:prstGeom>
          <a:noFill/>
          <a:ln>
            <a:noFill/>
          </a:ln>
        </p:spPr>
        <p:txBody>
          <a:bodyPr spcFirstLastPara="1" wrap="square" lIns="91425" tIns="91425" rIns="91425" bIns="91425" anchor="t" anchorCtr="0">
            <a:noAutofit/>
          </a:bodyPr>
          <a:lstStyle/>
          <a:p>
            <a:pPr marL="400050" lvl="0" indent="-285750">
              <a:buSzPts val="1800"/>
              <a:buFont typeface="Arial" panose="020B0604020202020204" pitchFamily="34" charset="0"/>
              <a:buChar char="•"/>
            </a:pPr>
            <a:r>
              <a:rPr lang="en-US" sz="1600" dirty="0">
                <a:latin typeface="Calibri" panose="020F0502020204030204" pitchFamily="34" charset="0"/>
              </a:rPr>
              <a:t>The masses of an atom range from 10</a:t>
            </a:r>
            <a:r>
              <a:rPr lang="en-US" sz="1600" baseline="30000" dirty="0">
                <a:latin typeface="Calibri" panose="020F0502020204030204" pitchFamily="34" charset="0"/>
              </a:rPr>
              <a:t>-24</a:t>
            </a:r>
            <a:r>
              <a:rPr lang="en-US" sz="1600" dirty="0">
                <a:latin typeface="Calibri" panose="020F0502020204030204" pitchFamily="34" charset="0"/>
              </a:rPr>
              <a:t> g to 10</a:t>
            </a:r>
            <a:r>
              <a:rPr lang="en-US" sz="1600" baseline="30000" dirty="0">
                <a:latin typeface="Calibri" panose="020F0502020204030204" pitchFamily="34" charset="0"/>
              </a:rPr>
              <a:t>-22</a:t>
            </a:r>
            <a:r>
              <a:rPr lang="en-US" sz="1600" dirty="0">
                <a:latin typeface="Calibri" panose="020F0502020204030204" pitchFamily="34" charset="0"/>
              </a:rPr>
              <a:t> g. To state the mass of an atom accurately, we measure their relative masses. </a:t>
            </a:r>
            <a:endParaRPr lang="en-MY" sz="1600" dirty="0">
              <a:latin typeface="Calibri" panose="020F0502020204030204" pitchFamily="34" charset="0"/>
            </a:endParaRPr>
          </a:p>
          <a:p>
            <a:pPr marL="400050" lvl="0" indent="-285750">
              <a:buSzPts val="1800"/>
              <a:buFont typeface="Arial" panose="020B0604020202020204" pitchFamily="34" charset="0"/>
              <a:buChar char="•"/>
            </a:pPr>
            <a:r>
              <a:rPr lang="en-MY" sz="1600" b="1" dirty="0">
                <a:latin typeface="Calibri" panose="020F0502020204030204" pitchFamily="34" charset="0"/>
              </a:rPr>
              <a:t>Relative atomic mass </a:t>
            </a:r>
            <a:r>
              <a:rPr lang="en-MY" sz="1600" dirty="0">
                <a:latin typeface="Calibri" panose="020F0502020204030204" pitchFamily="34" charset="0"/>
              </a:rPr>
              <a:t>is the average mass of one atom of an element compared to one-twelfth of the mass of one carbon-12 atom. </a:t>
            </a:r>
          </a:p>
          <a:p>
            <a:pPr marL="400050" lvl="0" indent="-285750">
              <a:buSzPts val="1800"/>
              <a:buFont typeface="Arial" panose="020B0604020202020204" pitchFamily="34" charset="0"/>
              <a:buChar char="•"/>
            </a:pPr>
            <a:r>
              <a:rPr lang="en-MY" sz="1600" b="1" dirty="0">
                <a:latin typeface="Calibri" panose="020F0502020204030204" pitchFamily="34" charset="0"/>
              </a:rPr>
              <a:t>Relative masses </a:t>
            </a:r>
            <a:r>
              <a:rPr lang="en-MY" sz="1600" dirty="0">
                <a:latin typeface="Calibri" panose="020F0502020204030204" pitchFamily="34" charset="0"/>
              </a:rPr>
              <a:t>are ratios of two masses and, hence, do not have any units.</a:t>
            </a:r>
            <a:endParaRPr sz="1600" dirty="0">
              <a:latin typeface="Calibri" panose="020F0502020204030204" pitchFamily="34" charset="0"/>
            </a:endParaRPr>
          </a:p>
        </p:txBody>
      </p:sp>
      <mc:AlternateContent xmlns:mc="http://schemas.openxmlformats.org/markup-compatibility/2006" xmlns:a14="http://schemas.microsoft.com/office/drawing/2010/main">
        <mc:Choice Requires="a14">
          <p:sp>
            <p:nvSpPr>
              <p:cNvPr id="4" name="Rectangle 3"/>
              <p:cNvSpPr/>
              <p:nvPr/>
            </p:nvSpPr>
            <p:spPr>
              <a:xfrm>
                <a:off x="503571" y="3551982"/>
                <a:ext cx="7728857" cy="808555"/>
              </a:xfrm>
              <a:prstGeom prst="rect">
                <a:avLst/>
              </a:prstGeom>
            </p:spPr>
            <p:txBody>
              <a:bodyPr wrap="square">
                <a:spAutoFit/>
              </a:bodyPr>
              <a:lstStyle/>
              <a:p>
                <a:pPr>
                  <a:lnSpc>
                    <a:spcPct val="115000"/>
                  </a:lnSpc>
                  <a:spcAft>
                    <a:spcPts val="1000"/>
                  </a:spcAft>
                </a:pPr>
                <a14:m>
                  <m:oMathPara xmlns:m="http://schemas.openxmlformats.org/officeDocument/2006/math">
                    <m:oMathParaPr>
                      <m:jc m:val="centerGroup"/>
                    </m:oMathParaPr>
                    <m:oMath xmlns:m="http://schemas.openxmlformats.org/officeDocument/2006/math">
                      <m:r>
                        <a:rPr lang="en-IN" sz="1600" i="1">
                          <a:latin typeface="Cambria Math" panose="02040503050406030204" pitchFamily="18" charset="0"/>
                          <a:ea typeface="Times New Roman" panose="02020603050405020304" pitchFamily="18" charset="0"/>
                          <a:cs typeface="Times New Roman" panose="02020603050405020304" pitchFamily="18" charset="0"/>
                        </a:rPr>
                        <m:t>𝑟𝑒𝑙𝑎𝑡𝑖𝑣𝑒</m:t>
                      </m:r>
                      <m:r>
                        <a:rPr lang="en-IN" sz="1600" i="1">
                          <a:latin typeface="Cambria Math" panose="02040503050406030204" pitchFamily="18" charset="0"/>
                          <a:ea typeface="Times New Roman" panose="02020603050405020304" pitchFamily="18" charset="0"/>
                          <a:cs typeface="Times New Roman" panose="02020603050405020304" pitchFamily="18" charset="0"/>
                        </a:rPr>
                        <m:t> </m:t>
                      </m:r>
                      <m:r>
                        <a:rPr lang="en-IN" sz="1600" i="1">
                          <a:latin typeface="Cambria Math" panose="02040503050406030204" pitchFamily="18" charset="0"/>
                          <a:ea typeface="Times New Roman" panose="02020603050405020304" pitchFamily="18" charset="0"/>
                          <a:cs typeface="Times New Roman" panose="02020603050405020304" pitchFamily="18" charset="0"/>
                        </a:rPr>
                        <m:t>𝑎𝑡𝑜𝑚𝑖𝑐</m:t>
                      </m:r>
                      <m:r>
                        <a:rPr lang="en-IN" sz="1600" i="1">
                          <a:latin typeface="Cambria Math" panose="02040503050406030204" pitchFamily="18" charset="0"/>
                          <a:ea typeface="Times New Roman" panose="02020603050405020304" pitchFamily="18" charset="0"/>
                          <a:cs typeface="Times New Roman" panose="02020603050405020304" pitchFamily="18" charset="0"/>
                        </a:rPr>
                        <m:t> </m:t>
                      </m:r>
                      <m:r>
                        <a:rPr lang="en-IN" sz="1600" i="1">
                          <a:latin typeface="Cambria Math" panose="02040503050406030204" pitchFamily="18" charset="0"/>
                          <a:ea typeface="Times New Roman" panose="02020603050405020304" pitchFamily="18" charset="0"/>
                          <a:cs typeface="Times New Roman" panose="02020603050405020304" pitchFamily="18" charset="0"/>
                        </a:rPr>
                        <m:t>𝑚𝑎𝑠𝑠</m:t>
                      </m:r>
                      <m:r>
                        <a:rPr lang="en-IN" sz="1600" i="1">
                          <a:latin typeface="Cambria Math" panose="02040503050406030204" pitchFamily="18" charset="0"/>
                          <a:ea typeface="Times New Roman" panose="02020603050405020304" pitchFamily="18" charset="0"/>
                          <a:cs typeface="Times New Roman" panose="02020603050405020304" pitchFamily="18" charset="0"/>
                        </a:rPr>
                        <m:t> </m:t>
                      </m:r>
                      <m:d>
                        <m:dPr>
                          <m:ctrlPr>
                            <a:rPr lang="en-MY" sz="1600" i="1">
                              <a:effectLst/>
                              <a:latin typeface="Cambria Math" panose="02040503050406030204" pitchFamily="18" charset="0"/>
                              <a:ea typeface="Times New Roman" panose="02020603050405020304" pitchFamily="18" charset="0"/>
                              <a:cs typeface="Times New Roman" panose="02020603050405020304" pitchFamily="18" charset="0"/>
                            </a:rPr>
                          </m:ctrlPr>
                        </m:dPr>
                        <m:e>
                          <m:sSub>
                            <m:sSubPr>
                              <m:ctrlPr>
                                <a:rPr lang="en-MY" sz="1600" i="1">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IN" sz="1600" i="1">
                                  <a:effectLst/>
                                  <a:latin typeface="Cambria Math" panose="02040503050406030204" pitchFamily="18" charset="0"/>
                                  <a:ea typeface="Times New Roman" panose="02020603050405020304" pitchFamily="18" charset="0"/>
                                  <a:cs typeface="Times New Roman" panose="02020603050405020304" pitchFamily="18" charset="0"/>
                                </a:rPr>
                                <m:t>𝐴</m:t>
                              </m:r>
                            </m:e>
                            <m:sub>
                              <m:r>
                                <a:rPr lang="en-IN" sz="1600" i="1">
                                  <a:effectLst/>
                                  <a:latin typeface="Cambria Math" panose="02040503050406030204" pitchFamily="18" charset="0"/>
                                  <a:ea typeface="Times New Roman" panose="02020603050405020304" pitchFamily="18" charset="0"/>
                                  <a:cs typeface="Times New Roman" panose="02020603050405020304" pitchFamily="18" charset="0"/>
                                </a:rPr>
                                <m:t>𝑟</m:t>
                              </m:r>
                            </m:sub>
                          </m:sSub>
                        </m:e>
                      </m:d>
                      <m:r>
                        <a:rPr lang="en-IN" sz="1600" i="1">
                          <a:effectLst/>
                          <a:latin typeface="Cambria Math" panose="02040503050406030204" pitchFamily="18" charset="0"/>
                          <a:ea typeface="Times New Roman" panose="02020603050405020304" pitchFamily="18" charset="0"/>
                          <a:cs typeface="Times New Roman" panose="02020603050405020304" pitchFamily="18" charset="0"/>
                        </a:rPr>
                        <m:t>=</m:t>
                      </m:r>
                      <m:f>
                        <m:fPr>
                          <m:ctrlPr>
                            <a:rPr lang="en-MY" sz="1600" i="1">
                              <a:effectLst/>
                              <a:latin typeface="Cambria Math" panose="02040503050406030204" pitchFamily="18" charset="0"/>
                              <a:ea typeface="Times New Roman" panose="02020603050405020304" pitchFamily="18" charset="0"/>
                              <a:cs typeface="Times New Roman" panose="02020603050405020304" pitchFamily="18" charset="0"/>
                            </a:rPr>
                          </m:ctrlPr>
                        </m:fPr>
                        <m:num>
                          <m:r>
                            <a:rPr lang="en-IN" sz="1600" i="1">
                              <a:effectLst/>
                              <a:latin typeface="Cambria Math" panose="02040503050406030204" pitchFamily="18" charset="0"/>
                              <a:ea typeface="Times New Roman" panose="02020603050405020304" pitchFamily="18" charset="0"/>
                              <a:cs typeface="Times New Roman" panose="02020603050405020304" pitchFamily="18" charset="0"/>
                            </a:rPr>
                            <m:t>𝐴𝑣𝑒𝑟𝑎𝑔𝑒</m:t>
                          </m:r>
                          <m:r>
                            <a:rPr lang="en-IN" sz="1600" i="1">
                              <a:effectLst/>
                              <a:latin typeface="Cambria Math" panose="02040503050406030204" pitchFamily="18" charset="0"/>
                              <a:ea typeface="Times New Roman" panose="02020603050405020304" pitchFamily="18" charset="0"/>
                              <a:cs typeface="Times New Roman" panose="02020603050405020304" pitchFamily="18" charset="0"/>
                            </a:rPr>
                            <m:t> </m:t>
                          </m:r>
                          <m:r>
                            <a:rPr lang="en-IN" sz="1600" i="1">
                              <a:effectLst/>
                              <a:latin typeface="Cambria Math" panose="02040503050406030204" pitchFamily="18" charset="0"/>
                              <a:ea typeface="Times New Roman" panose="02020603050405020304" pitchFamily="18" charset="0"/>
                              <a:cs typeface="Times New Roman" panose="02020603050405020304" pitchFamily="18" charset="0"/>
                            </a:rPr>
                            <m:t>𝑚𝑎𝑠𝑠</m:t>
                          </m:r>
                          <m:r>
                            <a:rPr lang="en-IN" sz="1600" i="1">
                              <a:effectLst/>
                              <a:latin typeface="Cambria Math" panose="02040503050406030204" pitchFamily="18" charset="0"/>
                              <a:ea typeface="Times New Roman" panose="02020603050405020304" pitchFamily="18" charset="0"/>
                              <a:cs typeface="Times New Roman" panose="02020603050405020304" pitchFamily="18" charset="0"/>
                            </a:rPr>
                            <m:t> </m:t>
                          </m:r>
                          <m:r>
                            <a:rPr lang="en-IN" sz="1600" i="1">
                              <a:effectLst/>
                              <a:latin typeface="Cambria Math" panose="02040503050406030204" pitchFamily="18" charset="0"/>
                              <a:ea typeface="Times New Roman" panose="02020603050405020304" pitchFamily="18" charset="0"/>
                              <a:cs typeface="Times New Roman" panose="02020603050405020304" pitchFamily="18" charset="0"/>
                            </a:rPr>
                            <m:t>𝑜𝑓</m:t>
                          </m:r>
                          <m:r>
                            <a:rPr lang="en-IN" sz="1600" i="1">
                              <a:effectLst/>
                              <a:latin typeface="Cambria Math" panose="02040503050406030204" pitchFamily="18" charset="0"/>
                              <a:ea typeface="Times New Roman" panose="02020603050405020304" pitchFamily="18" charset="0"/>
                              <a:cs typeface="Times New Roman" panose="02020603050405020304" pitchFamily="18" charset="0"/>
                            </a:rPr>
                            <m:t> </m:t>
                          </m:r>
                          <m:r>
                            <a:rPr lang="en-IN" sz="1600" i="1">
                              <a:effectLst/>
                              <a:latin typeface="Cambria Math" panose="02040503050406030204" pitchFamily="18" charset="0"/>
                              <a:ea typeface="Times New Roman" panose="02020603050405020304" pitchFamily="18" charset="0"/>
                              <a:cs typeface="Times New Roman" panose="02020603050405020304" pitchFamily="18" charset="0"/>
                            </a:rPr>
                            <m:t>𝑜𝑛𝑒</m:t>
                          </m:r>
                          <m:r>
                            <a:rPr lang="en-IN" sz="1600" i="1">
                              <a:effectLst/>
                              <a:latin typeface="Cambria Math" panose="02040503050406030204" pitchFamily="18" charset="0"/>
                              <a:ea typeface="Times New Roman" panose="02020603050405020304" pitchFamily="18" charset="0"/>
                              <a:cs typeface="Times New Roman" panose="02020603050405020304" pitchFamily="18" charset="0"/>
                            </a:rPr>
                            <m:t> </m:t>
                          </m:r>
                          <m:r>
                            <a:rPr lang="en-IN" sz="1600" i="1">
                              <a:effectLst/>
                              <a:latin typeface="Cambria Math" panose="02040503050406030204" pitchFamily="18" charset="0"/>
                              <a:ea typeface="Times New Roman" panose="02020603050405020304" pitchFamily="18" charset="0"/>
                              <a:cs typeface="Times New Roman" panose="02020603050405020304" pitchFamily="18" charset="0"/>
                            </a:rPr>
                            <m:t>𝑎𝑡𝑜𝑚</m:t>
                          </m:r>
                          <m:r>
                            <a:rPr lang="en-IN" sz="1600" i="1">
                              <a:effectLst/>
                              <a:latin typeface="Cambria Math" panose="02040503050406030204" pitchFamily="18" charset="0"/>
                              <a:ea typeface="Times New Roman" panose="02020603050405020304" pitchFamily="18" charset="0"/>
                              <a:cs typeface="Times New Roman" panose="02020603050405020304" pitchFamily="18" charset="0"/>
                            </a:rPr>
                            <m:t> </m:t>
                          </m:r>
                          <m:r>
                            <a:rPr lang="en-IN" sz="1600" i="1">
                              <a:effectLst/>
                              <a:latin typeface="Cambria Math" panose="02040503050406030204" pitchFamily="18" charset="0"/>
                              <a:ea typeface="Times New Roman" panose="02020603050405020304" pitchFamily="18" charset="0"/>
                              <a:cs typeface="Times New Roman" panose="02020603050405020304" pitchFamily="18" charset="0"/>
                            </a:rPr>
                            <m:t>𝑜𝑓</m:t>
                          </m:r>
                          <m:r>
                            <a:rPr lang="en-IN" sz="1600" i="1">
                              <a:effectLst/>
                              <a:latin typeface="Cambria Math" panose="02040503050406030204" pitchFamily="18" charset="0"/>
                              <a:ea typeface="Times New Roman" panose="02020603050405020304" pitchFamily="18" charset="0"/>
                              <a:cs typeface="Times New Roman" panose="02020603050405020304" pitchFamily="18" charset="0"/>
                            </a:rPr>
                            <m:t> </m:t>
                          </m:r>
                          <m:r>
                            <a:rPr lang="en-IN" sz="1600" i="1">
                              <a:effectLst/>
                              <a:latin typeface="Cambria Math" panose="02040503050406030204" pitchFamily="18" charset="0"/>
                              <a:ea typeface="Times New Roman" panose="02020603050405020304" pitchFamily="18" charset="0"/>
                              <a:cs typeface="Times New Roman" panose="02020603050405020304" pitchFamily="18" charset="0"/>
                            </a:rPr>
                            <m:t>𝑎𝑛</m:t>
                          </m:r>
                          <m:r>
                            <a:rPr lang="en-IN" sz="1600" i="1">
                              <a:effectLst/>
                              <a:latin typeface="Cambria Math" panose="02040503050406030204" pitchFamily="18" charset="0"/>
                              <a:ea typeface="Times New Roman" panose="02020603050405020304" pitchFamily="18" charset="0"/>
                              <a:cs typeface="Times New Roman" panose="02020603050405020304" pitchFamily="18" charset="0"/>
                            </a:rPr>
                            <m:t> </m:t>
                          </m:r>
                          <m:r>
                            <a:rPr lang="en-IN" sz="1600" i="1">
                              <a:effectLst/>
                              <a:latin typeface="Cambria Math" panose="02040503050406030204" pitchFamily="18" charset="0"/>
                              <a:ea typeface="Times New Roman" panose="02020603050405020304" pitchFamily="18" charset="0"/>
                              <a:cs typeface="Times New Roman" panose="02020603050405020304" pitchFamily="18" charset="0"/>
                            </a:rPr>
                            <m:t>𝑒𝑙𝑒𝑚𝑒𝑛𝑡</m:t>
                          </m:r>
                        </m:num>
                        <m:den>
                          <m:r>
                            <a:rPr lang="en-IN" sz="1600" i="1">
                              <a:effectLst/>
                              <a:latin typeface="Cambria Math" panose="02040503050406030204" pitchFamily="18" charset="0"/>
                              <a:ea typeface="Times New Roman" panose="02020603050405020304" pitchFamily="18" charset="0"/>
                              <a:cs typeface="Times New Roman" panose="02020603050405020304" pitchFamily="18" charset="0"/>
                            </a:rPr>
                            <m:t> </m:t>
                          </m:r>
                          <m:r>
                            <a:rPr lang="en-IN" sz="1600" i="1">
                              <a:effectLst/>
                              <a:latin typeface="Cambria Math" panose="02040503050406030204" pitchFamily="18" charset="0"/>
                              <a:ea typeface="Times New Roman" panose="02020603050405020304" pitchFamily="18" charset="0"/>
                              <a:cs typeface="Times New Roman" panose="02020603050405020304" pitchFamily="18" charset="0"/>
                            </a:rPr>
                            <m:t>𝑜𝑛𝑒</m:t>
                          </m:r>
                          <m:r>
                            <a:rPr lang="en-IN" sz="1600" i="1">
                              <a:effectLst/>
                              <a:latin typeface="Cambria Math" panose="02040503050406030204" pitchFamily="18" charset="0"/>
                              <a:ea typeface="Times New Roman" panose="02020603050405020304" pitchFamily="18" charset="0"/>
                              <a:cs typeface="Times New Roman" panose="02020603050405020304" pitchFamily="18" charset="0"/>
                            </a:rPr>
                            <m:t>−</m:t>
                          </m:r>
                          <m:r>
                            <a:rPr lang="en-IN" sz="1600" i="1">
                              <a:effectLst/>
                              <a:latin typeface="Cambria Math" panose="02040503050406030204" pitchFamily="18" charset="0"/>
                              <a:ea typeface="Times New Roman" panose="02020603050405020304" pitchFamily="18" charset="0"/>
                              <a:cs typeface="Times New Roman" panose="02020603050405020304" pitchFamily="18" charset="0"/>
                            </a:rPr>
                            <m:t>𝑡𝑤𝑒𝑙𝑓𝑡h</m:t>
                          </m:r>
                          <m:r>
                            <a:rPr lang="en-IN" sz="1600" i="1">
                              <a:effectLst/>
                              <a:latin typeface="Cambria Math" panose="02040503050406030204" pitchFamily="18" charset="0"/>
                              <a:ea typeface="Times New Roman" panose="02020603050405020304" pitchFamily="18" charset="0"/>
                              <a:cs typeface="Times New Roman" panose="02020603050405020304" pitchFamily="18" charset="0"/>
                            </a:rPr>
                            <m:t> </m:t>
                          </m:r>
                          <m:r>
                            <a:rPr lang="en-IN" sz="1600" i="1">
                              <a:effectLst/>
                              <a:latin typeface="Cambria Math" panose="02040503050406030204" pitchFamily="18" charset="0"/>
                              <a:ea typeface="Times New Roman" panose="02020603050405020304" pitchFamily="18" charset="0"/>
                              <a:cs typeface="Times New Roman" panose="02020603050405020304" pitchFamily="18" charset="0"/>
                            </a:rPr>
                            <m:t>𝑜𝑓</m:t>
                          </m:r>
                          <m:r>
                            <a:rPr lang="en-IN" sz="1600" i="1">
                              <a:effectLst/>
                              <a:latin typeface="Cambria Math" panose="02040503050406030204" pitchFamily="18" charset="0"/>
                              <a:ea typeface="Times New Roman" panose="02020603050405020304" pitchFamily="18" charset="0"/>
                              <a:cs typeface="Times New Roman" panose="02020603050405020304" pitchFamily="18" charset="0"/>
                            </a:rPr>
                            <m:t> </m:t>
                          </m:r>
                          <m:r>
                            <a:rPr lang="en-IN" sz="1600" i="1">
                              <a:effectLst/>
                              <a:latin typeface="Cambria Math" panose="02040503050406030204" pitchFamily="18" charset="0"/>
                              <a:ea typeface="Times New Roman" panose="02020603050405020304" pitchFamily="18" charset="0"/>
                              <a:cs typeface="Times New Roman" panose="02020603050405020304" pitchFamily="18" charset="0"/>
                            </a:rPr>
                            <m:t>𝑡h𝑒</m:t>
                          </m:r>
                          <m:r>
                            <a:rPr lang="en-IN" sz="1600" i="1">
                              <a:effectLst/>
                              <a:latin typeface="Cambria Math" panose="02040503050406030204" pitchFamily="18" charset="0"/>
                              <a:ea typeface="Times New Roman" panose="02020603050405020304" pitchFamily="18" charset="0"/>
                              <a:cs typeface="Times New Roman" panose="02020603050405020304" pitchFamily="18" charset="0"/>
                            </a:rPr>
                            <m:t> </m:t>
                          </m:r>
                          <m:r>
                            <a:rPr lang="en-IN" sz="1600" i="1">
                              <a:effectLst/>
                              <a:latin typeface="Cambria Math" panose="02040503050406030204" pitchFamily="18" charset="0"/>
                              <a:ea typeface="Times New Roman" panose="02020603050405020304" pitchFamily="18" charset="0"/>
                              <a:cs typeface="Times New Roman" panose="02020603050405020304" pitchFamily="18" charset="0"/>
                            </a:rPr>
                            <m:t>𝑚𝑎𝑠𝑠</m:t>
                          </m:r>
                          <m:r>
                            <a:rPr lang="en-IN" sz="1600" i="1">
                              <a:effectLst/>
                              <a:latin typeface="Cambria Math" panose="02040503050406030204" pitchFamily="18" charset="0"/>
                              <a:ea typeface="Times New Roman" panose="02020603050405020304" pitchFamily="18" charset="0"/>
                              <a:cs typeface="Times New Roman" panose="02020603050405020304" pitchFamily="18" charset="0"/>
                            </a:rPr>
                            <m:t> </m:t>
                          </m:r>
                          <m:r>
                            <a:rPr lang="en-IN" sz="1600" i="1">
                              <a:effectLst/>
                              <a:latin typeface="Cambria Math" panose="02040503050406030204" pitchFamily="18" charset="0"/>
                              <a:ea typeface="Times New Roman" panose="02020603050405020304" pitchFamily="18" charset="0"/>
                              <a:cs typeface="Times New Roman" panose="02020603050405020304" pitchFamily="18" charset="0"/>
                            </a:rPr>
                            <m:t>𝑜𝑓</m:t>
                          </m:r>
                          <m:r>
                            <a:rPr lang="en-IN" sz="1600" i="1">
                              <a:effectLst/>
                              <a:latin typeface="Cambria Math" panose="02040503050406030204" pitchFamily="18" charset="0"/>
                              <a:ea typeface="Times New Roman" panose="02020603050405020304" pitchFamily="18" charset="0"/>
                              <a:cs typeface="Times New Roman" panose="02020603050405020304" pitchFamily="18" charset="0"/>
                            </a:rPr>
                            <m:t> </m:t>
                          </m:r>
                          <m:r>
                            <a:rPr lang="en-IN" sz="1600" i="1">
                              <a:effectLst/>
                              <a:latin typeface="Cambria Math" panose="02040503050406030204" pitchFamily="18" charset="0"/>
                              <a:ea typeface="Times New Roman" panose="02020603050405020304" pitchFamily="18" charset="0"/>
                              <a:cs typeface="Times New Roman" panose="02020603050405020304" pitchFamily="18" charset="0"/>
                            </a:rPr>
                            <m:t>𝑜𝑛𝑒</m:t>
                          </m:r>
                          <m:r>
                            <a:rPr lang="en-IN" sz="1600" i="1">
                              <a:effectLst/>
                              <a:latin typeface="Cambria Math" panose="02040503050406030204" pitchFamily="18" charset="0"/>
                              <a:ea typeface="Times New Roman" panose="02020603050405020304" pitchFamily="18" charset="0"/>
                              <a:cs typeface="Times New Roman" panose="02020603050405020304" pitchFamily="18" charset="0"/>
                            </a:rPr>
                            <m:t> </m:t>
                          </m:r>
                          <m:r>
                            <a:rPr lang="en-IN" sz="1600" i="1">
                              <a:effectLst/>
                              <a:latin typeface="Cambria Math" panose="02040503050406030204" pitchFamily="18" charset="0"/>
                              <a:ea typeface="Times New Roman" panose="02020603050405020304" pitchFamily="18" charset="0"/>
                              <a:cs typeface="Times New Roman" panose="02020603050405020304" pitchFamily="18" charset="0"/>
                            </a:rPr>
                            <m:t>𝑐𝑎𝑟𝑏𝑜𝑛</m:t>
                          </m:r>
                          <m:r>
                            <a:rPr lang="en-IN" sz="1600" i="1">
                              <a:effectLst/>
                              <a:latin typeface="Cambria Math" panose="02040503050406030204" pitchFamily="18" charset="0"/>
                              <a:ea typeface="Times New Roman" panose="02020603050405020304" pitchFamily="18" charset="0"/>
                              <a:cs typeface="Times New Roman" panose="02020603050405020304" pitchFamily="18" charset="0"/>
                            </a:rPr>
                            <m:t>−12 </m:t>
                          </m:r>
                          <m:r>
                            <a:rPr lang="en-IN" sz="1600" i="1">
                              <a:effectLst/>
                              <a:latin typeface="Cambria Math" panose="02040503050406030204" pitchFamily="18" charset="0"/>
                              <a:ea typeface="Times New Roman" panose="02020603050405020304" pitchFamily="18" charset="0"/>
                              <a:cs typeface="Times New Roman" panose="02020603050405020304" pitchFamily="18" charset="0"/>
                            </a:rPr>
                            <m:t>𝑎𝑡𝑜𝑚</m:t>
                          </m:r>
                          <m:r>
                            <a:rPr lang="en-IN" sz="1600" i="1">
                              <a:effectLst/>
                              <a:latin typeface="Cambria Math" panose="02040503050406030204" pitchFamily="18" charset="0"/>
                              <a:ea typeface="Times New Roman" panose="02020603050405020304" pitchFamily="18" charset="0"/>
                              <a:cs typeface="Times New Roman" panose="02020603050405020304" pitchFamily="18" charset="0"/>
                            </a:rPr>
                            <m:t> </m:t>
                          </m:r>
                        </m:den>
                      </m:f>
                    </m:oMath>
                  </m:oMathPara>
                </a14:m>
                <a:endParaRPr lang="en-MY" sz="1600" dirty="0">
                  <a:effectLst/>
                  <a:latin typeface="Calibri" panose="020F0502020204030204" pitchFamily="34" charset="0"/>
                  <a:ea typeface="Calibri" panose="020F0502020204030204" pitchFamily="34" charset="0"/>
                  <a:cs typeface="Times New Roman" panose="02020603050405020304" pitchFamily="18" charset="0"/>
                </a:endParaRPr>
              </a:p>
            </p:txBody>
          </p:sp>
        </mc:Choice>
        <mc:Fallback xmlns="">
          <p:sp>
            <p:nvSpPr>
              <p:cNvPr id="4" name="Rectangle 3"/>
              <p:cNvSpPr>
                <a:spLocks noRot="1" noChangeAspect="1" noMove="1" noResize="1" noEditPoints="1" noAdjustHandles="1" noChangeArrowheads="1" noChangeShapeType="1" noTextEdit="1"/>
              </p:cNvSpPr>
              <p:nvPr/>
            </p:nvSpPr>
            <p:spPr>
              <a:xfrm>
                <a:off x="503571" y="3551982"/>
                <a:ext cx="7728857" cy="808555"/>
              </a:xfrm>
              <a:prstGeom prst="rect">
                <a:avLst/>
              </a:prstGeom>
              <a:blipFill>
                <a:blip r:embed="rId3"/>
                <a:stretch>
                  <a:fillRect/>
                </a:stretch>
              </a:blipFill>
            </p:spPr>
            <p:txBody>
              <a:bodyPr/>
              <a:lstStyle/>
              <a:p>
                <a:r>
                  <a:rPr lang="en-GB">
                    <a:noFill/>
                  </a:rPr>
                  <a:t> </a:t>
                </a:r>
              </a:p>
            </p:txBody>
          </p:sp>
        </mc:Fallback>
      </mc:AlternateContent>
    </p:spTree>
    <p:extLst>
      <p:ext uri="{BB962C8B-B14F-4D97-AF65-F5344CB8AC3E}">
        <p14:creationId xmlns:p14="http://schemas.microsoft.com/office/powerpoint/2010/main" val="406987397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16"/>
        <p:cNvGrpSpPr/>
        <p:nvPr/>
      </p:nvGrpSpPr>
      <p:grpSpPr>
        <a:xfrm>
          <a:off x="0" y="0"/>
          <a:ext cx="0" cy="0"/>
          <a:chOff x="0" y="0"/>
          <a:chExt cx="0" cy="0"/>
        </a:xfrm>
      </p:grpSpPr>
      <p:sp>
        <p:nvSpPr>
          <p:cNvPr id="117" name="Google Shape;117;p26"/>
          <p:cNvSpPr txBox="1">
            <a:spLocks noGrp="1"/>
          </p:cNvSpPr>
          <p:nvPr>
            <p:ph type="title"/>
          </p:nvPr>
        </p:nvSpPr>
        <p:spPr>
          <a:xfrm>
            <a:off x="421395" y="592925"/>
            <a:ext cx="8352490" cy="767700"/>
          </a:xfrm>
          <a:prstGeom prst="rect">
            <a:avLst/>
          </a:prstGeom>
        </p:spPr>
        <p:txBody>
          <a:bodyPr spcFirstLastPara="1" wrap="square" lIns="91425" tIns="91425" rIns="91425" bIns="91425" anchor="b" anchorCtr="0">
            <a:noAutofit/>
          </a:bodyPr>
          <a:lstStyle/>
          <a:p>
            <a:pPr marL="114300">
              <a:buSzPts val="1800"/>
            </a:pPr>
            <a:r>
              <a:rPr lang="en-IN" dirty="0">
                <a:latin typeface="Calibri" panose="020F0502020204030204" pitchFamily="34" charset="0"/>
              </a:rPr>
              <a:t>Relative molecular mass</a:t>
            </a:r>
            <a:endParaRPr lang="en-MY" dirty="0">
              <a:latin typeface="Calibri" panose="020F0502020204030204" pitchFamily="34" charset="0"/>
            </a:endParaRPr>
          </a:p>
        </p:txBody>
      </p:sp>
      <p:sp>
        <p:nvSpPr>
          <p:cNvPr id="118" name="Google Shape;118;p26"/>
          <p:cNvSpPr txBox="1"/>
          <p:nvPr/>
        </p:nvSpPr>
        <p:spPr>
          <a:xfrm>
            <a:off x="702599" y="2028224"/>
            <a:ext cx="7929771" cy="2783261"/>
          </a:xfrm>
          <a:prstGeom prst="rect">
            <a:avLst/>
          </a:prstGeom>
          <a:noFill/>
          <a:ln>
            <a:noFill/>
          </a:ln>
        </p:spPr>
        <p:txBody>
          <a:bodyPr spcFirstLastPara="1" wrap="square" lIns="91425" tIns="91425" rIns="91425" bIns="91425" anchor="t" anchorCtr="0">
            <a:noAutofit/>
          </a:bodyPr>
          <a:lstStyle/>
          <a:p>
            <a:pPr marL="400050" lvl="0" indent="-285750">
              <a:lnSpc>
                <a:spcPct val="113000"/>
              </a:lnSpc>
              <a:spcBef>
                <a:spcPts val="600"/>
              </a:spcBef>
              <a:buSzPts val="1800"/>
              <a:buFont typeface="Arial" panose="020B0604020202020204" pitchFamily="34" charset="0"/>
              <a:buChar char="•"/>
            </a:pPr>
            <a:r>
              <a:rPr lang="en-MY" sz="1600" dirty="0">
                <a:latin typeface="Calibri" panose="020F0502020204030204" pitchFamily="34" charset="0"/>
              </a:rPr>
              <a:t>Relative molecular mass is the mass of one molecule compared to one-twelfth of the mass of one carbon-12 atom. It is usually calculated by adding the relative atomic mass of all the atoms in a molecule. </a:t>
            </a:r>
          </a:p>
          <a:p>
            <a:pPr marL="400050" lvl="0" indent="-285750">
              <a:lnSpc>
                <a:spcPct val="113000"/>
              </a:lnSpc>
              <a:spcBef>
                <a:spcPts val="600"/>
              </a:spcBef>
              <a:buSzPts val="1800"/>
              <a:buFont typeface="Arial" panose="020B0604020202020204" pitchFamily="34" charset="0"/>
              <a:buChar char="•"/>
            </a:pPr>
            <a:endParaRPr lang="en-MY" sz="1600" dirty="0">
              <a:latin typeface="Calibri" panose="020F0502020204030204" pitchFamily="34" charset="0"/>
            </a:endParaRPr>
          </a:p>
          <a:p>
            <a:pPr marL="114300" lvl="0">
              <a:lnSpc>
                <a:spcPct val="113000"/>
              </a:lnSpc>
              <a:spcBef>
                <a:spcPts val="600"/>
              </a:spcBef>
              <a:buSzPts val="1800"/>
            </a:pPr>
            <a:endParaRPr lang="en-MY" sz="1600" dirty="0">
              <a:latin typeface="Calibri" panose="020F0502020204030204" pitchFamily="34" charset="0"/>
            </a:endParaRPr>
          </a:p>
          <a:p>
            <a:pPr marL="400050" lvl="0" indent="-285750">
              <a:lnSpc>
                <a:spcPct val="113000"/>
              </a:lnSpc>
              <a:spcBef>
                <a:spcPts val="600"/>
              </a:spcBef>
              <a:buSzPts val="1800"/>
              <a:buFont typeface="Arial" panose="020B0604020202020204" pitchFamily="34" charset="0"/>
              <a:buChar char="•"/>
            </a:pPr>
            <a:r>
              <a:rPr lang="en-MY" sz="1600" dirty="0">
                <a:latin typeface="Calibri" panose="020F0502020204030204" pitchFamily="34" charset="0"/>
              </a:rPr>
              <a:t>A water molecule (H</a:t>
            </a:r>
            <a:r>
              <a:rPr lang="en-MY" sz="1600" baseline="-25000" dirty="0">
                <a:latin typeface="Calibri" panose="020F0502020204030204" pitchFamily="34" charset="0"/>
              </a:rPr>
              <a:t>2</a:t>
            </a:r>
            <a:r>
              <a:rPr lang="en-MY" sz="1600" dirty="0">
                <a:latin typeface="Calibri" panose="020F0502020204030204" pitchFamily="34" charset="0"/>
              </a:rPr>
              <a:t>O) consists of two atoms of hydrogen and one atom of oxygen. The relative atomic mass of hydrogen is 1. The relative atomic mass of oxygen is 16. The relative molecular mass of water = (1×2)+ 16=18</a:t>
            </a:r>
          </a:p>
        </p:txBody>
      </p:sp>
      <mc:AlternateContent xmlns:mc="http://schemas.openxmlformats.org/markup-compatibility/2006" xmlns:a14="http://schemas.microsoft.com/office/drawing/2010/main">
        <mc:Choice Requires="a14">
          <p:sp>
            <p:nvSpPr>
              <p:cNvPr id="2" name="Rectangle 1"/>
              <p:cNvSpPr/>
              <p:nvPr/>
            </p:nvSpPr>
            <p:spPr>
              <a:xfrm>
                <a:off x="455625" y="2988110"/>
                <a:ext cx="8284029" cy="539635"/>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r>
                        <a:rPr lang="en-MY" i="1">
                          <a:latin typeface="Cambria Math" panose="02040503050406030204" pitchFamily="18" charset="0"/>
                        </a:rPr>
                        <m:t>𝑟𝑒𝑙𝑎𝑡𝑖𝑣𝑒</m:t>
                      </m:r>
                      <m:r>
                        <a:rPr lang="en-MY">
                          <a:latin typeface="Cambria Math" panose="02040503050406030204" pitchFamily="18" charset="0"/>
                        </a:rPr>
                        <m:t> </m:t>
                      </m:r>
                      <m:r>
                        <a:rPr lang="en-MY" i="1">
                          <a:latin typeface="Cambria Math" panose="02040503050406030204" pitchFamily="18" charset="0"/>
                        </a:rPr>
                        <m:t>𝑚𝑜𝑙𝑒𝑐𝑢𝑙𝑎𝑟</m:t>
                      </m:r>
                      <m:r>
                        <a:rPr lang="en-MY">
                          <a:latin typeface="Cambria Math" panose="02040503050406030204" pitchFamily="18" charset="0"/>
                        </a:rPr>
                        <m:t> </m:t>
                      </m:r>
                      <m:r>
                        <a:rPr lang="en-MY" i="1">
                          <a:latin typeface="Cambria Math" panose="02040503050406030204" pitchFamily="18" charset="0"/>
                        </a:rPr>
                        <m:t>𝑚𝑎𝑠𝑠</m:t>
                      </m:r>
                      <m:r>
                        <a:rPr lang="en-MY">
                          <a:latin typeface="Cambria Math" panose="02040503050406030204" pitchFamily="18" charset="0"/>
                        </a:rPr>
                        <m:t> </m:t>
                      </m:r>
                      <m:d>
                        <m:dPr>
                          <m:ctrlPr>
                            <a:rPr lang="en-MY" i="1">
                              <a:latin typeface="Cambria Math" panose="02040503050406030204" pitchFamily="18" charset="0"/>
                            </a:rPr>
                          </m:ctrlPr>
                        </m:dPr>
                        <m:e>
                          <m:sSub>
                            <m:sSubPr>
                              <m:ctrlPr>
                                <a:rPr lang="en-MY" i="1">
                                  <a:latin typeface="Cambria Math" panose="02040503050406030204" pitchFamily="18" charset="0"/>
                                </a:rPr>
                              </m:ctrlPr>
                            </m:sSubPr>
                            <m:e>
                              <m:r>
                                <a:rPr lang="en-MY" i="1">
                                  <a:latin typeface="Cambria Math" panose="02040503050406030204" pitchFamily="18" charset="0"/>
                                </a:rPr>
                                <m:t>𝑀</m:t>
                              </m:r>
                            </m:e>
                            <m:sub>
                              <m:r>
                                <a:rPr lang="en-MY" i="1">
                                  <a:latin typeface="Cambria Math" panose="02040503050406030204" pitchFamily="18" charset="0"/>
                                </a:rPr>
                                <m:t>𝑟</m:t>
                              </m:r>
                            </m:sub>
                          </m:sSub>
                        </m:e>
                      </m:d>
                      <m:r>
                        <a:rPr lang="en-MY">
                          <a:latin typeface="Cambria Math" panose="02040503050406030204" pitchFamily="18" charset="0"/>
                        </a:rPr>
                        <m:t>=</m:t>
                      </m:r>
                      <m:f>
                        <m:fPr>
                          <m:ctrlPr>
                            <a:rPr lang="en-MY" i="1">
                              <a:latin typeface="Cambria Math" panose="02040503050406030204" pitchFamily="18" charset="0"/>
                            </a:rPr>
                          </m:ctrlPr>
                        </m:fPr>
                        <m:num>
                          <m:r>
                            <a:rPr lang="en-MY" i="1">
                              <a:latin typeface="Cambria Math" panose="02040503050406030204" pitchFamily="18" charset="0"/>
                            </a:rPr>
                            <m:t>𝐴𝑣𝑒𝑟𝑎𝑔𝑒</m:t>
                          </m:r>
                          <m:r>
                            <a:rPr lang="en-MY">
                              <a:latin typeface="Cambria Math" panose="02040503050406030204" pitchFamily="18" charset="0"/>
                            </a:rPr>
                            <m:t> </m:t>
                          </m:r>
                          <m:r>
                            <a:rPr lang="en-MY" i="1">
                              <a:latin typeface="Cambria Math" panose="02040503050406030204" pitchFamily="18" charset="0"/>
                            </a:rPr>
                            <m:t>𝑚𝑎𝑠𝑠</m:t>
                          </m:r>
                          <m:r>
                            <a:rPr lang="en-MY">
                              <a:latin typeface="Cambria Math" panose="02040503050406030204" pitchFamily="18" charset="0"/>
                            </a:rPr>
                            <m:t> </m:t>
                          </m:r>
                          <m:r>
                            <a:rPr lang="en-MY" i="1">
                              <a:latin typeface="Cambria Math" panose="02040503050406030204" pitchFamily="18" charset="0"/>
                            </a:rPr>
                            <m:t>𝑜𝑓</m:t>
                          </m:r>
                          <m:r>
                            <a:rPr lang="en-MY">
                              <a:latin typeface="Cambria Math" panose="02040503050406030204" pitchFamily="18" charset="0"/>
                            </a:rPr>
                            <m:t> </m:t>
                          </m:r>
                          <m:r>
                            <a:rPr lang="en-MY" i="1">
                              <a:latin typeface="Cambria Math" panose="02040503050406030204" pitchFamily="18" charset="0"/>
                            </a:rPr>
                            <m:t>𝑜𝑛𝑒</m:t>
                          </m:r>
                          <m:r>
                            <a:rPr lang="en-MY">
                              <a:latin typeface="Cambria Math" panose="02040503050406030204" pitchFamily="18" charset="0"/>
                            </a:rPr>
                            <m:t> </m:t>
                          </m:r>
                          <m:r>
                            <a:rPr lang="en-MY" i="1">
                              <a:latin typeface="Cambria Math" panose="02040503050406030204" pitchFamily="18" charset="0"/>
                            </a:rPr>
                            <m:t>𝑚𝑜𝑙𝑒𝑐𝑢𝑙𝑒</m:t>
                          </m:r>
                        </m:num>
                        <m:den>
                          <m:r>
                            <a:rPr lang="en-MY">
                              <a:latin typeface="Cambria Math" panose="02040503050406030204" pitchFamily="18" charset="0"/>
                            </a:rPr>
                            <m:t> </m:t>
                          </m:r>
                          <m:r>
                            <a:rPr lang="en-MY" i="1">
                              <a:latin typeface="Cambria Math" panose="02040503050406030204" pitchFamily="18" charset="0"/>
                            </a:rPr>
                            <m:t>𝑜𝑛𝑒</m:t>
                          </m:r>
                          <m:r>
                            <a:rPr lang="en-MY">
                              <a:latin typeface="Cambria Math" panose="02040503050406030204" pitchFamily="18" charset="0"/>
                            </a:rPr>
                            <m:t>−</m:t>
                          </m:r>
                          <m:r>
                            <a:rPr lang="en-MY" i="1">
                              <a:latin typeface="Cambria Math" panose="02040503050406030204" pitchFamily="18" charset="0"/>
                            </a:rPr>
                            <m:t>𝑡𝑤𝑒𝑙𝑓𝑡</m:t>
                          </m:r>
                          <m:r>
                            <a:rPr lang="en-MY" i="1">
                              <a:latin typeface="Cambria Math" panose="02040503050406030204" pitchFamily="18" charset="0"/>
                            </a:rPr>
                            <m:t>h</m:t>
                          </m:r>
                          <m:r>
                            <a:rPr lang="en-MY">
                              <a:latin typeface="Cambria Math" panose="02040503050406030204" pitchFamily="18" charset="0"/>
                            </a:rPr>
                            <m:t> </m:t>
                          </m:r>
                          <m:r>
                            <a:rPr lang="en-MY" i="1">
                              <a:latin typeface="Cambria Math" panose="02040503050406030204" pitchFamily="18" charset="0"/>
                            </a:rPr>
                            <m:t>𝑜𝑓</m:t>
                          </m:r>
                          <m:r>
                            <a:rPr lang="en-MY">
                              <a:latin typeface="Cambria Math" panose="02040503050406030204" pitchFamily="18" charset="0"/>
                            </a:rPr>
                            <m:t> </m:t>
                          </m:r>
                          <m:r>
                            <a:rPr lang="en-MY" i="1">
                              <a:latin typeface="Cambria Math" panose="02040503050406030204" pitchFamily="18" charset="0"/>
                            </a:rPr>
                            <m:t>𝑡</m:t>
                          </m:r>
                          <m:r>
                            <a:rPr lang="en-MY" i="1">
                              <a:latin typeface="Cambria Math" panose="02040503050406030204" pitchFamily="18" charset="0"/>
                            </a:rPr>
                            <m:t>h</m:t>
                          </m:r>
                          <m:r>
                            <a:rPr lang="en-MY" i="1">
                              <a:latin typeface="Cambria Math" panose="02040503050406030204" pitchFamily="18" charset="0"/>
                            </a:rPr>
                            <m:t>𝑒</m:t>
                          </m:r>
                          <m:r>
                            <a:rPr lang="en-MY">
                              <a:latin typeface="Cambria Math" panose="02040503050406030204" pitchFamily="18" charset="0"/>
                            </a:rPr>
                            <m:t> </m:t>
                          </m:r>
                          <m:r>
                            <a:rPr lang="en-MY" i="1">
                              <a:latin typeface="Cambria Math" panose="02040503050406030204" pitchFamily="18" charset="0"/>
                            </a:rPr>
                            <m:t>𝑚𝑎𝑠𝑠</m:t>
                          </m:r>
                          <m:r>
                            <a:rPr lang="en-MY">
                              <a:latin typeface="Cambria Math" panose="02040503050406030204" pitchFamily="18" charset="0"/>
                            </a:rPr>
                            <m:t> </m:t>
                          </m:r>
                          <m:r>
                            <a:rPr lang="en-MY" i="1">
                              <a:latin typeface="Cambria Math" panose="02040503050406030204" pitchFamily="18" charset="0"/>
                            </a:rPr>
                            <m:t>𝑜𝑓</m:t>
                          </m:r>
                          <m:r>
                            <a:rPr lang="en-MY">
                              <a:latin typeface="Cambria Math" panose="02040503050406030204" pitchFamily="18" charset="0"/>
                            </a:rPr>
                            <m:t> </m:t>
                          </m:r>
                          <m:r>
                            <a:rPr lang="en-MY" i="1">
                              <a:latin typeface="Cambria Math" panose="02040503050406030204" pitchFamily="18" charset="0"/>
                            </a:rPr>
                            <m:t>𝑜𝑛𝑒</m:t>
                          </m:r>
                          <m:r>
                            <a:rPr lang="en-MY">
                              <a:latin typeface="Cambria Math" panose="02040503050406030204" pitchFamily="18" charset="0"/>
                            </a:rPr>
                            <m:t> </m:t>
                          </m:r>
                          <m:r>
                            <a:rPr lang="en-MY" i="1">
                              <a:latin typeface="Cambria Math" panose="02040503050406030204" pitchFamily="18" charset="0"/>
                            </a:rPr>
                            <m:t>𝑐𝑎𝑟𝑏𝑜𝑛</m:t>
                          </m:r>
                          <m:r>
                            <a:rPr lang="en-MY">
                              <a:latin typeface="Cambria Math" panose="02040503050406030204" pitchFamily="18" charset="0"/>
                            </a:rPr>
                            <m:t>−</m:t>
                          </m:r>
                          <m:r>
                            <a:rPr lang="en-MY">
                              <a:latin typeface="Cambria Math" panose="02040503050406030204" pitchFamily="18" charset="0"/>
                            </a:rPr>
                            <m:t>12</m:t>
                          </m:r>
                          <m:r>
                            <a:rPr lang="en-MY">
                              <a:latin typeface="Cambria Math" panose="02040503050406030204" pitchFamily="18" charset="0"/>
                            </a:rPr>
                            <m:t> </m:t>
                          </m:r>
                          <m:r>
                            <a:rPr lang="en-MY" i="1">
                              <a:latin typeface="Cambria Math" panose="02040503050406030204" pitchFamily="18" charset="0"/>
                            </a:rPr>
                            <m:t>𝑎𝑡𝑜𝑚</m:t>
                          </m:r>
                          <m:r>
                            <a:rPr lang="en-MY">
                              <a:latin typeface="Cambria Math" panose="02040503050406030204" pitchFamily="18" charset="0"/>
                            </a:rPr>
                            <m:t> </m:t>
                          </m:r>
                        </m:den>
                      </m:f>
                    </m:oMath>
                  </m:oMathPara>
                </a14:m>
                <a:endParaRPr lang="en-MY" dirty="0"/>
              </a:p>
            </p:txBody>
          </p:sp>
        </mc:Choice>
        <mc:Fallback xmlns="">
          <p:sp>
            <p:nvSpPr>
              <p:cNvPr id="2" name="Rectangle 1"/>
              <p:cNvSpPr>
                <a:spLocks noRot="1" noChangeAspect="1" noMove="1" noResize="1" noEditPoints="1" noAdjustHandles="1" noChangeArrowheads="1" noChangeShapeType="1" noTextEdit="1"/>
              </p:cNvSpPr>
              <p:nvPr/>
            </p:nvSpPr>
            <p:spPr>
              <a:xfrm>
                <a:off x="455625" y="2988110"/>
                <a:ext cx="8284029" cy="539635"/>
              </a:xfrm>
              <a:prstGeom prst="rect">
                <a:avLst/>
              </a:prstGeom>
              <a:blipFill>
                <a:blip r:embed="rId3"/>
                <a:stretch>
                  <a:fillRect b="-4494"/>
                </a:stretch>
              </a:blipFill>
            </p:spPr>
            <p:txBody>
              <a:bodyPr/>
              <a:lstStyle/>
              <a:p>
                <a:r>
                  <a:rPr lang="en-GB">
                    <a:noFill/>
                  </a:rPr>
                  <a:t> </a:t>
                </a:r>
              </a:p>
            </p:txBody>
          </p:sp>
        </mc:Fallback>
      </mc:AlternateContent>
    </p:spTree>
    <p:extLst>
      <p:ext uri="{BB962C8B-B14F-4D97-AF65-F5344CB8AC3E}">
        <p14:creationId xmlns:p14="http://schemas.microsoft.com/office/powerpoint/2010/main" val="20718248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16"/>
        <p:cNvGrpSpPr/>
        <p:nvPr/>
      </p:nvGrpSpPr>
      <p:grpSpPr>
        <a:xfrm>
          <a:off x="0" y="0"/>
          <a:ext cx="0" cy="0"/>
          <a:chOff x="0" y="0"/>
          <a:chExt cx="0" cy="0"/>
        </a:xfrm>
      </p:grpSpPr>
      <p:sp>
        <p:nvSpPr>
          <p:cNvPr id="117" name="Google Shape;117;p26"/>
          <p:cNvSpPr txBox="1">
            <a:spLocks noGrp="1"/>
          </p:cNvSpPr>
          <p:nvPr>
            <p:ph type="title"/>
          </p:nvPr>
        </p:nvSpPr>
        <p:spPr>
          <a:xfrm>
            <a:off x="421395" y="592925"/>
            <a:ext cx="8352490" cy="767700"/>
          </a:xfrm>
          <a:prstGeom prst="rect">
            <a:avLst/>
          </a:prstGeom>
        </p:spPr>
        <p:txBody>
          <a:bodyPr spcFirstLastPara="1" wrap="square" lIns="91425" tIns="91425" rIns="91425" bIns="91425" anchor="b" anchorCtr="0">
            <a:noAutofit/>
          </a:bodyPr>
          <a:lstStyle/>
          <a:p>
            <a:pPr marL="114300">
              <a:buSzPts val="1800"/>
            </a:pPr>
            <a:r>
              <a:rPr lang="en-IN" dirty="0">
                <a:latin typeface="Calibri" panose="020F0502020204030204" pitchFamily="34" charset="0"/>
              </a:rPr>
              <a:t>Relative molecular mass &amp; relative formula mass</a:t>
            </a:r>
            <a:endParaRPr lang="en-MY" dirty="0">
              <a:latin typeface="Calibri" panose="020F0502020204030204" pitchFamily="34" charset="0"/>
            </a:endParaRPr>
          </a:p>
        </p:txBody>
      </p:sp>
      <mc:AlternateContent xmlns:mc="http://schemas.openxmlformats.org/markup-compatibility/2006" xmlns:a14="http://schemas.microsoft.com/office/drawing/2010/main">
        <mc:Choice Requires="a14">
          <p:sp>
            <p:nvSpPr>
              <p:cNvPr id="118" name="Google Shape;118;p26"/>
              <p:cNvSpPr txBox="1"/>
              <p:nvPr/>
            </p:nvSpPr>
            <p:spPr>
              <a:xfrm>
                <a:off x="702599" y="2028224"/>
                <a:ext cx="7929771" cy="2783261"/>
              </a:xfrm>
              <a:prstGeom prst="rect">
                <a:avLst/>
              </a:prstGeom>
              <a:noFill/>
              <a:ln>
                <a:noFill/>
              </a:ln>
            </p:spPr>
            <p:txBody>
              <a:bodyPr spcFirstLastPara="1" wrap="square" lIns="91425" tIns="91425" rIns="91425" bIns="91425" anchor="t" anchorCtr="0">
                <a:noAutofit/>
              </a:bodyPr>
              <a:lstStyle/>
              <a:p>
                <a:pPr marL="400050" lvl="0" indent="-285750">
                  <a:lnSpc>
                    <a:spcPct val="113000"/>
                  </a:lnSpc>
                  <a:spcBef>
                    <a:spcPts val="600"/>
                  </a:spcBef>
                  <a:buSzPts val="1800"/>
                  <a:buFont typeface="Arial" panose="020B0604020202020204" pitchFamily="34" charset="0"/>
                  <a:buChar char="•"/>
                </a:pPr>
                <a:r>
                  <a:rPr lang="en-MY" sz="1600" dirty="0">
                    <a:latin typeface="Calibri" panose="020F0502020204030204" pitchFamily="34" charset="0"/>
                  </a:rPr>
                  <a:t>The relative formula mass is the term used to denote ionic compounds that do not exist as individual molecules. </a:t>
                </a:r>
              </a:p>
              <a:p>
                <a:pPr marL="400050" lvl="0" indent="-285750">
                  <a:lnSpc>
                    <a:spcPct val="113000"/>
                  </a:lnSpc>
                  <a:spcBef>
                    <a:spcPts val="600"/>
                  </a:spcBef>
                  <a:buSzPts val="1800"/>
                  <a:buFont typeface="Arial" panose="020B0604020202020204" pitchFamily="34" charset="0"/>
                  <a:buChar char="•"/>
                </a:pPr>
                <a:r>
                  <a:rPr lang="en-MY" sz="1600" dirty="0">
                    <a:latin typeface="Calibri" panose="020F0502020204030204" pitchFamily="34" charset="0"/>
                  </a:rPr>
                  <a:t>The relative formula mass of magnesium chloride </a:t>
                </a:r>
                <a:r>
                  <a:rPr lang="en-IN" sz="1600" dirty="0"/>
                  <a:t>(</a:t>
                </a:r>
                <a14:m>
                  <m:oMath xmlns:m="http://schemas.openxmlformats.org/officeDocument/2006/math">
                    <m:r>
                      <a:rPr lang="en-IN" sz="1600" i="1">
                        <a:latin typeface="Cambria Math" panose="02040503050406030204" pitchFamily="18" charset="0"/>
                      </a:rPr>
                      <m:t>𝑀𝑔</m:t>
                    </m:r>
                    <m:sSub>
                      <m:sSubPr>
                        <m:ctrlPr>
                          <a:rPr lang="en-MY" sz="1600" i="1">
                            <a:latin typeface="Cambria Math" panose="02040503050406030204" pitchFamily="18" charset="0"/>
                          </a:rPr>
                        </m:ctrlPr>
                      </m:sSubPr>
                      <m:e>
                        <m:r>
                          <a:rPr lang="en-IN" sz="1600" i="1">
                            <a:latin typeface="Cambria Math" panose="02040503050406030204" pitchFamily="18" charset="0"/>
                          </a:rPr>
                          <m:t>𝐶𝑙</m:t>
                        </m:r>
                      </m:e>
                      <m:sub>
                        <m:r>
                          <a:rPr lang="en-IN" sz="1600" i="1">
                            <a:latin typeface="Cambria Math" panose="02040503050406030204" pitchFamily="18" charset="0"/>
                          </a:rPr>
                          <m:t>2</m:t>
                        </m:r>
                      </m:sub>
                    </m:sSub>
                  </m:oMath>
                </a14:m>
                <a:r>
                  <a:rPr lang="en-IN" sz="1600" dirty="0"/>
                  <a:t>)</a:t>
                </a:r>
                <a:r>
                  <a:rPr lang="en-MY" sz="1600" dirty="0">
                    <a:latin typeface="Calibri" panose="020F0502020204030204" pitchFamily="34" charset="0"/>
                  </a:rPr>
                  <a:t> is:</a:t>
                </a:r>
              </a:p>
              <a:p>
                <a:pPr lvl="1">
                  <a:lnSpc>
                    <a:spcPct val="113000"/>
                  </a:lnSpc>
                  <a:spcBef>
                    <a:spcPts val="600"/>
                  </a:spcBef>
                  <a:buSzPts val="1800"/>
                </a:pPr>
                <a:r>
                  <a:rPr lang="en-MY" sz="1600" dirty="0">
                    <a:latin typeface="Calibri" panose="020F0502020204030204" pitchFamily="34" charset="0"/>
                  </a:rPr>
                  <a:t>	Relative atomic mass: Mg=24.3 and Cl = 35.5</a:t>
                </a:r>
              </a:p>
              <a:p>
                <a:pPr lvl="1">
                  <a:lnSpc>
                    <a:spcPct val="113000"/>
                  </a:lnSpc>
                  <a:spcBef>
                    <a:spcPts val="600"/>
                  </a:spcBef>
                  <a:buSzPts val="1800"/>
                </a:pPr>
                <a:r>
                  <a:rPr lang="en-MY" sz="1600" dirty="0">
                    <a:latin typeface="Calibri" panose="020F0502020204030204" pitchFamily="34" charset="0"/>
                  </a:rPr>
                  <a:t>	Relative formula mass= 24.3 + (35.5×2) = 95.3</a:t>
                </a:r>
              </a:p>
            </p:txBody>
          </p:sp>
        </mc:Choice>
        <mc:Fallback xmlns="">
          <p:sp>
            <p:nvSpPr>
              <p:cNvPr id="118" name="Google Shape;118;p26"/>
              <p:cNvSpPr txBox="1">
                <a:spLocks noRot="1" noChangeAspect="1" noMove="1" noResize="1" noEditPoints="1" noAdjustHandles="1" noChangeArrowheads="1" noChangeShapeType="1" noTextEdit="1"/>
              </p:cNvSpPr>
              <p:nvPr/>
            </p:nvSpPr>
            <p:spPr>
              <a:xfrm>
                <a:off x="702599" y="2028224"/>
                <a:ext cx="7929771" cy="2783261"/>
              </a:xfrm>
              <a:prstGeom prst="rect">
                <a:avLst/>
              </a:prstGeom>
              <a:blipFill>
                <a:blip r:embed="rId3"/>
                <a:stretch>
                  <a:fillRect/>
                </a:stretch>
              </a:blipFill>
              <a:ln>
                <a:noFill/>
              </a:ln>
            </p:spPr>
            <p:txBody>
              <a:bodyPr/>
              <a:lstStyle/>
              <a:p>
                <a:r>
                  <a:rPr lang="en-GB">
                    <a:noFill/>
                  </a:rPr>
                  <a:t> </a:t>
                </a:r>
              </a:p>
            </p:txBody>
          </p:sp>
        </mc:Fallback>
      </mc:AlternateContent>
    </p:spTree>
    <p:extLst>
      <p:ext uri="{BB962C8B-B14F-4D97-AF65-F5344CB8AC3E}">
        <p14:creationId xmlns:p14="http://schemas.microsoft.com/office/powerpoint/2010/main" val="211972362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16"/>
        <p:cNvGrpSpPr/>
        <p:nvPr/>
      </p:nvGrpSpPr>
      <p:grpSpPr>
        <a:xfrm>
          <a:off x="0" y="0"/>
          <a:ext cx="0" cy="0"/>
          <a:chOff x="0" y="0"/>
          <a:chExt cx="0" cy="0"/>
        </a:xfrm>
      </p:grpSpPr>
      <p:sp>
        <p:nvSpPr>
          <p:cNvPr id="117" name="Google Shape;117;p26"/>
          <p:cNvSpPr txBox="1">
            <a:spLocks noGrp="1"/>
          </p:cNvSpPr>
          <p:nvPr>
            <p:ph type="title"/>
          </p:nvPr>
        </p:nvSpPr>
        <p:spPr>
          <a:xfrm>
            <a:off x="933024" y="592925"/>
            <a:ext cx="7448975" cy="767700"/>
          </a:xfrm>
          <a:prstGeom prst="rect">
            <a:avLst/>
          </a:prstGeom>
        </p:spPr>
        <p:txBody>
          <a:bodyPr spcFirstLastPara="1" wrap="square" lIns="91425" tIns="91425" rIns="91425" bIns="91425" anchor="b" anchorCtr="0">
            <a:noAutofit/>
          </a:bodyPr>
          <a:lstStyle/>
          <a:p>
            <a:pPr marL="114300">
              <a:buSzPts val="1800"/>
            </a:pPr>
            <a:r>
              <a:rPr lang="en-IN" dirty="0">
                <a:latin typeface="Calibri" panose="020F0502020204030204" pitchFamily="34" charset="0"/>
              </a:rPr>
              <a:t>Mole and Avogadro Constant </a:t>
            </a:r>
            <a:endParaRPr lang="en-MY" dirty="0">
              <a:latin typeface="Calibri" panose="020F0502020204030204" pitchFamily="34" charset="0"/>
            </a:endParaRPr>
          </a:p>
        </p:txBody>
      </p:sp>
      <p:sp>
        <p:nvSpPr>
          <p:cNvPr id="118" name="Google Shape;118;p26"/>
          <p:cNvSpPr txBox="1"/>
          <p:nvPr/>
        </p:nvSpPr>
        <p:spPr>
          <a:xfrm>
            <a:off x="326571" y="1843168"/>
            <a:ext cx="5104529" cy="2492100"/>
          </a:xfrm>
          <a:prstGeom prst="rect">
            <a:avLst/>
          </a:prstGeom>
          <a:noFill/>
          <a:ln>
            <a:noFill/>
          </a:ln>
        </p:spPr>
        <p:txBody>
          <a:bodyPr spcFirstLastPara="1" wrap="square" lIns="91425" tIns="91425" rIns="91425" bIns="91425" anchor="t" anchorCtr="0">
            <a:noAutofit/>
          </a:bodyPr>
          <a:lstStyle/>
          <a:p>
            <a:pPr marL="285750" lvl="0" indent="-285750" algn="just">
              <a:lnSpc>
                <a:spcPct val="114000"/>
              </a:lnSpc>
              <a:spcBef>
                <a:spcPts val="600"/>
              </a:spcBef>
              <a:buClr>
                <a:srgbClr val="434343"/>
              </a:buClr>
              <a:buSzPts val="1600"/>
              <a:buFont typeface="Arial" panose="020B0604020202020204" pitchFamily="34" charset="0"/>
              <a:buChar char="•"/>
            </a:pPr>
            <a:r>
              <a:rPr lang="en-IN" sz="1600" dirty="0">
                <a:latin typeface="Calibri" panose="020F0502020204030204" pitchFamily="34" charset="0"/>
                <a:ea typeface="Roboto Condensed"/>
                <a:cs typeface="Calibri" panose="020F0502020204030204" pitchFamily="34" charset="0"/>
                <a:sym typeface="Roboto Condensed"/>
              </a:rPr>
              <a:t>One mole of substance is the amount of that substance that has the same number of specific particles (atoms, molecules and ions) as there are atoms in exactly 12 g of the carbon-12 isotope. </a:t>
            </a:r>
          </a:p>
          <a:p>
            <a:pPr marL="285750" lvl="0" indent="-285750" algn="just">
              <a:lnSpc>
                <a:spcPct val="114000"/>
              </a:lnSpc>
              <a:spcBef>
                <a:spcPts val="600"/>
              </a:spcBef>
              <a:buClr>
                <a:srgbClr val="434343"/>
              </a:buClr>
              <a:buSzPts val="1600"/>
              <a:buFont typeface="Arial" panose="020B0604020202020204" pitchFamily="34" charset="0"/>
              <a:buChar char="•"/>
            </a:pPr>
            <a:r>
              <a:rPr lang="en-IN" sz="1600" dirty="0">
                <a:latin typeface="Calibri" panose="020F0502020204030204" pitchFamily="34" charset="0"/>
                <a:ea typeface="Roboto Condensed"/>
                <a:cs typeface="Calibri" panose="020F0502020204030204" pitchFamily="34" charset="0"/>
                <a:sym typeface="Roboto Condensed"/>
              </a:rPr>
              <a:t>The number of atoms in one mole of atoms is 6.02×10</a:t>
            </a:r>
            <a:r>
              <a:rPr lang="en-IN" sz="1600" baseline="30000" dirty="0">
                <a:latin typeface="Calibri" panose="020F0502020204030204" pitchFamily="34" charset="0"/>
                <a:ea typeface="Roboto Condensed"/>
                <a:cs typeface="Calibri" panose="020F0502020204030204" pitchFamily="34" charset="0"/>
                <a:sym typeface="Roboto Condensed"/>
              </a:rPr>
              <a:t>23</a:t>
            </a:r>
            <a:r>
              <a:rPr lang="en-IN" sz="1600" dirty="0">
                <a:latin typeface="Calibri" panose="020F0502020204030204" pitchFamily="34" charset="0"/>
                <a:ea typeface="Roboto Condensed"/>
                <a:cs typeface="Calibri" panose="020F0502020204030204" pitchFamily="34" charset="0"/>
                <a:sym typeface="Roboto Condensed"/>
              </a:rPr>
              <a:t>. This number is called the Avogadro constant. </a:t>
            </a:r>
          </a:p>
          <a:p>
            <a:pPr marL="285750" lvl="0" indent="-285750" algn="just">
              <a:lnSpc>
                <a:spcPct val="114000"/>
              </a:lnSpc>
              <a:spcBef>
                <a:spcPts val="600"/>
              </a:spcBef>
              <a:buClr>
                <a:srgbClr val="434343"/>
              </a:buClr>
              <a:buSzPts val="1600"/>
              <a:buFont typeface="Arial" panose="020B0604020202020204" pitchFamily="34" charset="0"/>
              <a:buChar char="•"/>
            </a:pPr>
            <a:r>
              <a:rPr lang="en-IN" sz="1600" dirty="0">
                <a:latin typeface="Calibri" panose="020F0502020204030204" pitchFamily="34" charset="0"/>
                <a:ea typeface="Roboto Condensed"/>
                <a:cs typeface="Calibri" panose="020F0502020204030204" pitchFamily="34" charset="0"/>
                <a:sym typeface="Roboto Condensed"/>
              </a:rPr>
              <a:t>This rule holds good for atoms, molecules, ions and electrons. </a:t>
            </a:r>
          </a:p>
        </p:txBody>
      </p:sp>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545386" y="1926881"/>
            <a:ext cx="3311665" cy="2993462"/>
          </a:xfrm>
          <a:prstGeom prst="rect">
            <a:avLst/>
          </a:prstGeom>
        </p:spPr>
      </p:pic>
    </p:spTree>
    <p:extLst>
      <p:ext uri="{BB962C8B-B14F-4D97-AF65-F5344CB8AC3E}">
        <p14:creationId xmlns:p14="http://schemas.microsoft.com/office/powerpoint/2010/main" val="13809973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16"/>
        <p:cNvGrpSpPr/>
        <p:nvPr/>
      </p:nvGrpSpPr>
      <p:grpSpPr>
        <a:xfrm>
          <a:off x="0" y="0"/>
          <a:ext cx="0" cy="0"/>
          <a:chOff x="0" y="0"/>
          <a:chExt cx="0" cy="0"/>
        </a:xfrm>
      </p:grpSpPr>
      <p:sp>
        <p:nvSpPr>
          <p:cNvPr id="117" name="Google Shape;117;p26"/>
          <p:cNvSpPr txBox="1">
            <a:spLocks noGrp="1"/>
          </p:cNvSpPr>
          <p:nvPr>
            <p:ph type="title"/>
          </p:nvPr>
        </p:nvSpPr>
        <p:spPr>
          <a:xfrm>
            <a:off x="933024" y="592925"/>
            <a:ext cx="7448975" cy="767700"/>
          </a:xfrm>
          <a:prstGeom prst="rect">
            <a:avLst/>
          </a:prstGeom>
        </p:spPr>
        <p:txBody>
          <a:bodyPr spcFirstLastPara="1" wrap="square" lIns="91425" tIns="91425" rIns="91425" bIns="91425" anchor="b" anchorCtr="0">
            <a:noAutofit/>
          </a:bodyPr>
          <a:lstStyle/>
          <a:p>
            <a:pPr marL="114300">
              <a:buSzPts val="1800"/>
            </a:pPr>
            <a:r>
              <a:rPr lang="en-IN" dirty="0">
                <a:latin typeface="Calibri" panose="020F0502020204030204" pitchFamily="34" charset="0"/>
              </a:rPr>
              <a:t>Mole and Avogadro Constant </a:t>
            </a:r>
            <a:endParaRPr lang="en-MY" dirty="0">
              <a:latin typeface="Calibri" panose="020F0502020204030204" pitchFamily="34" charset="0"/>
            </a:endParaRPr>
          </a:p>
        </p:txBody>
      </p:sp>
      <p:sp>
        <p:nvSpPr>
          <p:cNvPr id="118" name="Google Shape;118;p26"/>
          <p:cNvSpPr txBox="1"/>
          <p:nvPr/>
        </p:nvSpPr>
        <p:spPr>
          <a:xfrm>
            <a:off x="326571" y="1843168"/>
            <a:ext cx="5104529" cy="2492100"/>
          </a:xfrm>
          <a:prstGeom prst="rect">
            <a:avLst/>
          </a:prstGeom>
          <a:noFill/>
          <a:ln>
            <a:noFill/>
          </a:ln>
        </p:spPr>
        <p:txBody>
          <a:bodyPr spcFirstLastPara="1" wrap="square" lIns="91425" tIns="91425" rIns="91425" bIns="91425" anchor="t" anchorCtr="0">
            <a:noAutofit/>
          </a:bodyPr>
          <a:lstStyle/>
          <a:p>
            <a:pPr marL="285750" lvl="0" indent="-285750" algn="just">
              <a:lnSpc>
                <a:spcPct val="114000"/>
              </a:lnSpc>
              <a:spcBef>
                <a:spcPts val="600"/>
              </a:spcBef>
              <a:buClr>
                <a:srgbClr val="434343"/>
              </a:buClr>
              <a:buSzPts val="1600"/>
              <a:buFont typeface="Arial" panose="020B0604020202020204" pitchFamily="34" charset="0"/>
              <a:buChar char="•"/>
            </a:pPr>
            <a:r>
              <a:rPr lang="en-IN" sz="1600" dirty="0">
                <a:latin typeface="Calibri" panose="020F0502020204030204" pitchFamily="34" charset="0"/>
                <a:ea typeface="Roboto Condensed"/>
                <a:cs typeface="Calibri" panose="020F0502020204030204" pitchFamily="34" charset="0"/>
                <a:sym typeface="Roboto Condensed"/>
              </a:rPr>
              <a:t>Examples: </a:t>
            </a:r>
          </a:p>
          <a:p>
            <a:pPr marL="285750" lvl="0" indent="-285750" algn="just">
              <a:lnSpc>
                <a:spcPct val="114000"/>
              </a:lnSpc>
              <a:spcBef>
                <a:spcPts val="600"/>
              </a:spcBef>
              <a:buClr>
                <a:srgbClr val="434343"/>
              </a:buClr>
              <a:buSzPts val="1600"/>
              <a:buFont typeface="Arial" panose="020B0604020202020204" pitchFamily="34" charset="0"/>
              <a:buChar char="•"/>
            </a:pPr>
            <a:r>
              <a:rPr lang="en-IN" sz="1600" dirty="0">
                <a:latin typeface="Calibri" panose="020F0502020204030204" pitchFamily="34" charset="0"/>
                <a:ea typeface="Roboto Condensed"/>
                <a:cs typeface="Calibri" panose="020F0502020204030204" pitchFamily="34" charset="0"/>
                <a:sym typeface="Roboto Condensed"/>
              </a:rPr>
              <a:t>Both one mole of sulphur and one mole of iron contain 6.02×10</a:t>
            </a:r>
            <a:r>
              <a:rPr lang="en-IN" sz="1600" baseline="30000" dirty="0">
                <a:latin typeface="Calibri" panose="020F0502020204030204" pitchFamily="34" charset="0"/>
                <a:ea typeface="Roboto Condensed"/>
                <a:cs typeface="Calibri" panose="020F0502020204030204" pitchFamily="34" charset="0"/>
                <a:sym typeface="Roboto Condensed"/>
              </a:rPr>
              <a:t>23</a:t>
            </a:r>
            <a:r>
              <a:rPr lang="en-IN" sz="1600" dirty="0">
                <a:latin typeface="Calibri" panose="020F0502020204030204" pitchFamily="34" charset="0"/>
                <a:ea typeface="Roboto Condensed"/>
                <a:cs typeface="Calibri" panose="020F0502020204030204" pitchFamily="34" charset="0"/>
                <a:sym typeface="Roboto Condensed"/>
              </a:rPr>
              <a:t> atoms. </a:t>
            </a:r>
          </a:p>
          <a:p>
            <a:pPr marL="285750" lvl="0" indent="-285750" algn="just">
              <a:lnSpc>
                <a:spcPct val="114000"/>
              </a:lnSpc>
              <a:spcBef>
                <a:spcPts val="600"/>
              </a:spcBef>
              <a:buClr>
                <a:srgbClr val="434343"/>
              </a:buClr>
              <a:buSzPts val="1600"/>
              <a:buFont typeface="Arial" panose="020B0604020202020204" pitchFamily="34" charset="0"/>
              <a:buChar char="•"/>
            </a:pPr>
            <a:r>
              <a:rPr lang="en-IN" sz="1600" dirty="0">
                <a:latin typeface="Calibri" panose="020F0502020204030204" pitchFamily="34" charset="0"/>
                <a:ea typeface="Roboto Condensed"/>
                <a:cs typeface="Calibri" panose="020F0502020204030204" pitchFamily="34" charset="0"/>
                <a:sym typeface="Roboto Condensed"/>
              </a:rPr>
              <a:t>One mole of potassium chloride contains 1 mole of potassium ions and 1 mole of chloride ions, that is, 6.02×10</a:t>
            </a:r>
            <a:r>
              <a:rPr lang="en-IN" sz="1600" baseline="30000" dirty="0">
                <a:latin typeface="Calibri" panose="020F0502020204030204" pitchFamily="34" charset="0"/>
                <a:ea typeface="Roboto Condensed"/>
                <a:cs typeface="Calibri" panose="020F0502020204030204" pitchFamily="34" charset="0"/>
                <a:sym typeface="Roboto Condensed"/>
              </a:rPr>
              <a:t>23 </a:t>
            </a:r>
            <a:r>
              <a:rPr lang="en-IN" sz="1600" dirty="0">
                <a:latin typeface="Calibri" panose="020F0502020204030204" pitchFamily="34" charset="0"/>
                <a:ea typeface="Roboto Condensed"/>
                <a:cs typeface="Calibri" panose="020F0502020204030204" pitchFamily="34" charset="0"/>
                <a:sym typeface="Roboto Condensed"/>
              </a:rPr>
              <a:t>potassium ions and 6.02×10</a:t>
            </a:r>
            <a:r>
              <a:rPr lang="en-IN" sz="1600" baseline="30000" dirty="0">
                <a:latin typeface="Calibri" panose="020F0502020204030204" pitchFamily="34" charset="0"/>
                <a:ea typeface="Roboto Condensed"/>
                <a:cs typeface="Calibri" panose="020F0502020204030204" pitchFamily="34" charset="0"/>
                <a:sym typeface="Roboto Condensed"/>
              </a:rPr>
              <a:t>23</a:t>
            </a:r>
            <a:r>
              <a:rPr lang="en-IN" sz="1600" dirty="0">
                <a:latin typeface="Calibri" panose="020F0502020204030204" pitchFamily="34" charset="0"/>
                <a:ea typeface="Roboto Condensed"/>
                <a:cs typeface="Calibri" panose="020F0502020204030204" pitchFamily="34" charset="0"/>
                <a:sym typeface="Roboto Condensed"/>
              </a:rPr>
              <a:t> chloride ions.</a:t>
            </a:r>
            <a:r>
              <a:rPr lang="en-IN" sz="1600" baseline="30000" dirty="0">
                <a:latin typeface="Calibri" panose="020F0502020204030204" pitchFamily="34" charset="0"/>
                <a:ea typeface="Roboto Condensed"/>
                <a:cs typeface="Calibri" panose="020F0502020204030204" pitchFamily="34" charset="0"/>
                <a:sym typeface="Roboto Condensed"/>
              </a:rPr>
              <a:t> </a:t>
            </a:r>
          </a:p>
          <a:p>
            <a:pPr marL="285750" lvl="0" indent="-285750" algn="just">
              <a:lnSpc>
                <a:spcPct val="114000"/>
              </a:lnSpc>
              <a:spcBef>
                <a:spcPts val="600"/>
              </a:spcBef>
              <a:buClr>
                <a:srgbClr val="434343"/>
              </a:buClr>
              <a:buSzPts val="1600"/>
              <a:buFont typeface="Arial" panose="020B0604020202020204" pitchFamily="34" charset="0"/>
              <a:buChar char="•"/>
            </a:pPr>
            <a:r>
              <a:rPr lang="en-IN" sz="1600" dirty="0">
                <a:latin typeface="Calibri" panose="020F0502020204030204" pitchFamily="34" charset="0"/>
                <a:ea typeface="Roboto Condensed"/>
                <a:cs typeface="Calibri" panose="020F0502020204030204" pitchFamily="34" charset="0"/>
                <a:sym typeface="Roboto Condensed"/>
              </a:rPr>
              <a:t>Similarly, a mole of carbon dioxide molecules consists of 1 mole of carbon atoms and 2 mole of oxygen atoms. </a:t>
            </a:r>
          </a:p>
        </p:txBody>
      </p:sp>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545386" y="1926881"/>
            <a:ext cx="3311665" cy="2993462"/>
          </a:xfrm>
          <a:prstGeom prst="rect">
            <a:avLst/>
          </a:prstGeom>
        </p:spPr>
      </p:pic>
    </p:spTree>
    <p:extLst>
      <p:ext uri="{BB962C8B-B14F-4D97-AF65-F5344CB8AC3E}">
        <p14:creationId xmlns:p14="http://schemas.microsoft.com/office/powerpoint/2010/main" val="283343187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16"/>
        <p:cNvGrpSpPr/>
        <p:nvPr/>
      </p:nvGrpSpPr>
      <p:grpSpPr>
        <a:xfrm>
          <a:off x="0" y="0"/>
          <a:ext cx="0" cy="0"/>
          <a:chOff x="0" y="0"/>
          <a:chExt cx="0" cy="0"/>
        </a:xfrm>
      </p:grpSpPr>
      <p:sp>
        <p:nvSpPr>
          <p:cNvPr id="117" name="Google Shape;117;p26"/>
          <p:cNvSpPr txBox="1">
            <a:spLocks noGrp="1"/>
          </p:cNvSpPr>
          <p:nvPr>
            <p:ph type="title"/>
          </p:nvPr>
        </p:nvSpPr>
        <p:spPr>
          <a:xfrm>
            <a:off x="933024" y="592925"/>
            <a:ext cx="7448975" cy="767700"/>
          </a:xfrm>
          <a:prstGeom prst="rect">
            <a:avLst/>
          </a:prstGeom>
        </p:spPr>
        <p:txBody>
          <a:bodyPr spcFirstLastPara="1" wrap="square" lIns="91425" tIns="91425" rIns="91425" bIns="91425" anchor="b" anchorCtr="0">
            <a:noAutofit/>
          </a:bodyPr>
          <a:lstStyle/>
          <a:p>
            <a:pPr marL="114300">
              <a:buSzPts val="1800"/>
            </a:pPr>
            <a:r>
              <a:rPr lang="en-IN" dirty="0">
                <a:latin typeface="Calibri" panose="020F0502020204030204" pitchFamily="34" charset="0"/>
              </a:rPr>
              <a:t>Mole and Avogadro Constant </a:t>
            </a:r>
            <a:endParaRPr lang="en-MY" dirty="0">
              <a:latin typeface="Calibri" panose="020F0502020204030204" pitchFamily="34" charset="0"/>
            </a:endParaRPr>
          </a:p>
        </p:txBody>
      </p:sp>
      <p:sp>
        <p:nvSpPr>
          <p:cNvPr id="118" name="Google Shape;118;p26"/>
          <p:cNvSpPr txBox="1"/>
          <p:nvPr/>
        </p:nvSpPr>
        <p:spPr>
          <a:xfrm>
            <a:off x="326571" y="2058475"/>
            <a:ext cx="8348799" cy="2492100"/>
          </a:xfrm>
          <a:prstGeom prst="rect">
            <a:avLst/>
          </a:prstGeom>
          <a:noFill/>
          <a:ln>
            <a:noFill/>
          </a:ln>
        </p:spPr>
        <p:txBody>
          <a:bodyPr spcFirstLastPara="1" wrap="square" lIns="91425" tIns="91425" rIns="91425" bIns="91425" anchor="t" anchorCtr="0">
            <a:noAutofit/>
          </a:bodyPr>
          <a:lstStyle/>
          <a:p>
            <a:pPr marL="400050" lvl="0" indent="-285750" algn="just">
              <a:buSzPts val="1800"/>
              <a:buFont typeface="Arial" panose="020B0604020202020204" pitchFamily="34" charset="0"/>
              <a:buChar char="•"/>
            </a:pPr>
            <a:r>
              <a:rPr lang="en-MY" sz="1600" dirty="0">
                <a:latin typeface="Calibri" panose="020F0502020204030204" pitchFamily="34" charset="0"/>
              </a:rPr>
              <a:t>The mass of a mole of the substance is called molar mass. The molar mass of an element is found on the periodic table and its unit is grams/mole. </a:t>
            </a:r>
          </a:p>
          <a:p>
            <a:pPr marL="400050" lvl="0" indent="-285750" algn="just">
              <a:buSzPts val="1800"/>
              <a:buFont typeface="Arial" panose="020B0604020202020204" pitchFamily="34" charset="0"/>
              <a:buChar char="•"/>
            </a:pPr>
            <a:r>
              <a:rPr lang="en-MY" sz="1600" dirty="0">
                <a:latin typeface="Calibri" panose="020F0502020204030204" pitchFamily="34" charset="0"/>
              </a:rPr>
              <a:t>The molar mass of a molecule is found by adding the individual atomic masses of its atoms.</a:t>
            </a:r>
          </a:p>
          <a:p>
            <a:pPr marL="400050" lvl="0" indent="-285750" algn="just">
              <a:buSzPts val="1800"/>
              <a:buFont typeface="Arial" panose="020B0604020202020204" pitchFamily="34" charset="0"/>
              <a:buChar char="•"/>
            </a:pPr>
            <a:endParaRPr lang="en-MY" sz="1600" dirty="0">
              <a:latin typeface="Calibri" panose="020F0502020204030204" pitchFamily="34" charset="0"/>
            </a:endParaRPr>
          </a:p>
          <a:p>
            <a:pPr marL="400050" lvl="0" indent="-285750" algn="just">
              <a:buSzPts val="1800"/>
              <a:buFont typeface="Arial" panose="020B0604020202020204" pitchFamily="34" charset="0"/>
              <a:buChar char="•"/>
            </a:pPr>
            <a:endParaRPr lang="en-MY" sz="1600" dirty="0">
              <a:latin typeface="Calibri" panose="020F0502020204030204" pitchFamily="34" charset="0"/>
            </a:endParaRPr>
          </a:p>
          <a:p>
            <a:pPr marL="400050" lvl="0" indent="-285750" algn="just">
              <a:buSzPts val="1800"/>
              <a:buFont typeface="Arial" panose="020B0604020202020204" pitchFamily="34" charset="0"/>
              <a:buChar char="•"/>
            </a:pPr>
            <a:endParaRPr lang="en-MY" sz="1600" dirty="0">
              <a:latin typeface="Calibri" panose="020F0502020204030204" pitchFamily="34" charset="0"/>
            </a:endParaRPr>
          </a:p>
          <a:p>
            <a:pPr marL="114300" lvl="0" algn="just">
              <a:buSzPts val="1800"/>
            </a:pPr>
            <a:endParaRPr lang="en-MY" sz="1600" dirty="0">
              <a:latin typeface="Calibri" panose="020F0502020204030204" pitchFamily="34" charset="0"/>
            </a:endParaRPr>
          </a:p>
          <a:p>
            <a:pPr marL="400050" lvl="0" indent="-285750" algn="just">
              <a:buSzPts val="1800"/>
              <a:buFont typeface="Arial" panose="020B0604020202020204" pitchFamily="34" charset="0"/>
              <a:buChar char="•"/>
            </a:pPr>
            <a:r>
              <a:rPr lang="en-US" sz="1600" dirty="0">
                <a:latin typeface="Calibri" panose="020F0502020204030204" pitchFamily="34" charset="0"/>
              </a:rPr>
              <a:t>In case of atoms, a mole (mol) is the number of atoms of a substance that make up the relative atomic mass, </a:t>
            </a:r>
            <a:r>
              <a:rPr lang="en-US" sz="1600" dirty="0" err="1">
                <a:latin typeface="Calibri" panose="020F0502020204030204" pitchFamily="34" charset="0"/>
              </a:rPr>
              <a:t>Ar</a:t>
            </a:r>
            <a:r>
              <a:rPr lang="en-US" sz="1600" dirty="0">
                <a:latin typeface="Calibri" panose="020F0502020204030204" pitchFamily="34" charset="0"/>
              </a:rPr>
              <a:t> in grams. </a:t>
            </a:r>
          </a:p>
          <a:p>
            <a:pPr marL="400050" lvl="0" indent="-285750" algn="just">
              <a:buSzPts val="1800"/>
              <a:buFont typeface="Arial" panose="020B0604020202020204" pitchFamily="34" charset="0"/>
              <a:buChar char="•"/>
            </a:pPr>
            <a:r>
              <a:rPr lang="en-US" sz="1600" dirty="0">
                <a:latin typeface="Calibri" panose="020F0502020204030204" pitchFamily="34" charset="0"/>
              </a:rPr>
              <a:t>In case of molecules, a mole is the number of molecules of a substance that make up the relative molecular mass in grams. </a:t>
            </a:r>
          </a:p>
          <a:p>
            <a:pPr marL="400050" lvl="0" indent="-285750" algn="just">
              <a:buSzPts val="1800"/>
              <a:buFont typeface="Arial" panose="020B0604020202020204" pitchFamily="34" charset="0"/>
              <a:buChar char="•"/>
            </a:pPr>
            <a:endParaRPr sz="1600" dirty="0">
              <a:latin typeface="Calibri" panose="020F0502020204030204" pitchFamily="34" charset="0"/>
            </a:endParaRPr>
          </a:p>
        </p:txBody>
      </p:sp>
      <mc:AlternateContent xmlns:mc="http://schemas.openxmlformats.org/markup-compatibility/2006" xmlns:a14="http://schemas.microsoft.com/office/drawing/2010/main">
        <mc:Choice Requires="a14">
          <p:sp>
            <p:nvSpPr>
              <p:cNvPr id="3" name="Rectangle 2"/>
              <p:cNvSpPr/>
              <p:nvPr/>
            </p:nvSpPr>
            <p:spPr>
              <a:xfrm>
                <a:off x="1257301" y="2816827"/>
                <a:ext cx="7033258" cy="975395"/>
              </a:xfrm>
              <a:prstGeom prst="rect">
                <a:avLst/>
              </a:prstGeom>
            </p:spPr>
            <p:txBody>
              <a:bodyPr wrap="square">
                <a:spAutoFit/>
              </a:bodyPr>
              <a:lstStyle/>
              <a:p>
                <a:pPr marL="457200" algn="just">
                  <a:lnSpc>
                    <a:spcPct val="115000"/>
                  </a:lnSpc>
                </a:pPr>
                <a14:m>
                  <m:oMathPara xmlns:m="http://schemas.openxmlformats.org/officeDocument/2006/math">
                    <m:oMathParaPr>
                      <m:jc m:val="centerGroup"/>
                    </m:oMathParaPr>
                    <m:oMath xmlns:m="http://schemas.openxmlformats.org/officeDocument/2006/math">
                      <m:r>
                        <a:rPr lang="en-IN" i="1" smtClean="0">
                          <a:latin typeface="Cambria Math" panose="02040503050406030204" pitchFamily="18" charset="0"/>
                          <a:ea typeface="Calibri" panose="020F0502020204030204" pitchFamily="34" charset="0"/>
                          <a:cs typeface="Times New Roman" panose="02020603050405020304" pitchFamily="18" charset="0"/>
                        </a:rPr>
                        <m:t>𝐴𝑚𝑜𝑢𝑛𝑡</m:t>
                      </m:r>
                      <m:r>
                        <a:rPr lang="en-IN" i="1" smtClean="0">
                          <a:latin typeface="Cambria Math" panose="02040503050406030204" pitchFamily="18" charset="0"/>
                          <a:ea typeface="Calibri" panose="020F0502020204030204" pitchFamily="34" charset="0"/>
                          <a:cs typeface="Times New Roman" panose="02020603050405020304" pitchFamily="18" charset="0"/>
                        </a:rPr>
                        <m:t> </m:t>
                      </m:r>
                      <m:r>
                        <a:rPr lang="en-IN" i="1" smtClean="0">
                          <a:latin typeface="Cambria Math" panose="02040503050406030204" pitchFamily="18" charset="0"/>
                          <a:ea typeface="Calibri" panose="020F0502020204030204" pitchFamily="34" charset="0"/>
                          <a:cs typeface="Times New Roman" panose="02020603050405020304" pitchFamily="18" charset="0"/>
                        </a:rPr>
                        <m:t>𝑜𝑓</m:t>
                      </m:r>
                      <m:r>
                        <a:rPr lang="en-IN" i="1" smtClean="0">
                          <a:latin typeface="Cambria Math" panose="02040503050406030204" pitchFamily="18" charset="0"/>
                          <a:ea typeface="Calibri" panose="020F0502020204030204" pitchFamily="34" charset="0"/>
                          <a:cs typeface="Times New Roman" panose="02020603050405020304" pitchFamily="18" charset="0"/>
                        </a:rPr>
                        <m:t> </m:t>
                      </m:r>
                      <m:r>
                        <a:rPr lang="en-IN" i="1" smtClean="0">
                          <a:latin typeface="Cambria Math" panose="02040503050406030204" pitchFamily="18" charset="0"/>
                          <a:ea typeface="Calibri" panose="020F0502020204030204" pitchFamily="34" charset="0"/>
                          <a:cs typeface="Times New Roman" panose="02020603050405020304" pitchFamily="18" charset="0"/>
                        </a:rPr>
                        <m:t>𝑠𝑢𝑏𝑠𝑡𝑎𝑛𝑐𝑒</m:t>
                      </m:r>
                      <m:r>
                        <a:rPr lang="en-IN" i="1" smtClean="0">
                          <a:latin typeface="Cambria Math" panose="02040503050406030204" pitchFamily="18" charset="0"/>
                          <a:ea typeface="Calibri" panose="020F0502020204030204" pitchFamily="34" charset="0"/>
                          <a:cs typeface="Times New Roman" panose="02020603050405020304" pitchFamily="18" charset="0"/>
                        </a:rPr>
                        <m:t> </m:t>
                      </m:r>
                      <m:d>
                        <m:dPr>
                          <m:ctrlPr>
                            <a:rPr lang="en-MY" i="1">
                              <a:effectLst/>
                              <a:latin typeface="Cambria Math" panose="02040503050406030204" pitchFamily="18" charset="0"/>
                              <a:ea typeface="Calibri" panose="020F0502020204030204" pitchFamily="34" charset="0"/>
                              <a:cs typeface="Times New Roman" panose="02020603050405020304" pitchFamily="18" charset="0"/>
                            </a:rPr>
                          </m:ctrlPr>
                        </m:dPr>
                        <m:e>
                          <m:r>
                            <a:rPr lang="en-IN" i="1">
                              <a:effectLst/>
                              <a:latin typeface="Cambria Math" panose="02040503050406030204" pitchFamily="18" charset="0"/>
                              <a:ea typeface="Calibri" panose="020F0502020204030204" pitchFamily="34" charset="0"/>
                              <a:cs typeface="Times New Roman" panose="02020603050405020304" pitchFamily="18" charset="0"/>
                            </a:rPr>
                            <m:t>𝑚𝑜𝑙</m:t>
                          </m:r>
                        </m:e>
                      </m:d>
                      <m:r>
                        <a:rPr lang="en-IN" i="1">
                          <a:effectLst/>
                          <a:latin typeface="Cambria Math" panose="02040503050406030204" pitchFamily="18" charset="0"/>
                          <a:ea typeface="Calibri" panose="020F0502020204030204" pitchFamily="34" charset="0"/>
                          <a:cs typeface="Times New Roman" panose="02020603050405020304" pitchFamily="18" charset="0"/>
                        </a:rPr>
                        <m:t>=</m:t>
                      </m:r>
                      <m:f>
                        <m:fPr>
                          <m:ctrlPr>
                            <a:rPr lang="en-MY" i="1">
                              <a:effectLst/>
                              <a:latin typeface="Cambria Math" panose="02040503050406030204" pitchFamily="18" charset="0"/>
                              <a:ea typeface="Calibri" panose="020F0502020204030204" pitchFamily="34" charset="0"/>
                              <a:cs typeface="Times New Roman" panose="02020603050405020304" pitchFamily="18" charset="0"/>
                            </a:rPr>
                          </m:ctrlPr>
                        </m:fPr>
                        <m:num>
                          <m:r>
                            <a:rPr lang="en-IN" i="1">
                              <a:effectLst/>
                              <a:latin typeface="Cambria Math" panose="02040503050406030204" pitchFamily="18" charset="0"/>
                              <a:ea typeface="Calibri" panose="020F0502020204030204" pitchFamily="34" charset="0"/>
                              <a:cs typeface="Times New Roman" panose="02020603050405020304" pitchFamily="18" charset="0"/>
                            </a:rPr>
                            <m:t>𝑚𝑎𝑠𝑠</m:t>
                          </m:r>
                          <m:r>
                            <a:rPr lang="en-IN" i="1">
                              <a:effectLst/>
                              <a:latin typeface="Cambria Math" panose="02040503050406030204" pitchFamily="18" charset="0"/>
                              <a:ea typeface="Calibri" panose="020F0502020204030204" pitchFamily="34" charset="0"/>
                              <a:cs typeface="Times New Roman" panose="02020603050405020304" pitchFamily="18" charset="0"/>
                            </a:rPr>
                            <m:t> (</m:t>
                          </m:r>
                          <m:r>
                            <a:rPr lang="en-IN" i="1">
                              <a:effectLst/>
                              <a:latin typeface="Cambria Math" panose="02040503050406030204" pitchFamily="18" charset="0"/>
                              <a:ea typeface="Calibri" panose="020F0502020204030204" pitchFamily="34" charset="0"/>
                              <a:cs typeface="Times New Roman" panose="02020603050405020304" pitchFamily="18" charset="0"/>
                            </a:rPr>
                            <m:t>𝑔</m:t>
                          </m:r>
                          <m:r>
                            <a:rPr lang="en-IN" i="1">
                              <a:effectLst/>
                              <a:latin typeface="Cambria Math" panose="02040503050406030204" pitchFamily="18" charset="0"/>
                              <a:ea typeface="Calibri" panose="020F0502020204030204" pitchFamily="34" charset="0"/>
                              <a:cs typeface="Times New Roman" panose="02020603050405020304" pitchFamily="18" charset="0"/>
                            </a:rPr>
                            <m:t>)</m:t>
                          </m:r>
                        </m:num>
                        <m:den>
                          <m:r>
                            <a:rPr lang="en-IN" i="1">
                              <a:effectLst/>
                              <a:latin typeface="Cambria Math" panose="02040503050406030204" pitchFamily="18" charset="0"/>
                              <a:ea typeface="Calibri" panose="020F0502020204030204" pitchFamily="34" charset="0"/>
                              <a:cs typeface="Times New Roman" panose="02020603050405020304" pitchFamily="18" charset="0"/>
                            </a:rPr>
                            <m:t>𝑚𝑜𝑙𝑎𝑟</m:t>
                          </m:r>
                          <m:r>
                            <a:rPr lang="en-IN" i="1">
                              <a:effectLst/>
                              <a:latin typeface="Cambria Math" panose="02040503050406030204" pitchFamily="18" charset="0"/>
                              <a:ea typeface="Calibri" panose="020F0502020204030204" pitchFamily="34" charset="0"/>
                              <a:cs typeface="Times New Roman" panose="02020603050405020304" pitchFamily="18" charset="0"/>
                            </a:rPr>
                            <m:t> </m:t>
                          </m:r>
                          <m:r>
                            <a:rPr lang="en-IN" i="1">
                              <a:effectLst/>
                              <a:latin typeface="Cambria Math" panose="02040503050406030204" pitchFamily="18" charset="0"/>
                              <a:ea typeface="Calibri" panose="020F0502020204030204" pitchFamily="34" charset="0"/>
                              <a:cs typeface="Times New Roman" panose="02020603050405020304" pitchFamily="18" charset="0"/>
                            </a:rPr>
                            <m:t>𝑚𝑎𝑠𝑠</m:t>
                          </m:r>
                          <m:r>
                            <a:rPr lang="en-IN" i="1">
                              <a:effectLst/>
                              <a:latin typeface="Cambria Math" panose="02040503050406030204" pitchFamily="18" charset="0"/>
                              <a:ea typeface="Calibri" panose="020F0502020204030204" pitchFamily="34" charset="0"/>
                              <a:cs typeface="Times New Roman" panose="02020603050405020304" pitchFamily="18" charset="0"/>
                            </a:rPr>
                            <m:t> (</m:t>
                          </m:r>
                          <m:f>
                            <m:fPr>
                              <m:ctrlPr>
                                <a:rPr lang="en-MY" i="1">
                                  <a:effectLst/>
                                  <a:latin typeface="Cambria Math" panose="02040503050406030204" pitchFamily="18" charset="0"/>
                                  <a:ea typeface="Calibri" panose="020F0502020204030204" pitchFamily="34" charset="0"/>
                                  <a:cs typeface="Times New Roman" panose="02020603050405020304" pitchFamily="18" charset="0"/>
                                </a:rPr>
                              </m:ctrlPr>
                            </m:fPr>
                            <m:num>
                              <m:r>
                                <a:rPr lang="en-IN" i="1">
                                  <a:effectLst/>
                                  <a:latin typeface="Cambria Math" panose="02040503050406030204" pitchFamily="18" charset="0"/>
                                  <a:ea typeface="Calibri" panose="020F0502020204030204" pitchFamily="34" charset="0"/>
                                  <a:cs typeface="Times New Roman" panose="02020603050405020304" pitchFamily="18" charset="0"/>
                                </a:rPr>
                                <m:t>𝑔</m:t>
                              </m:r>
                            </m:num>
                            <m:den>
                              <m:r>
                                <a:rPr lang="en-IN" i="1">
                                  <a:effectLst/>
                                  <a:latin typeface="Cambria Math" panose="02040503050406030204" pitchFamily="18" charset="0"/>
                                  <a:ea typeface="Calibri" panose="020F0502020204030204" pitchFamily="34" charset="0"/>
                                  <a:cs typeface="Times New Roman" panose="02020603050405020304" pitchFamily="18" charset="0"/>
                                </a:rPr>
                                <m:t>𝑚𝑜𝑙</m:t>
                              </m:r>
                            </m:den>
                          </m:f>
                          <m:r>
                            <a:rPr lang="en-IN" i="1">
                              <a:effectLst/>
                              <a:latin typeface="Cambria Math" panose="02040503050406030204" pitchFamily="18" charset="0"/>
                              <a:ea typeface="Calibri" panose="020F0502020204030204" pitchFamily="34" charset="0"/>
                              <a:cs typeface="Times New Roman" panose="02020603050405020304" pitchFamily="18" charset="0"/>
                            </a:rPr>
                            <m:t>)</m:t>
                          </m:r>
                        </m:den>
                      </m:f>
                    </m:oMath>
                  </m:oMathPara>
                </a14:m>
                <a:endParaRPr lang="en-MY" dirty="0">
                  <a:effectLst/>
                  <a:latin typeface="Calibri" panose="020F0502020204030204" pitchFamily="34" charset="0"/>
                  <a:ea typeface="Calibri" panose="020F0502020204030204" pitchFamily="34" charset="0"/>
                  <a:cs typeface="Times New Roman" panose="02020603050405020304" pitchFamily="18" charset="0"/>
                </a:endParaRPr>
              </a:p>
              <a:p>
                <a:pPr marL="457200" algn="just">
                  <a:lnSpc>
                    <a:spcPct val="115000"/>
                  </a:lnSpc>
                </a:pPr>
                <a14:m>
                  <m:oMathPara xmlns:m="http://schemas.openxmlformats.org/officeDocument/2006/math">
                    <m:oMathParaPr>
                      <m:jc m:val="centerGroup"/>
                    </m:oMathParaPr>
                    <m:oMath xmlns:m="http://schemas.openxmlformats.org/officeDocument/2006/math">
                      <m:r>
                        <a:rPr lang="en-IN" i="1">
                          <a:effectLst/>
                          <a:latin typeface="Cambria Math" panose="02040503050406030204" pitchFamily="18" charset="0"/>
                          <a:ea typeface="Calibri" panose="020F0502020204030204" pitchFamily="34" charset="0"/>
                          <a:cs typeface="Times New Roman" panose="02020603050405020304" pitchFamily="18" charset="0"/>
                        </a:rPr>
                        <m:t>𝑛𝑢𝑚𝑏𝑒𝑟</m:t>
                      </m:r>
                      <m:r>
                        <a:rPr lang="en-IN" i="1">
                          <a:effectLst/>
                          <a:latin typeface="Cambria Math" panose="02040503050406030204" pitchFamily="18" charset="0"/>
                          <a:ea typeface="Calibri" panose="020F0502020204030204" pitchFamily="34" charset="0"/>
                          <a:cs typeface="Times New Roman" panose="02020603050405020304" pitchFamily="18" charset="0"/>
                        </a:rPr>
                        <m:t> </m:t>
                      </m:r>
                      <m:r>
                        <a:rPr lang="en-IN" i="1">
                          <a:effectLst/>
                          <a:latin typeface="Cambria Math" panose="02040503050406030204" pitchFamily="18" charset="0"/>
                          <a:ea typeface="Calibri" panose="020F0502020204030204" pitchFamily="34" charset="0"/>
                          <a:cs typeface="Times New Roman" panose="02020603050405020304" pitchFamily="18" charset="0"/>
                        </a:rPr>
                        <m:t>𝑜𝑓</m:t>
                      </m:r>
                      <m:r>
                        <a:rPr lang="en-IN" i="1">
                          <a:effectLst/>
                          <a:latin typeface="Cambria Math" panose="02040503050406030204" pitchFamily="18" charset="0"/>
                          <a:ea typeface="Calibri" panose="020F0502020204030204" pitchFamily="34" charset="0"/>
                          <a:cs typeface="Times New Roman" panose="02020603050405020304" pitchFamily="18" charset="0"/>
                        </a:rPr>
                        <m:t> </m:t>
                      </m:r>
                      <m:r>
                        <a:rPr lang="en-IN" i="1">
                          <a:effectLst/>
                          <a:latin typeface="Cambria Math" panose="02040503050406030204" pitchFamily="18" charset="0"/>
                          <a:ea typeface="Calibri" panose="020F0502020204030204" pitchFamily="34" charset="0"/>
                          <a:cs typeface="Times New Roman" panose="02020603050405020304" pitchFamily="18" charset="0"/>
                        </a:rPr>
                        <m:t>𝑝𝑎𝑟𝑡𝑖𝑐𝑙𝑒𝑠</m:t>
                      </m:r>
                      <m:r>
                        <a:rPr lang="en-MY" b="0" i="1" smtClean="0">
                          <a:effectLst/>
                          <a:latin typeface="Cambria Math" panose="02040503050406030204" pitchFamily="18" charset="0"/>
                          <a:ea typeface="Calibri" panose="020F0502020204030204" pitchFamily="34" charset="0"/>
                          <a:cs typeface="Times New Roman" panose="02020603050405020304" pitchFamily="18" charset="0"/>
                        </a:rPr>
                        <m:t> =</m:t>
                      </m:r>
                      <m:r>
                        <a:rPr lang="en-IN" i="1">
                          <a:effectLst/>
                          <a:latin typeface="Cambria Math" panose="02040503050406030204" pitchFamily="18" charset="0"/>
                          <a:ea typeface="Calibri" panose="020F0502020204030204" pitchFamily="34" charset="0"/>
                          <a:cs typeface="Times New Roman" panose="02020603050405020304" pitchFamily="18" charset="0"/>
                        </a:rPr>
                        <m:t>𝑎𝑚𝑜𝑢𝑛𝑡</m:t>
                      </m:r>
                      <m:r>
                        <a:rPr lang="en-IN" i="1">
                          <a:effectLst/>
                          <a:latin typeface="Cambria Math" panose="02040503050406030204" pitchFamily="18" charset="0"/>
                          <a:ea typeface="Calibri" panose="020F0502020204030204" pitchFamily="34" charset="0"/>
                          <a:cs typeface="Times New Roman" panose="02020603050405020304" pitchFamily="18" charset="0"/>
                        </a:rPr>
                        <m:t> </m:t>
                      </m:r>
                      <m:r>
                        <a:rPr lang="en-IN" i="1">
                          <a:effectLst/>
                          <a:latin typeface="Cambria Math" panose="02040503050406030204" pitchFamily="18" charset="0"/>
                          <a:ea typeface="Calibri" panose="020F0502020204030204" pitchFamily="34" charset="0"/>
                          <a:cs typeface="Times New Roman" panose="02020603050405020304" pitchFamily="18" charset="0"/>
                        </a:rPr>
                        <m:t>𝑜𝑓</m:t>
                      </m:r>
                      <m:r>
                        <a:rPr lang="en-IN" i="1">
                          <a:effectLst/>
                          <a:latin typeface="Cambria Math" panose="02040503050406030204" pitchFamily="18" charset="0"/>
                          <a:ea typeface="Calibri" panose="020F0502020204030204" pitchFamily="34" charset="0"/>
                          <a:cs typeface="Times New Roman" panose="02020603050405020304" pitchFamily="18" charset="0"/>
                        </a:rPr>
                        <m:t> </m:t>
                      </m:r>
                      <m:r>
                        <a:rPr lang="en-IN" i="1">
                          <a:effectLst/>
                          <a:latin typeface="Cambria Math" panose="02040503050406030204" pitchFamily="18" charset="0"/>
                          <a:ea typeface="Calibri" panose="020F0502020204030204" pitchFamily="34" charset="0"/>
                          <a:cs typeface="Times New Roman" panose="02020603050405020304" pitchFamily="18" charset="0"/>
                        </a:rPr>
                        <m:t>𝑠𝑢𝑏𝑠𝑡𝑎𝑛𝑐𝑒</m:t>
                      </m:r>
                      <m:r>
                        <a:rPr lang="en-IN" i="1">
                          <a:effectLst/>
                          <a:latin typeface="Cambria Math" panose="02040503050406030204" pitchFamily="18" charset="0"/>
                          <a:ea typeface="Calibri" panose="020F0502020204030204" pitchFamily="34" charset="0"/>
                          <a:cs typeface="Times New Roman" panose="02020603050405020304" pitchFamily="18" charset="0"/>
                        </a:rPr>
                        <m:t> </m:t>
                      </m:r>
                      <m:d>
                        <m:dPr>
                          <m:ctrlPr>
                            <a:rPr lang="en-MY" i="1">
                              <a:effectLst/>
                              <a:latin typeface="Cambria Math" panose="02040503050406030204" pitchFamily="18" charset="0"/>
                              <a:ea typeface="Calibri" panose="020F0502020204030204" pitchFamily="34" charset="0"/>
                              <a:cs typeface="Times New Roman" panose="02020603050405020304" pitchFamily="18" charset="0"/>
                            </a:rPr>
                          </m:ctrlPr>
                        </m:dPr>
                        <m:e>
                          <m:r>
                            <a:rPr lang="en-IN" i="1">
                              <a:effectLst/>
                              <a:latin typeface="Cambria Math" panose="02040503050406030204" pitchFamily="18" charset="0"/>
                              <a:ea typeface="Calibri" panose="020F0502020204030204" pitchFamily="34" charset="0"/>
                              <a:cs typeface="Times New Roman" panose="02020603050405020304" pitchFamily="18" charset="0"/>
                            </a:rPr>
                            <m:t>𝑚𝑜𝑙</m:t>
                          </m:r>
                        </m:e>
                      </m:d>
                      <m:r>
                        <a:rPr lang="en-IN" i="1">
                          <a:effectLst/>
                          <a:latin typeface="Cambria Math" panose="02040503050406030204" pitchFamily="18" charset="0"/>
                          <a:ea typeface="Calibri" panose="020F0502020204030204" pitchFamily="34" charset="0"/>
                          <a:cs typeface="Times New Roman" panose="02020603050405020304" pitchFamily="18" charset="0"/>
                        </a:rPr>
                        <m:t>×</m:t>
                      </m:r>
                      <m:r>
                        <a:rPr lang="en-IN" i="1">
                          <a:effectLst/>
                          <a:latin typeface="Cambria Math" panose="02040503050406030204" pitchFamily="18" charset="0"/>
                          <a:ea typeface="Calibri" panose="020F0502020204030204" pitchFamily="34" charset="0"/>
                          <a:cs typeface="Times New Roman" panose="02020603050405020304" pitchFamily="18" charset="0"/>
                        </a:rPr>
                        <m:t>𝐴𝑣𝑜𝑔𝑎𝑑𝑟𝑜</m:t>
                      </m:r>
                      <m:r>
                        <a:rPr lang="en-IN" i="1">
                          <a:effectLst/>
                          <a:latin typeface="Cambria Math" panose="02040503050406030204" pitchFamily="18" charset="0"/>
                          <a:ea typeface="Calibri" panose="020F0502020204030204" pitchFamily="34" charset="0"/>
                          <a:cs typeface="Times New Roman" panose="02020603050405020304" pitchFamily="18" charset="0"/>
                        </a:rPr>
                        <m:t> </m:t>
                      </m:r>
                      <m:r>
                        <a:rPr lang="en-IN" i="1">
                          <a:effectLst/>
                          <a:latin typeface="Cambria Math" panose="02040503050406030204" pitchFamily="18" charset="0"/>
                          <a:ea typeface="Calibri" panose="020F0502020204030204" pitchFamily="34" charset="0"/>
                          <a:cs typeface="Times New Roman" panose="02020603050405020304" pitchFamily="18" charset="0"/>
                        </a:rPr>
                        <m:t>𝑐𝑜𝑛𝑠𝑡𝑎𝑛𝑡</m:t>
                      </m:r>
                    </m:oMath>
                  </m:oMathPara>
                </a14:m>
                <a:endParaRPr lang="en-MY" dirty="0">
                  <a:effectLst/>
                  <a:latin typeface="Calibri" panose="020F0502020204030204" pitchFamily="34" charset="0"/>
                  <a:ea typeface="Calibri" panose="020F0502020204030204" pitchFamily="34" charset="0"/>
                  <a:cs typeface="Times New Roman" panose="02020603050405020304" pitchFamily="18" charset="0"/>
                </a:endParaRPr>
              </a:p>
            </p:txBody>
          </p:sp>
        </mc:Choice>
        <mc:Fallback xmlns="">
          <p:sp>
            <p:nvSpPr>
              <p:cNvPr id="3" name="Rectangle 2"/>
              <p:cNvSpPr>
                <a:spLocks noRot="1" noChangeAspect="1" noMove="1" noResize="1" noEditPoints="1" noAdjustHandles="1" noChangeArrowheads="1" noChangeShapeType="1" noTextEdit="1"/>
              </p:cNvSpPr>
              <p:nvPr/>
            </p:nvSpPr>
            <p:spPr>
              <a:xfrm>
                <a:off x="1257301" y="2816827"/>
                <a:ext cx="7033258" cy="975395"/>
              </a:xfrm>
              <a:prstGeom prst="rect">
                <a:avLst/>
              </a:prstGeom>
              <a:blipFill>
                <a:blip r:embed="rId3"/>
                <a:stretch>
                  <a:fillRect/>
                </a:stretch>
              </a:blipFill>
            </p:spPr>
            <p:txBody>
              <a:bodyPr/>
              <a:lstStyle/>
              <a:p>
                <a:r>
                  <a:rPr lang="en-GB">
                    <a:noFill/>
                  </a:rPr>
                  <a:t> </a:t>
                </a:r>
              </a:p>
            </p:txBody>
          </p:sp>
        </mc:Fallback>
      </mc:AlternateContent>
    </p:spTree>
    <p:extLst>
      <p:ext uri="{BB962C8B-B14F-4D97-AF65-F5344CB8AC3E}">
        <p14:creationId xmlns:p14="http://schemas.microsoft.com/office/powerpoint/2010/main" val="77923680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16"/>
        <p:cNvGrpSpPr/>
        <p:nvPr/>
      </p:nvGrpSpPr>
      <p:grpSpPr>
        <a:xfrm>
          <a:off x="0" y="0"/>
          <a:ext cx="0" cy="0"/>
          <a:chOff x="0" y="0"/>
          <a:chExt cx="0" cy="0"/>
        </a:xfrm>
      </p:grpSpPr>
      <p:sp>
        <p:nvSpPr>
          <p:cNvPr id="117" name="Google Shape;117;p26"/>
          <p:cNvSpPr txBox="1">
            <a:spLocks noGrp="1"/>
          </p:cNvSpPr>
          <p:nvPr>
            <p:ph type="title"/>
          </p:nvPr>
        </p:nvSpPr>
        <p:spPr>
          <a:xfrm>
            <a:off x="933024" y="592925"/>
            <a:ext cx="7448975" cy="767700"/>
          </a:xfrm>
          <a:prstGeom prst="rect">
            <a:avLst/>
          </a:prstGeom>
        </p:spPr>
        <p:txBody>
          <a:bodyPr spcFirstLastPara="1" wrap="square" lIns="91425" tIns="91425" rIns="91425" bIns="91425" anchor="b" anchorCtr="0">
            <a:noAutofit/>
          </a:bodyPr>
          <a:lstStyle/>
          <a:p>
            <a:pPr marL="114300">
              <a:buSzPts val="1800"/>
            </a:pPr>
            <a:r>
              <a:rPr lang="en-IN" dirty="0">
                <a:latin typeface="Calibri" panose="020F0502020204030204" pitchFamily="34" charset="0"/>
              </a:rPr>
              <a:t>Mole and Avogadro Constant </a:t>
            </a:r>
            <a:endParaRPr lang="en-MY" dirty="0">
              <a:latin typeface="Calibri" panose="020F0502020204030204" pitchFamily="34" charset="0"/>
            </a:endParaRPr>
          </a:p>
        </p:txBody>
      </p:sp>
      <mc:AlternateContent xmlns:mc="http://schemas.openxmlformats.org/markup-compatibility/2006" xmlns:a14="http://schemas.microsoft.com/office/drawing/2010/main">
        <mc:Choice Requires="a14">
          <p:sp>
            <p:nvSpPr>
              <p:cNvPr id="118" name="Google Shape;118;p26"/>
              <p:cNvSpPr txBox="1"/>
              <p:nvPr/>
            </p:nvSpPr>
            <p:spPr>
              <a:xfrm>
                <a:off x="620889" y="1978634"/>
                <a:ext cx="7924396" cy="2492100"/>
              </a:xfrm>
              <a:prstGeom prst="rect">
                <a:avLst/>
              </a:prstGeom>
              <a:noFill/>
              <a:ln>
                <a:noFill/>
              </a:ln>
            </p:spPr>
            <p:txBody>
              <a:bodyPr spcFirstLastPara="1" wrap="square" lIns="91425" tIns="91425" rIns="91425" bIns="91425" anchor="t" anchorCtr="0">
                <a:noAutofit/>
              </a:bodyPr>
              <a:lstStyle/>
              <a:p>
                <a:r>
                  <a:rPr lang="en-IN" sz="1600" b="1" dirty="0">
                    <a:latin typeface="Calibri" panose="020F0502020204030204" pitchFamily="34" charset="0"/>
                  </a:rPr>
                  <a:t>Example 1:</a:t>
                </a:r>
                <a:r>
                  <a:rPr lang="en-IN" sz="1600" dirty="0">
                    <a:latin typeface="Calibri" panose="020F0502020204030204" pitchFamily="34" charset="0"/>
                  </a:rPr>
                  <a:t> How many moles and what number of particles are present in 6g of carbon? </a:t>
                </a:r>
              </a:p>
              <a:p>
                <a:endParaRPr lang="en-MY" sz="1600" dirty="0">
                  <a:latin typeface="Calibri" panose="020F0502020204030204" pitchFamily="34" charset="0"/>
                </a:endParaRPr>
              </a:p>
              <a:p>
                <a:r>
                  <a:rPr lang="en-IN" sz="1600" b="1" dirty="0">
                    <a:latin typeface="Calibri" panose="020F0502020204030204" pitchFamily="34" charset="0"/>
                  </a:rPr>
                  <a:t>Solution: </a:t>
                </a:r>
                <a:r>
                  <a:rPr lang="en-IN" sz="1600" dirty="0">
                    <a:latin typeface="Calibri" panose="020F0502020204030204" pitchFamily="34" charset="0"/>
                  </a:rPr>
                  <a:t>One mole of an element has a mass in grams that is equal to the relative atomic mass. Therefore, 1 mole of carbon weighs 12 g (relative atomic mass of carbon=12).</a:t>
                </a:r>
                <a:endParaRPr lang="en-MY" sz="1600" dirty="0">
                  <a:latin typeface="Calibri" panose="020F0502020204030204" pitchFamily="34" charset="0"/>
                </a:endParaRPr>
              </a:p>
              <a:p>
                <a:r>
                  <a:rPr lang="en-IN" sz="1600" dirty="0">
                    <a:latin typeface="Calibri" panose="020F0502020204030204" pitchFamily="34" charset="0"/>
                  </a:rPr>
                  <a:t>Hence, </a:t>
                </a:r>
                <a:endParaRPr lang="en-MY" sz="1600" dirty="0">
                  <a:latin typeface="Calibri" panose="020F0502020204030204" pitchFamily="34" charset="0"/>
                </a:endParaRPr>
              </a:p>
              <a:p>
                <a:pPr/>
                <a14:m>
                  <m:oMathPara xmlns:m="http://schemas.openxmlformats.org/officeDocument/2006/math">
                    <m:oMathParaPr>
                      <m:jc m:val="centerGroup"/>
                    </m:oMathParaPr>
                    <m:oMath xmlns:m="http://schemas.openxmlformats.org/officeDocument/2006/math">
                      <m:r>
                        <a:rPr lang="en-IN" sz="1600" i="1">
                          <a:latin typeface="Cambria Math" panose="02040503050406030204" pitchFamily="18" charset="0"/>
                        </a:rPr>
                        <m:t>𝐴𝑚𝑜𝑢𝑛𝑡</m:t>
                      </m:r>
                      <m:r>
                        <a:rPr lang="en-IN" sz="1600" i="1">
                          <a:latin typeface="Cambria Math" panose="02040503050406030204" pitchFamily="18" charset="0"/>
                        </a:rPr>
                        <m:t> </m:t>
                      </m:r>
                      <m:r>
                        <a:rPr lang="en-IN" sz="1600" i="1">
                          <a:latin typeface="Cambria Math" panose="02040503050406030204" pitchFamily="18" charset="0"/>
                        </a:rPr>
                        <m:t>𝑜𝑓</m:t>
                      </m:r>
                      <m:r>
                        <a:rPr lang="en-IN" sz="1600" i="1">
                          <a:latin typeface="Cambria Math" panose="02040503050406030204" pitchFamily="18" charset="0"/>
                        </a:rPr>
                        <m:t> </m:t>
                      </m:r>
                      <m:r>
                        <a:rPr lang="en-IN" sz="1600" i="1">
                          <a:latin typeface="Cambria Math" panose="02040503050406030204" pitchFamily="18" charset="0"/>
                        </a:rPr>
                        <m:t>𝑠𝑢𝑏𝑠𝑡𝑎𝑛𝑐𝑒</m:t>
                      </m:r>
                      <m:r>
                        <a:rPr lang="en-IN" sz="1600" i="1">
                          <a:latin typeface="Cambria Math" panose="02040503050406030204" pitchFamily="18" charset="0"/>
                        </a:rPr>
                        <m:t> </m:t>
                      </m:r>
                      <m:d>
                        <m:dPr>
                          <m:ctrlPr>
                            <a:rPr lang="en-MY" sz="1600" i="1">
                              <a:latin typeface="Cambria Math" panose="02040503050406030204" pitchFamily="18" charset="0"/>
                            </a:rPr>
                          </m:ctrlPr>
                        </m:dPr>
                        <m:e>
                          <m:r>
                            <a:rPr lang="en-IN" sz="1600" i="1">
                              <a:latin typeface="Cambria Math" panose="02040503050406030204" pitchFamily="18" charset="0"/>
                            </a:rPr>
                            <m:t>𝑚𝑜𝑙</m:t>
                          </m:r>
                        </m:e>
                      </m:d>
                      <m:r>
                        <a:rPr lang="en-IN" sz="1600" i="1">
                          <a:latin typeface="Cambria Math" panose="02040503050406030204" pitchFamily="18" charset="0"/>
                        </a:rPr>
                        <m:t> </m:t>
                      </m:r>
                      <m:r>
                        <a:rPr lang="en-IN" sz="1600" i="1">
                          <a:latin typeface="Cambria Math" panose="02040503050406030204" pitchFamily="18" charset="0"/>
                        </a:rPr>
                        <m:t>𝑓𝑜𝑟</m:t>
                      </m:r>
                      <m:r>
                        <a:rPr lang="en-IN" sz="1600" i="1">
                          <a:latin typeface="Cambria Math" panose="02040503050406030204" pitchFamily="18" charset="0"/>
                        </a:rPr>
                        <m:t> </m:t>
                      </m:r>
                      <m:r>
                        <a:rPr lang="en-IN" sz="1600" i="1">
                          <a:latin typeface="Cambria Math" panose="02040503050406030204" pitchFamily="18" charset="0"/>
                        </a:rPr>
                        <m:t>6</m:t>
                      </m:r>
                      <m:r>
                        <a:rPr lang="en-IN" sz="1600" i="1">
                          <a:latin typeface="Cambria Math" panose="02040503050406030204" pitchFamily="18" charset="0"/>
                        </a:rPr>
                        <m:t> </m:t>
                      </m:r>
                      <m:r>
                        <a:rPr lang="en-IN" sz="1600" i="1">
                          <a:latin typeface="Cambria Math" panose="02040503050406030204" pitchFamily="18" charset="0"/>
                        </a:rPr>
                        <m:t>𝑔</m:t>
                      </m:r>
                      <m:r>
                        <a:rPr lang="en-IN" sz="1600" i="1">
                          <a:latin typeface="Cambria Math" panose="02040503050406030204" pitchFamily="18" charset="0"/>
                        </a:rPr>
                        <m:t> </m:t>
                      </m:r>
                      <m:r>
                        <a:rPr lang="en-IN" sz="1600" i="1">
                          <a:latin typeface="Cambria Math" panose="02040503050406030204" pitchFamily="18" charset="0"/>
                        </a:rPr>
                        <m:t>𝑜𝑓</m:t>
                      </m:r>
                      <m:r>
                        <a:rPr lang="en-IN" sz="1600" i="1">
                          <a:latin typeface="Cambria Math" panose="02040503050406030204" pitchFamily="18" charset="0"/>
                        </a:rPr>
                        <m:t> </m:t>
                      </m:r>
                      <m:r>
                        <a:rPr lang="en-IN" sz="1600" i="1">
                          <a:latin typeface="Cambria Math" panose="02040503050406030204" pitchFamily="18" charset="0"/>
                        </a:rPr>
                        <m:t>𝐶</m:t>
                      </m:r>
                      <m:r>
                        <a:rPr lang="en-IN" sz="1600" i="1">
                          <a:latin typeface="Cambria Math" panose="02040503050406030204" pitchFamily="18" charset="0"/>
                        </a:rPr>
                        <m:t>=</m:t>
                      </m:r>
                      <m:f>
                        <m:fPr>
                          <m:ctrlPr>
                            <a:rPr lang="en-MY" sz="1600" i="1">
                              <a:latin typeface="Cambria Math" panose="02040503050406030204" pitchFamily="18" charset="0"/>
                            </a:rPr>
                          </m:ctrlPr>
                        </m:fPr>
                        <m:num>
                          <m:r>
                            <a:rPr lang="en-IN" sz="1600" i="1">
                              <a:latin typeface="Cambria Math" panose="02040503050406030204" pitchFamily="18" charset="0"/>
                            </a:rPr>
                            <m:t>6</m:t>
                          </m:r>
                        </m:num>
                        <m:den>
                          <m:r>
                            <a:rPr lang="en-IN" sz="1600" i="1">
                              <a:latin typeface="Cambria Math" panose="02040503050406030204" pitchFamily="18" charset="0"/>
                            </a:rPr>
                            <m:t>12</m:t>
                          </m:r>
                        </m:den>
                      </m:f>
                      <m:r>
                        <a:rPr lang="en-IN" sz="1600" i="1">
                          <a:latin typeface="Cambria Math" panose="02040503050406030204" pitchFamily="18" charset="0"/>
                        </a:rPr>
                        <m:t>=</m:t>
                      </m:r>
                      <m:r>
                        <a:rPr lang="en-IN" sz="1600" i="1">
                          <a:latin typeface="Cambria Math" panose="02040503050406030204" pitchFamily="18" charset="0"/>
                        </a:rPr>
                        <m:t>0</m:t>
                      </m:r>
                      <m:r>
                        <a:rPr lang="en-IN" sz="1600" i="1">
                          <a:latin typeface="Cambria Math" panose="02040503050406030204" pitchFamily="18" charset="0"/>
                        </a:rPr>
                        <m:t>.</m:t>
                      </m:r>
                      <m:r>
                        <a:rPr lang="en-IN" sz="1600" i="1">
                          <a:latin typeface="Cambria Math" panose="02040503050406030204" pitchFamily="18" charset="0"/>
                        </a:rPr>
                        <m:t>5</m:t>
                      </m:r>
                    </m:oMath>
                  </m:oMathPara>
                </a14:m>
                <a:endParaRPr lang="en-MY" sz="1600" dirty="0">
                  <a:latin typeface="Calibri" panose="020F0502020204030204" pitchFamily="34" charset="0"/>
                </a:endParaRPr>
              </a:p>
              <a:p>
                <a:endParaRPr lang="en-IN" sz="1600" dirty="0">
                  <a:latin typeface="Calibri" panose="020F0502020204030204" pitchFamily="34" charset="0"/>
                </a:endParaRPr>
              </a:p>
              <a:p>
                <a:r>
                  <a:rPr lang="en-IN" sz="1600" dirty="0">
                    <a:latin typeface="Calibri" panose="020F0502020204030204" pitchFamily="34" charset="0"/>
                  </a:rPr>
                  <a:t>Therefore, 6g of carbon contains 0.5 moles.</a:t>
                </a:r>
                <a:endParaRPr lang="en-MY" sz="1600" dirty="0">
                  <a:latin typeface="Calibri" panose="020F0502020204030204" pitchFamily="34" charset="0"/>
                </a:endParaRPr>
              </a:p>
              <a:p>
                <a:r>
                  <a:rPr lang="en-IN" sz="1600" dirty="0">
                    <a:latin typeface="Calibri" panose="020F0502020204030204" pitchFamily="34" charset="0"/>
                  </a:rPr>
                  <a:t>Let us find the number of atoms in 0.5 moles of carbon. 1 mole contains 6.02×10</a:t>
                </a:r>
                <a:r>
                  <a:rPr lang="en-IN" sz="1600" baseline="30000" dirty="0">
                    <a:latin typeface="Calibri" panose="020F0502020204030204" pitchFamily="34" charset="0"/>
                  </a:rPr>
                  <a:t>23</a:t>
                </a:r>
                <a:r>
                  <a:rPr lang="en-IN" sz="1600" dirty="0">
                    <a:latin typeface="Calibri" panose="020F0502020204030204" pitchFamily="34" charset="0"/>
                  </a:rPr>
                  <a:t> atoms. Therefore, 0.5 moles contains 3.01×10</a:t>
                </a:r>
                <a:r>
                  <a:rPr lang="en-IN" sz="1600" baseline="30000" dirty="0">
                    <a:latin typeface="Calibri" panose="020F0502020204030204" pitchFamily="34" charset="0"/>
                  </a:rPr>
                  <a:t>23</a:t>
                </a:r>
                <a:r>
                  <a:rPr lang="en-IN" sz="1600" dirty="0">
                    <a:latin typeface="Calibri" panose="020F0502020204030204" pitchFamily="34" charset="0"/>
                  </a:rPr>
                  <a:t> atoms.</a:t>
                </a:r>
                <a:endParaRPr lang="en-MY" sz="1600" dirty="0">
                  <a:latin typeface="Calibri" panose="020F0502020204030204" pitchFamily="34" charset="0"/>
                </a:endParaRPr>
              </a:p>
            </p:txBody>
          </p:sp>
        </mc:Choice>
        <mc:Fallback xmlns="">
          <p:sp>
            <p:nvSpPr>
              <p:cNvPr id="118" name="Google Shape;118;p26"/>
              <p:cNvSpPr txBox="1">
                <a:spLocks noRot="1" noChangeAspect="1" noMove="1" noResize="1" noEditPoints="1" noAdjustHandles="1" noChangeArrowheads="1" noChangeShapeType="1" noTextEdit="1"/>
              </p:cNvSpPr>
              <p:nvPr/>
            </p:nvSpPr>
            <p:spPr>
              <a:xfrm>
                <a:off x="620889" y="1978634"/>
                <a:ext cx="7924396" cy="2492100"/>
              </a:xfrm>
              <a:prstGeom prst="rect">
                <a:avLst/>
              </a:prstGeom>
              <a:blipFill>
                <a:blip r:embed="rId3"/>
                <a:stretch>
                  <a:fillRect l="-462" b="-15196"/>
                </a:stretch>
              </a:blipFill>
              <a:ln>
                <a:noFill/>
              </a:ln>
            </p:spPr>
            <p:txBody>
              <a:bodyPr/>
              <a:lstStyle/>
              <a:p>
                <a:r>
                  <a:rPr lang="en-GB">
                    <a:noFill/>
                  </a:rPr>
                  <a:t> </a:t>
                </a:r>
              </a:p>
            </p:txBody>
          </p:sp>
        </mc:Fallback>
      </mc:AlternateContent>
    </p:spTree>
    <p:extLst>
      <p:ext uri="{BB962C8B-B14F-4D97-AF65-F5344CB8AC3E}">
        <p14:creationId xmlns:p14="http://schemas.microsoft.com/office/powerpoint/2010/main" val="30618732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16"/>
        <p:cNvGrpSpPr/>
        <p:nvPr/>
      </p:nvGrpSpPr>
      <p:grpSpPr>
        <a:xfrm>
          <a:off x="0" y="0"/>
          <a:ext cx="0" cy="0"/>
          <a:chOff x="0" y="0"/>
          <a:chExt cx="0" cy="0"/>
        </a:xfrm>
      </p:grpSpPr>
      <p:sp>
        <p:nvSpPr>
          <p:cNvPr id="117" name="Google Shape;117;p26"/>
          <p:cNvSpPr txBox="1">
            <a:spLocks noGrp="1"/>
          </p:cNvSpPr>
          <p:nvPr>
            <p:ph type="title"/>
          </p:nvPr>
        </p:nvSpPr>
        <p:spPr>
          <a:xfrm>
            <a:off x="933024" y="592925"/>
            <a:ext cx="7448975" cy="767700"/>
          </a:xfrm>
          <a:prstGeom prst="rect">
            <a:avLst/>
          </a:prstGeom>
        </p:spPr>
        <p:txBody>
          <a:bodyPr spcFirstLastPara="1" wrap="square" lIns="91425" tIns="91425" rIns="91425" bIns="91425" anchor="b" anchorCtr="0">
            <a:noAutofit/>
          </a:bodyPr>
          <a:lstStyle/>
          <a:p>
            <a:pPr marL="114300">
              <a:buSzPts val="1800"/>
            </a:pPr>
            <a:r>
              <a:rPr lang="en-IN" dirty="0">
                <a:latin typeface="Calibri" panose="020F0502020204030204" pitchFamily="34" charset="0"/>
              </a:rPr>
              <a:t>Mole and Avogadro Constant </a:t>
            </a:r>
            <a:endParaRPr lang="en-MY" dirty="0">
              <a:latin typeface="Calibri" panose="020F0502020204030204" pitchFamily="34" charset="0"/>
            </a:endParaRPr>
          </a:p>
        </p:txBody>
      </p:sp>
      <mc:AlternateContent xmlns:mc="http://schemas.openxmlformats.org/markup-compatibility/2006" xmlns:a14="http://schemas.microsoft.com/office/drawing/2010/main">
        <mc:Choice Requires="a14">
          <p:sp>
            <p:nvSpPr>
              <p:cNvPr id="118" name="Google Shape;118;p26"/>
              <p:cNvSpPr txBox="1"/>
              <p:nvPr/>
            </p:nvSpPr>
            <p:spPr>
              <a:xfrm>
                <a:off x="688622" y="2058475"/>
                <a:ext cx="7856663" cy="2492100"/>
              </a:xfrm>
              <a:prstGeom prst="rect">
                <a:avLst/>
              </a:prstGeom>
              <a:noFill/>
              <a:ln>
                <a:noFill/>
              </a:ln>
            </p:spPr>
            <p:txBody>
              <a:bodyPr spcFirstLastPara="1" wrap="square" lIns="91425" tIns="91425" rIns="91425" bIns="91425" anchor="t" anchorCtr="0">
                <a:noAutofit/>
              </a:bodyPr>
              <a:lstStyle/>
              <a:p>
                <a:r>
                  <a:rPr lang="en-IN" sz="1600" b="1" dirty="0">
                    <a:latin typeface="Calibri" panose="020F0502020204030204" pitchFamily="34" charset="0"/>
                  </a:rPr>
                  <a:t>Example 2:</a:t>
                </a:r>
                <a:r>
                  <a:rPr lang="en-IN" sz="1600" dirty="0">
                    <a:latin typeface="Calibri" panose="020F0502020204030204" pitchFamily="34" charset="0"/>
                  </a:rPr>
                  <a:t> How many grams of carbon dioxide are in 0.25 moles?</a:t>
                </a:r>
              </a:p>
              <a:p>
                <a:endParaRPr lang="en-MY" sz="1600" dirty="0">
                  <a:latin typeface="Calibri" panose="020F0502020204030204" pitchFamily="34" charset="0"/>
                </a:endParaRPr>
              </a:p>
              <a:p>
                <a:r>
                  <a:rPr lang="en-IN" sz="1600" b="1" dirty="0">
                    <a:latin typeface="Calibri" panose="020F0502020204030204" pitchFamily="34" charset="0"/>
                  </a:rPr>
                  <a:t>Solution: </a:t>
                </a:r>
                <a:r>
                  <a:rPr lang="en-IN" sz="1600" dirty="0">
                    <a:latin typeface="Calibri" panose="020F0502020204030204" pitchFamily="34" charset="0"/>
                  </a:rPr>
                  <a:t>The molar mass of a molecule is found by adding the relative atomic masses of individual elements.</a:t>
                </a:r>
                <a:endParaRPr lang="en-MY" sz="1600" dirty="0">
                  <a:latin typeface="Calibri" panose="020F0502020204030204" pitchFamily="34" charset="0"/>
                </a:endParaRPr>
              </a:p>
              <a:p>
                <a:r>
                  <a:rPr lang="en-IN" sz="1600" dirty="0">
                    <a:latin typeface="Calibri" panose="020F0502020204030204" pitchFamily="34" charset="0"/>
                  </a:rPr>
                  <a:t>Therefore, the molar mass of carbon dioxide= 12+ (2×16) = 44 g/mol.</a:t>
                </a:r>
                <a:endParaRPr lang="en-MY" sz="1600" dirty="0">
                  <a:latin typeface="Calibri" panose="020F0502020204030204" pitchFamily="34" charset="0"/>
                </a:endParaRPr>
              </a:p>
              <a:p>
                <a:pPr/>
                <a14:m>
                  <m:oMathPara xmlns:m="http://schemas.openxmlformats.org/officeDocument/2006/math">
                    <m:oMathParaPr>
                      <m:jc m:val="centerGroup"/>
                    </m:oMathParaPr>
                    <m:oMath xmlns:m="http://schemas.openxmlformats.org/officeDocument/2006/math">
                      <m:r>
                        <a:rPr lang="en-IN" sz="1600" i="1">
                          <a:latin typeface="Cambria Math" panose="02040503050406030204" pitchFamily="18" charset="0"/>
                        </a:rPr>
                        <m:t>𝑚𝑎𝑠𝑠</m:t>
                      </m:r>
                      <m:r>
                        <a:rPr lang="en-IN" sz="1600" i="1">
                          <a:latin typeface="Cambria Math" panose="02040503050406030204" pitchFamily="18" charset="0"/>
                        </a:rPr>
                        <m:t> </m:t>
                      </m:r>
                      <m:d>
                        <m:dPr>
                          <m:ctrlPr>
                            <a:rPr lang="en-MY" sz="1600" i="1">
                              <a:latin typeface="Cambria Math" panose="02040503050406030204" pitchFamily="18" charset="0"/>
                            </a:rPr>
                          </m:ctrlPr>
                        </m:dPr>
                        <m:e>
                          <m:r>
                            <a:rPr lang="en-IN" sz="1600" i="1">
                              <a:latin typeface="Cambria Math" panose="02040503050406030204" pitchFamily="18" charset="0"/>
                            </a:rPr>
                            <m:t>𝑔</m:t>
                          </m:r>
                        </m:e>
                      </m:d>
                      <m:r>
                        <a:rPr lang="en-IN" sz="1600" i="1">
                          <a:latin typeface="Cambria Math" panose="02040503050406030204" pitchFamily="18" charset="0"/>
                        </a:rPr>
                        <m:t>=</m:t>
                      </m:r>
                      <m:r>
                        <a:rPr lang="en-IN" sz="1600" i="1">
                          <a:latin typeface="Cambria Math" panose="02040503050406030204" pitchFamily="18" charset="0"/>
                        </a:rPr>
                        <m:t>𝐴𝑚𝑜𝑢𝑛𝑡</m:t>
                      </m:r>
                      <m:r>
                        <a:rPr lang="en-IN" sz="1600" i="1">
                          <a:latin typeface="Cambria Math" panose="02040503050406030204" pitchFamily="18" charset="0"/>
                        </a:rPr>
                        <m:t> </m:t>
                      </m:r>
                      <m:r>
                        <a:rPr lang="en-IN" sz="1600" i="1">
                          <a:latin typeface="Cambria Math" panose="02040503050406030204" pitchFamily="18" charset="0"/>
                        </a:rPr>
                        <m:t>𝑜𝑓</m:t>
                      </m:r>
                      <m:r>
                        <a:rPr lang="en-IN" sz="1600" i="1">
                          <a:latin typeface="Cambria Math" panose="02040503050406030204" pitchFamily="18" charset="0"/>
                        </a:rPr>
                        <m:t> </m:t>
                      </m:r>
                      <m:r>
                        <a:rPr lang="en-IN" sz="1600" i="1">
                          <a:latin typeface="Cambria Math" panose="02040503050406030204" pitchFamily="18" charset="0"/>
                        </a:rPr>
                        <m:t>𝑠𝑢𝑏𝑠𝑡𝑎𝑛𝑐𝑒</m:t>
                      </m:r>
                      <m:r>
                        <a:rPr lang="en-IN" sz="1600" i="1">
                          <a:latin typeface="Cambria Math" panose="02040503050406030204" pitchFamily="18" charset="0"/>
                        </a:rPr>
                        <m:t> </m:t>
                      </m:r>
                      <m:d>
                        <m:dPr>
                          <m:ctrlPr>
                            <a:rPr lang="en-MY" sz="1600" i="1">
                              <a:latin typeface="Cambria Math" panose="02040503050406030204" pitchFamily="18" charset="0"/>
                            </a:rPr>
                          </m:ctrlPr>
                        </m:dPr>
                        <m:e>
                          <m:r>
                            <a:rPr lang="en-IN" sz="1600" i="1">
                              <a:latin typeface="Cambria Math" panose="02040503050406030204" pitchFamily="18" charset="0"/>
                            </a:rPr>
                            <m:t>𝑚𝑜𝑙</m:t>
                          </m:r>
                        </m:e>
                      </m:d>
                      <m:r>
                        <a:rPr lang="en-IN" sz="1600" i="1">
                          <a:latin typeface="Cambria Math" panose="02040503050406030204" pitchFamily="18" charset="0"/>
                        </a:rPr>
                        <m:t>×</m:t>
                      </m:r>
                      <m:r>
                        <a:rPr lang="en-IN" sz="1600" i="1">
                          <a:latin typeface="Cambria Math" panose="02040503050406030204" pitchFamily="18" charset="0"/>
                        </a:rPr>
                        <m:t>𝑚𝑜𝑙𝑎𝑟</m:t>
                      </m:r>
                      <m:r>
                        <a:rPr lang="en-IN" sz="1600" i="1">
                          <a:latin typeface="Cambria Math" panose="02040503050406030204" pitchFamily="18" charset="0"/>
                        </a:rPr>
                        <m:t> </m:t>
                      </m:r>
                      <m:r>
                        <a:rPr lang="en-IN" sz="1600" i="1">
                          <a:latin typeface="Cambria Math" panose="02040503050406030204" pitchFamily="18" charset="0"/>
                        </a:rPr>
                        <m:t>𝑚𝑎𝑠𝑠</m:t>
                      </m:r>
                      <m:r>
                        <a:rPr lang="en-IN" sz="1600" i="1">
                          <a:latin typeface="Cambria Math" panose="02040503050406030204" pitchFamily="18" charset="0"/>
                        </a:rPr>
                        <m:t> </m:t>
                      </m:r>
                      <m:d>
                        <m:dPr>
                          <m:ctrlPr>
                            <a:rPr lang="en-MY" sz="1600" i="1">
                              <a:latin typeface="Cambria Math" panose="02040503050406030204" pitchFamily="18" charset="0"/>
                            </a:rPr>
                          </m:ctrlPr>
                        </m:dPr>
                        <m:e>
                          <m:f>
                            <m:fPr>
                              <m:ctrlPr>
                                <a:rPr lang="en-MY" sz="1600" i="1">
                                  <a:latin typeface="Cambria Math" panose="02040503050406030204" pitchFamily="18" charset="0"/>
                                </a:rPr>
                              </m:ctrlPr>
                            </m:fPr>
                            <m:num>
                              <m:r>
                                <a:rPr lang="en-IN" sz="1600" i="1">
                                  <a:latin typeface="Cambria Math" panose="02040503050406030204" pitchFamily="18" charset="0"/>
                                </a:rPr>
                                <m:t>𝑔</m:t>
                              </m:r>
                            </m:num>
                            <m:den>
                              <m:r>
                                <a:rPr lang="en-IN" sz="1600" i="1">
                                  <a:latin typeface="Cambria Math" panose="02040503050406030204" pitchFamily="18" charset="0"/>
                                </a:rPr>
                                <m:t>𝑚𝑜𝑙</m:t>
                              </m:r>
                            </m:den>
                          </m:f>
                        </m:e>
                      </m:d>
                    </m:oMath>
                  </m:oMathPara>
                </a14:m>
                <a:endParaRPr lang="en-MY" sz="1600" dirty="0">
                  <a:latin typeface="Calibri" panose="020F0502020204030204" pitchFamily="34" charset="0"/>
                </a:endParaRPr>
              </a:p>
              <a:p>
                <a:pPr/>
                <a14:m>
                  <m:oMathPara xmlns:m="http://schemas.openxmlformats.org/officeDocument/2006/math">
                    <m:oMathParaPr>
                      <m:jc m:val="centerGroup"/>
                    </m:oMathParaPr>
                    <m:oMath xmlns:m="http://schemas.openxmlformats.org/officeDocument/2006/math">
                      <m:r>
                        <a:rPr lang="en-IN" sz="1600" i="1">
                          <a:latin typeface="Cambria Math" panose="02040503050406030204" pitchFamily="18" charset="0"/>
                        </a:rPr>
                        <m:t>𝑚𝑎𝑠𝑠</m:t>
                      </m:r>
                      <m:r>
                        <a:rPr lang="en-IN" sz="1600" i="1">
                          <a:latin typeface="Cambria Math" panose="02040503050406030204" pitchFamily="18" charset="0"/>
                        </a:rPr>
                        <m:t>=</m:t>
                      </m:r>
                      <m:r>
                        <a:rPr lang="en-IN" sz="1600" i="1">
                          <a:latin typeface="Cambria Math" panose="02040503050406030204" pitchFamily="18" charset="0"/>
                        </a:rPr>
                        <m:t>0</m:t>
                      </m:r>
                      <m:r>
                        <a:rPr lang="en-IN" sz="1600" i="1">
                          <a:latin typeface="Cambria Math" panose="02040503050406030204" pitchFamily="18" charset="0"/>
                        </a:rPr>
                        <m:t>.</m:t>
                      </m:r>
                      <m:r>
                        <a:rPr lang="en-IN" sz="1600" i="1">
                          <a:latin typeface="Cambria Math" panose="02040503050406030204" pitchFamily="18" charset="0"/>
                        </a:rPr>
                        <m:t>25</m:t>
                      </m:r>
                      <m:r>
                        <a:rPr lang="en-IN" sz="1600" i="1">
                          <a:latin typeface="Cambria Math" panose="02040503050406030204" pitchFamily="18" charset="0"/>
                        </a:rPr>
                        <m:t> ×</m:t>
                      </m:r>
                      <m:r>
                        <a:rPr lang="en-IN" sz="1600" i="1">
                          <a:latin typeface="Cambria Math" panose="02040503050406030204" pitchFamily="18" charset="0"/>
                        </a:rPr>
                        <m:t>44</m:t>
                      </m:r>
                      <m:r>
                        <a:rPr lang="en-IN" sz="1600" i="1">
                          <a:latin typeface="Cambria Math" panose="02040503050406030204" pitchFamily="18" charset="0"/>
                        </a:rPr>
                        <m:t>=</m:t>
                      </m:r>
                      <m:r>
                        <a:rPr lang="en-IN" sz="1600" i="1">
                          <a:latin typeface="Cambria Math" panose="02040503050406030204" pitchFamily="18" charset="0"/>
                        </a:rPr>
                        <m:t>11</m:t>
                      </m:r>
                      <m:r>
                        <a:rPr lang="en-IN" sz="1600" i="1">
                          <a:latin typeface="Cambria Math" panose="02040503050406030204" pitchFamily="18" charset="0"/>
                        </a:rPr>
                        <m:t> </m:t>
                      </m:r>
                      <m:r>
                        <a:rPr lang="en-IN" sz="1600" i="1">
                          <a:latin typeface="Cambria Math" panose="02040503050406030204" pitchFamily="18" charset="0"/>
                        </a:rPr>
                        <m:t>𝑔</m:t>
                      </m:r>
                    </m:oMath>
                  </m:oMathPara>
                </a14:m>
                <a:endParaRPr lang="en-MY" sz="1600" dirty="0">
                  <a:latin typeface="Calibri" panose="020F0502020204030204" pitchFamily="34" charset="0"/>
                </a:endParaRPr>
              </a:p>
            </p:txBody>
          </p:sp>
        </mc:Choice>
        <mc:Fallback xmlns="">
          <p:sp>
            <p:nvSpPr>
              <p:cNvPr id="118" name="Google Shape;118;p26"/>
              <p:cNvSpPr txBox="1">
                <a:spLocks noRot="1" noChangeAspect="1" noMove="1" noResize="1" noEditPoints="1" noAdjustHandles="1" noChangeArrowheads="1" noChangeShapeType="1" noTextEdit="1"/>
              </p:cNvSpPr>
              <p:nvPr/>
            </p:nvSpPr>
            <p:spPr>
              <a:xfrm>
                <a:off x="688622" y="2058475"/>
                <a:ext cx="7856663" cy="2492100"/>
              </a:xfrm>
              <a:prstGeom prst="rect">
                <a:avLst/>
              </a:prstGeom>
              <a:blipFill>
                <a:blip r:embed="rId3"/>
                <a:stretch>
                  <a:fillRect l="-465"/>
                </a:stretch>
              </a:blipFill>
              <a:ln>
                <a:noFill/>
              </a:ln>
            </p:spPr>
            <p:txBody>
              <a:bodyPr/>
              <a:lstStyle/>
              <a:p>
                <a:r>
                  <a:rPr lang="en-GB">
                    <a:noFill/>
                  </a:rPr>
                  <a:t> </a:t>
                </a:r>
              </a:p>
            </p:txBody>
          </p:sp>
        </mc:Fallback>
      </mc:AlternateContent>
    </p:spTree>
    <p:extLst>
      <p:ext uri="{BB962C8B-B14F-4D97-AF65-F5344CB8AC3E}">
        <p14:creationId xmlns:p14="http://schemas.microsoft.com/office/powerpoint/2010/main" val="146054579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16"/>
        <p:cNvGrpSpPr/>
        <p:nvPr/>
      </p:nvGrpSpPr>
      <p:grpSpPr>
        <a:xfrm>
          <a:off x="0" y="0"/>
          <a:ext cx="0" cy="0"/>
          <a:chOff x="0" y="0"/>
          <a:chExt cx="0" cy="0"/>
        </a:xfrm>
      </p:grpSpPr>
      <p:sp>
        <p:nvSpPr>
          <p:cNvPr id="117" name="Google Shape;117;p26"/>
          <p:cNvSpPr txBox="1">
            <a:spLocks noGrp="1"/>
          </p:cNvSpPr>
          <p:nvPr>
            <p:ph type="title"/>
          </p:nvPr>
        </p:nvSpPr>
        <p:spPr>
          <a:xfrm>
            <a:off x="933024" y="592925"/>
            <a:ext cx="7448975" cy="767700"/>
          </a:xfrm>
          <a:prstGeom prst="rect">
            <a:avLst/>
          </a:prstGeom>
        </p:spPr>
        <p:txBody>
          <a:bodyPr spcFirstLastPara="1" wrap="square" lIns="91425" tIns="91425" rIns="91425" bIns="91425" anchor="b" anchorCtr="0">
            <a:noAutofit/>
          </a:bodyPr>
          <a:lstStyle/>
          <a:p>
            <a:pPr marL="114300">
              <a:buSzPts val="1800"/>
            </a:pPr>
            <a:r>
              <a:rPr lang="en-IN" dirty="0">
                <a:latin typeface="Calibri" panose="020F0502020204030204" pitchFamily="34" charset="0"/>
              </a:rPr>
              <a:t>Hydrated Salts</a:t>
            </a:r>
            <a:endParaRPr lang="en-MY" dirty="0">
              <a:latin typeface="Calibri" panose="020F0502020204030204" pitchFamily="34" charset="0"/>
            </a:endParaRPr>
          </a:p>
        </p:txBody>
      </p:sp>
      <p:sp>
        <p:nvSpPr>
          <p:cNvPr id="118" name="Google Shape;118;p26"/>
          <p:cNvSpPr txBox="1"/>
          <p:nvPr/>
        </p:nvSpPr>
        <p:spPr>
          <a:xfrm>
            <a:off x="722489" y="1843168"/>
            <a:ext cx="7659510" cy="2957432"/>
          </a:xfrm>
          <a:prstGeom prst="rect">
            <a:avLst/>
          </a:prstGeom>
          <a:noFill/>
          <a:ln>
            <a:noFill/>
          </a:ln>
        </p:spPr>
        <p:txBody>
          <a:bodyPr spcFirstLastPara="1" wrap="square" lIns="91425" tIns="91425" rIns="91425" bIns="91425" anchor="t" anchorCtr="0">
            <a:noAutofit/>
          </a:bodyPr>
          <a:lstStyle/>
          <a:p>
            <a:pPr marL="285750" indent="-285750">
              <a:buFont typeface="Arial" panose="020B0604020202020204" pitchFamily="34" charset="0"/>
              <a:buChar char="•"/>
            </a:pPr>
            <a:r>
              <a:rPr lang="en-MY" sz="1600" dirty="0">
                <a:latin typeface="Calibri" panose="020F0502020204030204" pitchFamily="34" charset="0"/>
              </a:rPr>
              <a:t>Hydrated salts contain water of crystallisation. Anhydrous salts do not contain water of crystallisation.</a:t>
            </a:r>
          </a:p>
          <a:p>
            <a:pPr marL="285750" indent="-285750">
              <a:buFont typeface="Arial" panose="020B0604020202020204" pitchFamily="34" charset="0"/>
              <a:buChar char="•"/>
            </a:pPr>
            <a:r>
              <a:rPr lang="en-US" sz="1600" dirty="0">
                <a:latin typeface="Calibri" panose="020F0502020204030204" pitchFamily="34" charset="0"/>
              </a:rPr>
              <a:t>When hydrated copper sulphate (blue crystalline solid) is heated, anhydrous copper sulphate (white powder) is obtained.</a:t>
            </a:r>
          </a:p>
        </p:txBody>
      </p:sp>
      <p:graphicFrame>
        <p:nvGraphicFramePr>
          <p:cNvPr id="2" name="Table 1"/>
          <p:cNvGraphicFramePr>
            <a:graphicFrameLocks noGrp="1"/>
          </p:cNvGraphicFramePr>
          <p:nvPr>
            <p:extLst>
              <p:ext uri="{D42A27DB-BD31-4B8C-83A1-F6EECF244321}">
                <p14:modId xmlns:p14="http://schemas.microsoft.com/office/powerpoint/2010/main" val="1143114784"/>
              </p:ext>
            </p:extLst>
          </p:nvPr>
        </p:nvGraphicFramePr>
        <p:xfrm>
          <a:off x="2168449" y="3066113"/>
          <a:ext cx="4248000" cy="834917"/>
        </p:xfrm>
        <a:graphic>
          <a:graphicData uri="http://schemas.openxmlformats.org/drawingml/2006/table">
            <a:tbl>
              <a:tblPr firstRow="1" firstCol="1" bandRow="1">
                <a:tableStyleId>{5C22544A-7EE6-4342-B048-85BDC9FD1C3A}</a:tableStyleId>
              </a:tblPr>
              <a:tblGrid>
                <a:gridCol w="2124000">
                  <a:extLst>
                    <a:ext uri="{9D8B030D-6E8A-4147-A177-3AD203B41FA5}">
                      <a16:colId xmlns:a16="http://schemas.microsoft.com/office/drawing/2014/main" val="20000"/>
                    </a:ext>
                  </a:extLst>
                </a:gridCol>
                <a:gridCol w="2124000">
                  <a:extLst>
                    <a:ext uri="{9D8B030D-6E8A-4147-A177-3AD203B41FA5}">
                      <a16:colId xmlns:a16="http://schemas.microsoft.com/office/drawing/2014/main" val="20001"/>
                    </a:ext>
                  </a:extLst>
                </a:gridCol>
              </a:tblGrid>
              <a:tr h="360000">
                <a:tc>
                  <a:txBody>
                    <a:bodyPr/>
                    <a:lstStyle/>
                    <a:p>
                      <a:pPr marL="0" indent="0" algn="ctr">
                        <a:lnSpc>
                          <a:spcPct val="115000"/>
                        </a:lnSpc>
                        <a:spcAft>
                          <a:spcPts val="0"/>
                        </a:spcAft>
                      </a:pPr>
                      <a:r>
                        <a:rPr lang="en-IN" sz="1400" b="0" dirty="0">
                          <a:solidFill>
                            <a:schemeClr val="bg1"/>
                          </a:solidFill>
                          <a:effectLst/>
                        </a:rPr>
                        <a:t>Hydrated copper(II) sulphate</a:t>
                      </a:r>
                      <a:endParaRPr lang="en-MY" sz="1400" b="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27AE60"/>
                    </a:solidFill>
                  </a:tcPr>
                </a:tc>
                <a:tc>
                  <a:txBody>
                    <a:bodyPr/>
                    <a:lstStyle/>
                    <a:p>
                      <a:pPr marL="0" indent="0" algn="ctr">
                        <a:lnSpc>
                          <a:spcPct val="115000"/>
                        </a:lnSpc>
                        <a:spcAft>
                          <a:spcPts val="0"/>
                        </a:spcAft>
                      </a:pPr>
                      <a:r>
                        <a:rPr lang="en-IN" sz="1400" b="0" dirty="0">
                          <a:solidFill>
                            <a:schemeClr val="bg1"/>
                          </a:solidFill>
                          <a:effectLst/>
                        </a:rPr>
                        <a:t>Anhydrous copper sulphate</a:t>
                      </a:r>
                      <a:endParaRPr lang="en-MY" sz="1400" b="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27AE60"/>
                    </a:solidFill>
                  </a:tcPr>
                </a:tc>
                <a:extLst>
                  <a:ext uri="{0D108BD9-81ED-4DB2-BD59-A6C34878D82A}">
                    <a16:rowId xmlns:a16="http://schemas.microsoft.com/office/drawing/2014/main" val="10000"/>
                  </a:ext>
                </a:extLst>
              </a:tr>
              <a:tr h="360000">
                <a:tc>
                  <a:txBody>
                    <a:bodyPr/>
                    <a:lstStyle/>
                    <a:p>
                      <a:pPr marL="0" indent="0" algn="ctr">
                        <a:lnSpc>
                          <a:spcPct val="115000"/>
                        </a:lnSpc>
                        <a:spcAft>
                          <a:spcPts val="0"/>
                        </a:spcAft>
                      </a:pPr>
                      <a:r>
                        <a:rPr lang="en-IN" sz="1400" b="0" dirty="0">
                          <a:solidFill>
                            <a:srgbClr val="000000"/>
                          </a:solidFill>
                          <a:effectLst/>
                        </a:rPr>
                        <a:t>CuSO</a:t>
                      </a:r>
                      <a:r>
                        <a:rPr lang="en-IN" sz="1400" b="0" baseline="-25000" dirty="0">
                          <a:solidFill>
                            <a:srgbClr val="000000"/>
                          </a:solidFill>
                          <a:effectLst/>
                        </a:rPr>
                        <a:t>4</a:t>
                      </a:r>
                      <a:r>
                        <a:rPr lang="en-IN" sz="1400" b="0" dirty="0">
                          <a:solidFill>
                            <a:srgbClr val="000000"/>
                          </a:solidFill>
                          <a:effectLst/>
                        </a:rPr>
                        <a:t>.5H</a:t>
                      </a:r>
                      <a:r>
                        <a:rPr lang="en-IN" sz="1400" b="0" baseline="-25000" dirty="0">
                          <a:solidFill>
                            <a:srgbClr val="000000"/>
                          </a:solidFill>
                          <a:effectLst/>
                        </a:rPr>
                        <a:t>2</a:t>
                      </a:r>
                      <a:r>
                        <a:rPr lang="en-IN" sz="1400" b="0" dirty="0">
                          <a:solidFill>
                            <a:srgbClr val="000000"/>
                          </a:solidFill>
                          <a:effectLst/>
                        </a:rPr>
                        <a:t>O</a:t>
                      </a:r>
                      <a:endParaRPr lang="en-MY" sz="1400" b="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indent="0" algn="ctr">
                        <a:lnSpc>
                          <a:spcPct val="115000"/>
                        </a:lnSpc>
                        <a:spcAft>
                          <a:spcPts val="0"/>
                        </a:spcAft>
                      </a:pPr>
                      <a:r>
                        <a:rPr lang="en-IN" sz="1400" b="0" dirty="0">
                          <a:solidFill>
                            <a:srgbClr val="000000"/>
                          </a:solidFill>
                          <a:effectLst/>
                        </a:rPr>
                        <a:t>CuSO</a:t>
                      </a:r>
                      <a:r>
                        <a:rPr lang="en-IN" sz="1400" b="0" baseline="-25000" dirty="0">
                          <a:solidFill>
                            <a:srgbClr val="000000"/>
                          </a:solidFill>
                          <a:effectLst/>
                        </a:rPr>
                        <a:t>4</a:t>
                      </a:r>
                      <a:endParaRPr lang="en-MY" sz="1400" b="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001"/>
                  </a:ext>
                </a:extLst>
              </a:tr>
            </a:tbl>
          </a:graphicData>
        </a:graphic>
      </p:graphicFrame>
      <p:sp>
        <p:nvSpPr>
          <p:cNvPr id="3" name="Rectangle 2"/>
          <p:cNvSpPr/>
          <p:nvPr/>
        </p:nvSpPr>
        <p:spPr>
          <a:xfrm>
            <a:off x="2093196" y="3997253"/>
            <a:ext cx="3757760" cy="358816"/>
          </a:xfrm>
          <a:prstGeom prst="rect">
            <a:avLst/>
          </a:prstGeom>
        </p:spPr>
        <p:txBody>
          <a:bodyPr wrap="none">
            <a:spAutoFit/>
          </a:bodyPr>
          <a:lstStyle/>
          <a:p>
            <a:pPr marL="457200" algn="ctr">
              <a:lnSpc>
                <a:spcPct val="115000"/>
              </a:lnSpc>
              <a:spcAft>
                <a:spcPts val="1000"/>
              </a:spcAft>
            </a:pPr>
            <a:r>
              <a:rPr lang="en-IN" sz="1600" dirty="0">
                <a:latin typeface="Calibri" panose="020F0502020204030204" pitchFamily="34" charset="0"/>
                <a:ea typeface="Calibri" panose="020F0502020204030204" pitchFamily="34" charset="0"/>
                <a:cs typeface="Times New Roman" panose="02020603050405020304" pitchFamily="18" charset="0"/>
              </a:rPr>
              <a:t>CuSO</a:t>
            </a:r>
            <a:r>
              <a:rPr lang="en-IN" sz="1600" baseline="-25000" dirty="0">
                <a:latin typeface="Calibri" panose="020F0502020204030204" pitchFamily="34" charset="0"/>
                <a:ea typeface="Calibri" panose="020F0502020204030204" pitchFamily="34" charset="0"/>
                <a:cs typeface="Times New Roman" panose="02020603050405020304" pitchFamily="18" charset="0"/>
              </a:rPr>
              <a:t>4</a:t>
            </a:r>
            <a:r>
              <a:rPr lang="en-IN" sz="1600" dirty="0">
                <a:latin typeface="Calibri" panose="020F0502020204030204" pitchFamily="34" charset="0"/>
                <a:ea typeface="Calibri" panose="020F0502020204030204" pitchFamily="34" charset="0"/>
                <a:cs typeface="Times New Roman" panose="02020603050405020304" pitchFamily="18" charset="0"/>
              </a:rPr>
              <a:t>.5H</a:t>
            </a:r>
            <a:r>
              <a:rPr lang="en-IN" sz="1600" baseline="-25000" dirty="0">
                <a:latin typeface="Calibri" panose="020F0502020204030204" pitchFamily="34" charset="0"/>
                <a:ea typeface="Calibri" panose="020F0502020204030204" pitchFamily="34" charset="0"/>
                <a:cs typeface="Times New Roman" panose="02020603050405020304" pitchFamily="18" charset="0"/>
              </a:rPr>
              <a:t>2</a:t>
            </a:r>
            <a:r>
              <a:rPr lang="en-IN" sz="1600" dirty="0">
                <a:latin typeface="Calibri" panose="020F0502020204030204" pitchFamily="34" charset="0"/>
                <a:ea typeface="Calibri" panose="020F0502020204030204" pitchFamily="34" charset="0"/>
                <a:cs typeface="Times New Roman" panose="02020603050405020304" pitchFamily="18" charset="0"/>
              </a:rPr>
              <a:t>O(s) </a:t>
            </a:r>
            <a:r>
              <a:rPr lang="en-IN" sz="1600" dirty="0">
                <a:latin typeface="Calibri" panose="020F0502020204030204" pitchFamily="34" charset="0"/>
                <a:ea typeface="Calibri" panose="020F0502020204030204" pitchFamily="34" charset="0"/>
                <a:cs typeface="Calibri" panose="020F0502020204030204" pitchFamily="34" charset="0"/>
              </a:rPr>
              <a:t>→</a:t>
            </a:r>
            <a:r>
              <a:rPr lang="en-IN" sz="1600" dirty="0">
                <a:latin typeface="Calibri" panose="020F0502020204030204" pitchFamily="34" charset="0"/>
                <a:ea typeface="Calibri" panose="020F0502020204030204" pitchFamily="34" charset="0"/>
                <a:cs typeface="Times New Roman" panose="02020603050405020304" pitchFamily="18" charset="0"/>
              </a:rPr>
              <a:t> CuSO</a:t>
            </a:r>
            <a:r>
              <a:rPr lang="en-IN" sz="1600" baseline="-25000" dirty="0">
                <a:latin typeface="Calibri" panose="020F0502020204030204" pitchFamily="34" charset="0"/>
                <a:ea typeface="Calibri" panose="020F0502020204030204" pitchFamily="34" charset="0"/>
                <a:cs typeface="Times New Roman" panose="02020603050405020304" pitchFamily="18" charset="0"/>
              </a:rPr>
              <a:t>4</a:t>
            </a:r>
            <a:r>
              <a:rPr lang="en-IN" sz="1600" dirty="0">
                <a:latin typeface="Calibri" panose="020F0502020204030204" pitchFamily="34" charset="0"/>
                <a:ea typeface="Calibri" panose="020F0502020204030204" pitchFamily="34" charset="0"/>
                <a:cs typeface="Times New Roman" panose="02020603050405020304" pitchFamily="18" charset="0"/>
              </a:rPr>
              <a:t>(s) + 5H</a:t>
            </a:r>
            <a:r>
              <a:rPr lang="en-IN" sz="1600" baseline="-25000" dirty="0">
                <a:latin typeface="Calibri" panose="020F0502020204030204" pitchFamily="34" charset="0"/>
                <a:ea typeface="Calibri" panose="020F0502020204030204" pitchFamily="34" charset="0"/>
                <a:cs typeface="Times New Roman" panose="02020603050405020304" pitchFamily="18" charset="0"/>
              </a:rPr>
              <a:t>2</a:t>
            </a:r>
            <a:r>
              <a:rPr lang="en-IN" sz="1600" dirty="0">
                <a:latin typeface="Calibri" panose="020F0502020204030204" pitchFamily="34" charset="0"/>
                <a:ea typeface="Calibri" panose="020F0502020204030204" pitchFamily="34" charset="0"/>
                <a:cs typeface="Times New Roman" panose="02020603050405020304" pitchFamily="18" charset="0"/>
              </a:rPr>
              <a:t>O (g)</a:t>
            </a:r>
            <a:endParaRPr lang="en-MY" sz="16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17722285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16"/>
        <p:cNvGrpSpPr/>
        <p:nvPr/>
      </p:nvGrpSpPr>
      <p:grpSpPr>
        <a:xfrm>
          <a:off x="0" y="0"/>
          <a:ext cx="0" cy="0"/>
          <a:chOff x="0" y="0"/>
          <a:chExt cx="0" cy="0"/>
        </a:xfrm>
      </p:grpSpPr>
      <p:sp>
        <p:nvSpPr>
          <p:cNvPr id="117" name="Google Shape;117;p26"/>
          <p:cNvSpPr txBox="1">
            <a:spLocks noGrp="1"/>
          </p:cNvSpPr>
          <p:nvPr>
            <p:ph type="title"/>
          </p:nvPr>
        </p:nvSpPr>
        <p:spPr>
          <a:xfrm>
            <a:off x="933024" y="592925"/>
            <a:ext cx="7448975" cy="767700"/>
          </a:xfrm>
          <a:prstGeom prst="rect">
            <a:avLst/>
          </a:prstGeom>
        </p:spPr>
        <p:txBody>
          <a:bodyPr spcFirstLastPara="1" wrap="square" lIns="91425" tIns="91425" rIns="91425" bIns="91425" anchor="b" anchorCtr="0">
            <a:noAutofit/>
          </a:bodyPr>
          <a:lstStyle/>
          <a:p>
            <a:pPr marL="114300">
              <a:buSzPts val="1800"/>
            </a:pPr>
            <a:r>
              <a:rPr lang="en-IN" dirty="0">
                <a:latin typeface="Calibri" panose="020F0502020204030204" pitchFamily="34" charset="0"/>
              </a:rPr>
              <a:t>Hydrated Salts</a:t>
            </a:r>
            <a:endParaRPr lang="en-MY" dirty="0">
              <a:latin typeface="Calibri" panose="020F0502020204030204" pitchFamily="34" charset="0"/>
            </a:endParaRPr>
          </a:p>
        </p:txBody>
      </p:sp>
      <p:sp>
        <p:nvSpPr>
          <p:cNvPr id="118" name="Google Shape;118;p26"/>
          <p:cNvSpPr txBox="1"/>
          <p:nvPr/>
        </p:nvSpPr>
        <p:spPr>
          <a:xfrm>
            <a:off x="519289" y="1843168"/>
            <a:ext cx="7862710" cy="2957432"/>
          </a:xfrm>
          <a:prstGeom prst="rect">
            <a:avLst/>
          </a:prstGeom>
          <a:noFill/>
          <a:ln>
            <a:noFill/>
          </a:ln>
        </p:spPr>
        <p:txBody>
          <a:bodyPr spcFirstLastPara="1" wrap="square" lIns="91425" tIns="91425" rIns="91425" bIns="91425" anchor="t" anchorCtr="0">
            <a:noAutofit/>
          </a:bodyPr>
          <a:lstStyle/>
          <a:p>
            <a:r>
              <a:rPr lang="en-IN" sz="1600" b="1" dirty="0">
                <a:latin typeface="Calibri" panose="020F0502020204030204" pitchFamily="34" charset="0"/>
              </a:rPr>
              <a:t>Example 3:</a:t>
            </a:r>
            <a:r>
              <a:rPr lang="en-IN" sz="1600" dirty="0">
                <a:latin typeface="Calibri" panose="020F0502020204030204" pitchFamily="34" charset="0"/>
              </a:rPr>
              <a:t> 9.04 g of hydrated sodium sulphate was heated, and 4.0 g of anhydrous sodium sulphate was obtained. How many water molecules are there in 1 molecule of hydrated sodium sulphate?</a:t>
            </a:r>
          </a:p>
          <a:p>
            <a:r>
              <a:rPr lang="pt-BR" sz="1600" dirty="0">
                <a:latin typeface="Calibri" panose="020F0502020204030204" pitchFamily="34" charset="0"/>
              </a:rPr>
              <a:t>(Ar of Na= 23.0, S=32.1, O=16.0 and H=1.0)</a:t>
            </a:r>
            <a:endParaRPr lang="en-MY" sz="1600" dirty="0">
              <a:latin typeface="Calibri" panose="020F0502020204030204" pitchFamily="34" charset="0"/>
            </a:endParaRPr>
          </a:p>
          <a:p>
            <a:endParaRPr lang="en-IN" sz="1600" b="1" dirty="0">
              <a:latin typeface="Calibri" panose="020F0502020204030204" pitchFamily="34" charset="0"/>
            </a:endParaRPr>
          </a:p>
          <a:p>
            <a:r>
              <a:rPr lang="en-IN" sz="1600" b="1" dirty="0">
                <a:latin typeface="Calibri" panose="020F0502020204030204" pitchFamily="34" charset="0"/>
              </a:rPr>
              <a:t>Solution:</a:t>
            </a:r>
            <a:r>
              <a:rPr lang="en-IN" sz="1600" dirty="0">
                <a:latin typeface="Calibri" panose="020F0502020204030204" pitchFamily="34" charset="0"/>
              </a:rPr>
              <a:t> Hydrated sodium sulphate is of the form Na</a:t>
            </a:r>
            <a:r>
              <a:rPr lang="en-IN" sz="1600" baseline="-25000" dirty="0">
                <a:latin typeface="Calibri" panose="020F0502020204030204" pitchFamily="34" charset="0"/>
              </a:rPr>
              <a:t>2</a:t>
            </a:r>
            <a:r>
              <a:rPr lang="en-IN" sz="1600" dirty="0">
                <a:latin typeface="Calibri" panose="020F0502020204030204" pitchFamily="34" charset="0"/>
              </a:rPr>
              <a:t>SO</a:t>
            </a:r>
            <a:r>
              <a:rPr lang="en-IN" sz="1600" baseline="-25000" dirty="0">
                <a:latin typeface="Calibri" panose="020F0502020204030204" pitchFamily="34" charset="0"/>
              </a:rPr>
              <a:t>4</a:t>
            </a:r>
            <a:r>
              <a:rPr lang="en-IN" sz="1600" dirty="0">
                <a:latin typeface="Calibri" panose="020F0502020204030204" pitchFamily="34" charset="0"/>
              </a:rPr>
              <a:t>.xH</a:t>
            </a:r>
            <a:r>
              <a:rPr lang="en-IN" sz="1600" baseline="-25000" dirty="0">
                <a:latin typeface="Calibri" panose="020F0502020204030204" pitchFamily="34" charset="0"/>
              </a:rPr>
              <a:t>2</a:t>
            </a:r>
            <a:r>
              <a:rPr lang="en-IN" sz="1600" dirty="0">
                <a:latin typeface="Calibri" panose="020F0502020204030204" pitchFamily="34" charset="0"/>
              </a:rPr>
              <a:t>O where x is the number of water molecules.</a:t>
            </a:r>
            <a:endParaRPr lang="en-MY" sz="1600" dirty="0">
              <a:latin typeface="Calibri" panose="020F0502020204030204" pitchFamily="34" charset="0"/>
            </a:endParaRPr>
          </a:p>
          <a:p>
            <a:r>
              <a:rPr lang="en-IN" sz="1600" dirty="0">
                <a:latin typeface="Calibri" panose="020F0502020204030204" pitchFamily="34" charset="0"/>
              </a:rPr>
              <a:t>Number of moles of Na</a:t>
            </a:r>
            <a:r>
              <a:rPr lang="en-IN" sz="1600" baseline="-25000" dirty="0">
                <a:latin typeface="Calibri" panose="020F0502020204030204" pitchFamily="34" charset="0"/>
              </a:rPr>
              <a:t>2</a:t>
            </a:r>
            <a:r>
              <a:rPr lang="en-IN" sz="1600" dirty="0">
                <a:latin typeface="Calibri" panose="020F0502020204030204" pitchFamily="34" charset="0"/>
              </a:rPr>
              <a:t>SO</a:t>
            </a:r>
            <a:r>
              <a:rPr lang="en-IN" sz="1600" baseline="-25000" dirty="0">
                <a:latin typeface="Calibri" panose="020F0502020204030204" pitchFamily="34" charset="0"/>
              </a:rPr>
              <a:t>4</a:t>
            </a:r>
            <a:r>
              <a:rPr lang="en-IN" sz="1600" dirty="0">
                <a:latin typeface="Calibri" panose="020F0502020204030204" pitchFamily="34" charset="0"/>
              </a:rPr>
              <a:t>= 4/142.04=0.028</a:t>
            </a:r>
            <a:endParaRPr lang="en-MY" sz="1600" dirty="0">
              <a:latin typeface="Calibri" panose="020F0502020204030204" pitchFamily="34" charset="0"/>
            </a:endParaRPr>
          </a:p>
          <a:p>
            <a:r>
              <a:rPr lang="en-IN" sz="1600" dirty="0">
                <a:latin typeface="Calibri" panose="020F0502020204030204" pitchFamily="34" charset="0"/>
              </a:rPr>
              <a:t>Mass of water = 9.04-4.0=5.04 g</a:t>
            </a:r>
            <a:endParaRPr lang="en-MY" sz="1600" dirty="0">
              <a:latin typeface="Calibri" panose="020F0502020204030204" pitchFamily="34" charset="0"/>
            </a:endParaRPr>
          </a:p>
          <a:p>
            <a:r>
              <a:rPr lang="en-IN" sz="1600" dirty="0">
                <a:latin typeface="Calibri" panose="020F0502020204030204" pitchFamily="34" charset="0"/>
              </a:rPr>
              <a:t>Number of moles of H</a:t>
            </a:r>
            <a:r>
              <a:rPr lang="en-IN" sz="1600" baseline="-25000" dirty="0">
                <a:latin typeface="Calibri" panose="020F0502020204030204" pitchFamily="34" charset="0"/>
              </a:rPr>
              <a:t>2</a:t>
            </a:r>
            <a:r>
              <a:rPr lang="en-IN" sz="1600" dirty="0">
                <a:latin typeface="Calibri" panose="020F0502020204030204" pitchFamily="34" charset="0"/>
              </a:rPr>
              <a:t>O=5.04/18=0.28</a:t>
            </a:r>
            <a:endParaRPr lang="en-MY" sz="1600" dirty="0">
              <a:latin typeface="Calibri" panose="020F0502020204030204" pitchFamily="34" charset="0"/>
            </a:endParaRPr>
          </a:p>
          <a:p>
            <a:r>
              <a:rPr lang="en-IN" sz="1600" dirty="0">
                <a:latin typeface="Calibri" panose="020F0502020204030204" pitchFamily="34" charset="0"/>
              </a:rPr>
              <a:t>Ratio of the number of moles of H</a:t>
            </a:r>
            <a:r>
              <a:rPr lang="en-IN" sz="1600" baseline="-25000" dirty="0">
                <a:latin typeface="Calibri" panose="020F0502020204030204" pitchFamily="34" charset="0"/>
              </a:rPr>
              <a:t>2</a:t>
            </a:r>
            <a:r>
              <a:rPr lang="en-IN" sz="1600" dirty="0">
                <a:latin typeface="Calibri" panose="020F0502020204030204" pitchFamily="34" charset="0"/>
              </a:rPr>
              <a:t>O and Na</a:t>
            </a:r>
            <a:r>
              <a:rPr lang="en-IN" sz="1600" baseline="-25000" dirty="0">
                <a:latin typeface="Calibri" panose="020F0502020204030204" pitchFamily="34" charset="0"/>
              </a:rPr>
              <a:t>2</a:t>
            </a:r>
            <a:r>
              <a:rPr lang="en-IN" sz="1600" dirty="0">
                <a:latin typeface="Calibri" panose="020F0502020204030204" pitchFamily="34" charset="0"/>
              </a:rPr>
              <a:t>SO</a:t>
            </a:r>
            <a:r>
              <a:rPr lang="en-IN" sz="1600" baseline="-25000" dirty="0">
                <a:latin typeface="Calibri" panose="020F0502020204030204" pitchFamily="34" charset="0"/>
              </a:rPr>
              <a:t>4</a:t>
            </a:r>
            <a:r>
              <a:rPr lang="en-IN" sz="1600" dirty="0">
                <a:latin typeface="Calibri" panose="020F0502020204030204" pitchFamily="34" charset="0"/>
              </a:rPr>
              <a:t>=0.28/0.028=10</a:t>
            </a:r>
            <a:endParaRPr lang="en-MY" sz="1600" dirty="0">
              <a:latin typeface="Calibri" panose="020F0502020204030204" pitchFamily="34" charset="0"/>
            </a:endParaRPr>
          </a:p>
          <a:p>
            <a:r>
              <a:rPr lang="en-IN" sz="1600" dirty="0">
                <a:latin typeface="Calibri" panose="020F0502020204030204" pitchFamily="34" charset="0"/>
              </a:rPr>
              <a:t>Hence, the formula for hydrated copper sulphate is Na</a:t>
            </a:r>
            <a:r>
              <a:rPr lang="en-IN" sz="1600" baseline="-25000" dirty="0">
                <a:latin typeface="Calibri" panose="020F0502020204030204" pitchFamily="34" charset="0"/>
              </a:rPr>
              <a:t>2</a:t>
            </a:r>
            <a:r>
              <a:rPr lang="en-IN" sz="1600" dirty="0">
                <a:latin typeface="Calibri" panose="020F0502020204030204" pitchFamily="34" charset="0"/>
              </a:rPr>
              <a:t>SO</a:t>
            </a:r>
            <a:r>
              <a:rPr lang="en-IN" sz="1600" baseline="-25000" dirty="0">
                <a:latin typeface="Calibri" panose="020F0502020204030204" pitchFamily="34" charset="0"/>
              </a:rPr>
              <a:t>4</a:t>
            </a:r>
            <a:r>
              <a:rPr lang="en-IN" sz="1600" dirty="0">
                <a:latin typeface="Calibri" panose="020F0502020204030204" pitchFamily="34" charset="0"/>
              </a:rPr>
              <a:t>.10H</a:t>
            </a:r>
            <a:r>
              <a:rPr lang="en-IN" sz="1600" baseline="-25000" dirty="0">
                <a:latin typeface="Calibri" panose="020F0502020204030204" pitchFamily="34" charset="0"/>
              </a:rPr>
              <a:t>2</a:t>
            </a:r>
            <a:r>
              <a:rPr lang="en-IN" sz="1600" dirty="0">
                <a:latin typeface="Calibri" panose="020F0502020204030204" pitchFamily="34" charset="0"/>
              </a:rPr>
              <a:t>O.</a:t>
            </a:r>
            <a:endParaRPr lang="en-MY" sz="1600" dirty="0">
              <a:latin typeface="Calibri" panose="020F0502020204030204" pitchFamily="34" charset="0"/>
            </a:endParaRPr>
          </a:p>
        </p:txBody>
      </p:sp>
    </p:spTree>
    <p:extLst>
      <p:ext uri="{BB962C8B-B14F-4D97-AF65-F5344CB8AC3E}">
        <p14:creationId xmlns:p14="http://schemas.microsoft.com/office/powerpoint/2010/main" val="231316229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16"/>
        <p:cNvGrpSpPr/>
        <p:nvPr/>
      </p:nvGrpSpPr>
      <p:grpSpPr>
        <a:xfrm>
          <a:off x="0" y="0"/>
          <a:ext cx="0" cy="0"/>
          <a:chOff x="0" y="0"/>
          <a:chExt cx="0" cy="0"/>
        </a:xfrm>
      </p:grpSpPr>
      <p:sp>
        <p:nvSpPr>
          <p:cNvPr id="117" name="Google Shape;117;p26"/>
          <p:cNvSpPr txBox="1">
            <a:spLocks noGrp="1"/>
          </p:cNvSpPr>
          <p:nvPr>
            <p:ph type="title"/>
          </p:nvPr>
        </p:nvSpPr>
        <p:spPr>
          <a:xfrm>
            <a:off x="933025" y="592925"/>
            <a:ext cx="7808204" cy="767700"/>
          </a:xfrm>
          <a:prstGeom prst="rect">
            <a:avLst/>
          </a:prstGeom>
        </p:spPr>
        <p:txBody>
          <a:bodyPr spcFirstLastPara="1" wrap="square" lIns="91425" tIns="91425" rIns="91425" bIns="91425" anchor="b" anchorCtr="0">
            <a:noAutofit/>
          </a:bodyPr>
          <a:lstStyle/>
          <a:p>
            <a:pPr marL="114300">
              <a:buSzPts val="1800"/>
            </a:pPr>
            <a:r>
              <a:rPr lang="en-IN" dirty="0">
                <a:latin typeface="Calibri" panose="020F0502020204030204" pitchFamily="34" charset="0"/>
              </a:rPr>
              <a:t>Ions</a:t>
            </a:r>
            <a:endParaRPr lang="en-MY" dirty="0">
              <a:latin typeface="Calibri" panose="020F0502020204030204" pitchFamily="34" charset="0"/>
            </a:endParaRPr>
          </a:p>
        </p:txBody>
      </p:sp>
      <mc:AlternateContent xmlns:mc="http://schemas.openxmlformats.org/markup-compatibility/2006" xmlns:a14="http://schemas.microsoft.com/office/drawing/2010/main">
        <mc:Choice Requires="a14">
          <p:sp>
            <p:nvSpPr>
              <p:cNvPr id="4" name="Google Shape;118;p26"/>
              <p:cNvSpPr txBox="1"/>
              <p:nvPr/>
            </p:nvSpPr>
            <p:spPr>
              <a:xfrm>
                <a:off x="217714" y="2028225"/>
                <a:ext cx="5213386" cy="2492100"/>
              </a:xfrm>
              <a:prstGeom prst="rect">
                <a:avLst/>
              </a:prstGeom>
              <a:noFill/>
              <a:ln>
                <a:noFill/>
              </a:ln>
            </p:spPr>
            <p:txBody>
              <a:bodyPr spcFirstLastPara="1" wrap="square" lIns="91425" tIns="91425" rIns="91425" bIns="91425" anchor="t" anchorCtr="0">
                <a:noAutofit/>
              </a:bodyPr>
              <a:lstStyle/>
              <a:p>
                <a:pPr marL="400050" lvl="0" indent="-285750">
                  <a:buSzPts val="1800"/>
                  <a:buFont typeface="Arial" panose="020B0604020202020204" pitchFamily="34" charset="0"/>
                  <a:buChar char="•"/>
                </a:pPr>
                <a:r>
                  <a:rPr lang="en-MY" dirty="0">
                    <a:latin typeface="Calibri" panose="020F0502020204030204" pitchFamily="34" charset="0"/>
                  </a:rPr>
                  <a:t>When an atom loses or gains one or more electrons, it is called as an ion. </a:t>
                </a:r>
              </a:p>
              <a:p>
                <a:pPr marL="400050" lvl="0" indent="-285750">
                  <a:buSzPts val="1800"/>
                  <a:buFont typeface="Arial" panose="020B0604020202020204" pitchFamily="34" charset="0"/>
                  <a:buChar char="•"/>
                </a:pPr>
                <a:r>
                  <a:rPr lang="en-MY" dirty="0">
                    <a:latin typeface="Calibri" panose="020F0502020204030204" pitchFamily="34" charset="0"/>
                  </a:rPr>
                  <a:t>Oppositely charged ions combine to form ionic compounds. </a:t>
                </a:r>
              </a:p>
              <a:p>
                <a:pPr marL="400050" lvl="0" indent="-285750">
                  <a:buSzPts val="1800"/>
                  <a:buFont typeface="Arial" panose="020B0604020202020204" pitchFamily="34" charset="0"/>
                  <a:buChar char="•"/>
                </a:pPr>
                <a:r>
                  <a:rPr lang="en-MY" dirty="0">
                    <a:latin typeface="Calibri" panose="020F0502020204030204" pitchFamily="34" charset="0"/>
                  </a:rPr>
                  <a:t>When an atom loses an electron, it forms a positively charged ion called as cation. </a:t>
                </a:r>
              </a:p>
              <a:p>
                <a:pPr marL="400050" lvl="0" indent="-285750">
                  <a:buSzPts val="1800"/>
                  <a:buFont typeface="Arial" panose="020B0604020202020204" pitchFamily="34" charset="0"/>
                  <a:buChar char="•"/>
                </a:pPr>
                <a:r>
                  <a:rPr lang="en-MY" dirty="0">
                    <a:latin typeface="Calibri" panose="020F0502020204030204" pitchFamily="34" charset="0"/>
                  </a:rPr>
                  <a:t>When an atom gains an electron, it forms a negatively charged ion called as anion. </a:t>
                </a:r>
              </a:p>
              <a:p>
                <a:pPr marL="400050" lvl="0" indent="-285750">
                  <a:buSzPts val="1800"/>
                  <a:buFont typeface="Arial" panose="020B0604020202020204" pitchFamily="34" charset="0"/>
                  <a:buChar char="•"/>
                </a:pPr>
                <a:r>
                  <a:rPr lang="en-MY" dirty="0">
                    <a:latin typeface="Calibri" panose="020F0502020204030204" pitchFamily="34" charset="0"/>
                  </a:rPr>
                  <a:t>The ions are represented in the form of </a:t>
                </a:r>
                <a14:m>
                  <m:oMath xmlns:m="http://schemas.openxmlformats.org/officeDocument/2006/math">
                    <m:sSup>
                      <m:sSupPr>
                        <m:ctrlPr>
                          <a:rPr lang="en-MY" i="1">
                            <a:latin typeface="Cambria Math" panose="02040503050406030204" pitchFamily="18" charset="0"/>
                          </a:rPr>
                        </m:ctrlPr>
                      </m:sSupPr>
                      <m:e>
                        <m:r>
                          <a:rPr lang="en-IN" i="1">
                            <a:latin typeface="Cambria Math" panose="02040503050406030204" pitchFamily="18" charset="0"/>
                          </a:rPr>
                          <m:t>𝑋</m:t>
                        </m:r>
                      </m:e>
                      <m:sup>
                        <m:r>
                          <a:rPr lang="en-IN" i="1">
                            <a:latin typeface="Cambria Math" panose="02040503050406030204" pitchFamily="18" charset="0"/>
                          </a:rPr>
                          <m:t>𝑌</m:t>
                        </m:r>
                      </m:sup>
                    </m:sSup>
                  </m:oMath>
                </a14:m>
                <a:r>
                  <a:rPr lang="en-MY" dirty="0">
                    <a:latin typeface="Calibri" panose="020F0502020204030204" pitchFamily="34" charset="0"/>
                  </a:rPr>
                  <a:t>, where X is the symbol of the element and Y is the charge of the atom. For example, sodium forms </a:t>
                </a:r>
                <a14:m>
                  <m:oMath xmlns:m="http://schemas.openxmlformats.org/officeDocument/2006/math">
                    <m:sSup>
                      <m:sSupPr>
                        <m:ctrlPr>
                          <a:rPr lang="en-MY" i="1">
                            <a:latin typeface="Cambria Math" panose="02040503050406030204" pitchFamily="18" charset="0"/>
                          </a:rPr>
                        </m:ctrlPr>
                      </m:sSupPr>
                      <m:e>
                        <m:r>
                          <a:rPr lang="en-IN" i="1">
                            <a:latin typeface="Cambria Math" panose="02040503050406030204" pitchFamily="18" charset="0"/>
                          </a:rPr>
                          <m:t>𝑁𝑎</m:t>
                        </m:r>
                      </m:e>
                      <m:sup>
                        <m:r>
                          <a:rPr lang="en-IN" i="1">
                            <a:latin typeface="Cambria Math" panose="02040503050406030204" pitchFamily="18" charset="0"/>
                          </a:rPr>
                          <m:t>+</m:t>
                        </m:r>
                      </m:sup>
                    </m:sSup>
                  </m:oMath>
                </a14:m>
                <a:r>
                  <a:rPr lang="en-IN" dirty="0"/>
                  <a:t> </a:t>
                </a:r>
                <a:r>
                  <a:rPr lang="en-MY" dirty="0">
                    <a:latin typeface="Calibri" panose="020F0502020204030204" pitchFamily="34" charset="0"/>
                  </a:rPr>
                  <a:t>ion by losing one electron. This ion has 11 protons and 10 electrons. It can be noted that the charges in the atom are not neutralised. Chlorine form </a:t>
                </a:r>
                <a14:m>
                  <m:oMath xmlns:m="http://schemas.openxmlformats.org/officeDocument/2006/math">
                    <m:sSup>
                      <m:sSupPr>
                        <m:ctrlPr>
                          <a:rPr lang="en-MY" i="1">
                            <a:latin typeface="Cambria Math" panose="02040503050406030204" pitchFamily="18" charset="0"/>
                          </a:rPr>
                        </m:ctrlPr>
                      </m:sSupPr>
                      <m:e>
                        <m:r>
                          <a:rPr lang="en-IN" i="1">
                            <a:latin typeface="Cambria Math" panose="02040503050406030204" pitchFamily="18" charset="0"/>
                          </a:rPr>
                          <m:t>𝐶𝑙</m:t>
                        </m:r>
                      </m:e>
                      <m:sup>
                        <m:r>
                          <a:rPr lang="en-IN" i="1">
                            <a:latin typeface="Cambria Math" panose="02040503050406030204" pitchFamily="18" charset="0"/>
                          </a:rPr>
                          <m:t>−</m:t>
                        </m:r>
                      </m:sup>
                    </m:sSup>
                  </m:oMath>
                </a14:m>
                <a:r>
                  <a:rPr lang="en-MY" dirty="0">
                    <a:latin typeface="Calibri" panose="020F0502020204030204" pitchFamily="34" charset="0"/>
                  </a:rPr>
                  <a:t>ion by gaining an electron. </a:t>
                </a:r>
                <a:endParaRPr dirty="0">
                  <a:latin typeface="Calibri" panose="020F0502020204030204" pitchFamily="34" charset="0"/>
                </a:endParaRPr>
              </a:p>
            </p:txBody>
          </p:sp>
        </mc:Choice>
        <mc:Fallback xmlns="">
          <p:sp>
            <p:nvSpPr>
              <p:cNvPr id="4" name="Google Shape;118;p26"/>
              <p:cNvSpPr txBox="1">
                <a:spLocks noRot="1" noChangeAspect="1" noMove="1" noResize="1" noEditPoints="1" noAdjustHandles="1" noChangeArrowheads="1" noChangeShapeType="1" noTextEdit="1"/>
              </p:cNvSpPr>
              <p:nvPr/>
            </p:nvSpPr>
            <p:spPr>
              <a:xfrm>
                <a:off x="217714" y="2028225"/>
                <a:ext cx="5213386" cy="2492100"/>
              </a:xfrm>
              <a:prstGeom prst="rect">
                <a:avLst/>
              </a:prstGeom>
              <a:blipFill>
                <a:blip r:embed="rId3"/>
                <a:stretch>
                  <a:fillRect t="-733" r="-1170" b="-19315"/>
                </a:stretch>
              </a:blipFill>
              <a:ln>
                <a:noFill/>
              </a:ln>
            </p:spPr>
            <p:txBody>
              <a:bodyPr/>
              <a:lstStyle/>
              <a:p>
                <a:r>
                  <a:rPr lang="en-GB">
                    <a:noFill/>
                  </a:rPr>
                  <a:t> </a:t>
                </a:r>
              </a:p>
            </p:txBody>
          </p:sp>
        </mc:Fallback>
      </mc:AlternateContent>
      <p:pic>
        <p:nvPicPr>
          <p:cNvPr id="2" name="Picture 1"/>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431100" y="2028225"/>
            <a:ext cx="3425952" cy="2889504"/>
          </a:xfrm>
          <a:prstGeom prst="rect">
            <a:avLst/>
          </a:prstGeom>
        </p:spPr>
      </p:pic>
    </p:spTree>
    <p:extLst>
      <p:ext uri="{BB962C8B-B14F-4D97-AF65-F5344CB8AC3E}">
        <p14:creationId xmlns:p14="http://schemas.microsoft.com/office/powerpoint/2010/main" val="391946446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16"/>
        <p:cNvGrpSpPr/>
        <p:nvPr/>
      </p:nvGrpSpPr>
      <p:grpSpPr>
        <a:xfrm>
          <a:off x="0" y="0"/>
          <a:ext cx="0" cy="0"/>
          <a:chOff x="0" y="0"/>
          <a:chExt cx="0" cy="0"/>
        </a:xfrm>
      </p:grpSpPr>
      <p:sp>
        <p:nvSpPr>
          <p:cNvPr id="117" name="Google Shape;117;p26"/>
          <p:cNvSpPr txBox="1">
            <a:spLocks noGrp="1"/>
          </p:cNvSpPr>
          <p:nvPr>
            <p:ph type="title"/>
          </p:nvPr>
        </p:nvSpPr>
        <p:spPr>
          <a:xfrm>
            <a:off x="933024" y="592925"/>
            <a:ext cx="7448975" cy="767700"/>
          </a:xfrm>
          <a:prstGeom prst="rect">
            <a:avLst/>
          </a:prstGeom>
        </p:spPr>
        <p:txBody>
          <a:bodyPr spcFirstLastPara="1" wrap="square" lIns="91425" tIns="91425" rIns="91425" bIns="91425" anchor="b" anchorCtr="0">
            <a:noAutofit/>
          </a:bodyPr>
          <a:lstStyle/>
          <a:p>
            <a:pPr marL="114300" lvl="0">
              <a:buSzPts val="1800"/>
            </a:pPr>
            <a:r>
              <a:rPr lang="en-IN" dirty="0">
                <a:latin typeface="Calibri" panose="020F0502020204030204" pitchFamily="34" charset="0"/>
              </a:rPr>
              <a:t>Ionic charge of elements</a:t>
            </a:r>
            <a:endParaRPr lang="en-MY" dirty="0">
              <a:latin typeface="Calibri" panose="020F0502020204030204" pitchFamily="34" charset="0"/>
            </a:endParaRPr>
          </a:p>
        </p:txBody>
      </p:sp>
      <p:sp>
        <p:nvSpPr>
          <p:cNvPr id="118" name="Google Shape;118;p26"/>
          <p:cNvSpPr txBox="1"/>
          <p:nvPr/>
        </p:nvSpPr>
        <p:spPr>
          <a:xfrm>
            <a:off x="474133" y="1944768"/>
            <a:ext cx="8123767" cy="2492100"/>
          </a:xfrm>
          <a:prstGeom prst="rect">
            <a:avLst/>
          </a:prstGeom>
          <a:noFill/>
          <a:ln>
            <a:noFill/>
          </a:ln>
        </p:spPr>
        <p:txBody>
          <a:bodyPr spcFirstLastPara="1" wrap="square" lIns="91425" tIns="91425" rIns="91425" bIns="91425" anchor="t" anchorCtr="0">
            <a:noAutofit/>
          </a:bodyPr>
          <a:lstStyle/>
          <a:p>
            <a:pPr marL="400050" lvl="0" indent="-285750" algn="just">
              <a:lnSpc>
                <a:spcPct val="113000"/>
              </a:lnSpc>
              <a:spcBef>
                <a:spcPts val="600"/>
              </a:spcBef>
              <a:buSzPts val="1800"/>
              <a:buFont typeface="Arial" panose="020B0604020202020204" pitchFamily="34" charset="0"/>
              <a:buChar char="•"/>
            </a:pPr>
            <a:r>
              <a:rPr lang="en-MY" sz="1600" dirty="0">
                <a:latin typeface="Calibri" panose="020F0502020204030204" pitchFamily="34" charset="0"/>
              </a:rPr>
              <a:t>Elements are arranged in periodic table according to atomic numbers and are assigned with group numbers. Group number denotes the number of electrons in the outermost shell. </a:t>
            </a:r>
          </a:p>
          <a:p>
            <a:pPr marL="444500" lvl="1" algn="just">
              <a:lnSpc>
                <a:spcPct val="113000"/>
              </a:lnSpc>
              <a:spcBef>
                <a:spcPts val="600"/>
              </a:spcBef>
              <a:buSzPts val="1800"/>
            </a:pPr>
            <a:r>
              <a:rPr lang="en-MY" sz="1600" dirty="0">
                <a:latin typeface="Calibri" panose="020F0502020204030204" pitchFamily="34" charset="0"/>
              </a:rPr>
              <a:t>For example: Lithium, Sodium, Potassium, Rubidium, Caesium and Francium are group 1 elements. All these elements have one electron in the outermost shell and lose an electron to enter the stable state.</a:t>
            </a:r>
          </a:p>
          <a:p>
            <a:pPr marL="400050" lvl="0" indent="-285750" algn="just">
              <a:lnSpc>
                <a:spcPct val="113000"/>
              </a:lnSpc>
              <a:spcBef>
                <a:spcPts val="600"/>
              </a:spcBef>
              <a:buSzPts val="1800"/>
              <a:buFont typeface="Arial" panose="020B0604020202020204" pitchFamily="34" charset="0"/>
              <a:buChar char="•"/>
            </a:pPr>
            <a:r>
              <a:rPr lang="en-MY" sz="1600" dirty="0">
                <a:latin typeface="Calibri" panose="020F0502020204030204" pitchFamily="34" charset="0"/>
              </a:rPr>
              <a:t>Group 2 elements have 2 electrons in the outermost shell and lose 2 electrons to form X</a:t>
            </a:r>
            <a:r>
              <a:rPr lang="en-MY" sz="1600" baseline="30000" dirty="0">
                <a:latin typeface="Calibri" panose="020F0502020204030204" pitchFamily="34" charset="0"/>
              </a:rPr>
              <a:t>2+</a:t>
            </a:r>
            <a:r>
              <a:rPr lang="en-MY" sz="1600" dirty="0">
                <a:latin typeface="Calibri" panose="020F0502020204030204" pitchFamily="34" charset="0"/>
              </a:rPr>
              <a:t> (X is the symbol for element) and enters the stable state. </a:t>
            </a:r>
          </a:p>
        </p:txBody>
      </p:sp>
    </p:spTree>
    <p:extLst>
      <p:ext uri="{BB962C8B-B14F-4D97-AF65-F5344CB8AC3E}">
        <p14:creationId xmlns:p14="http://schemas.microsoft.com/office/powerpoint/2010/main" val="176030238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16"/>
        <p:cNvGrpSpPr/>
        <p:nvPr/>
      </p:nvGrpSpPr>
      <p:grpSpPr>
        <a:xfrm>
          <a:off x="0" y="0"/>
          <a:ext cx="0" cy="0"/>
          <a:chOff x="0" y="0"/>
          <a:chExt cx="0" cy="0"/>
        </a:xfrm>
      </p:grpSpPr>
      <p:sp>
        <p:nvSpPr>
          <p:cNvPr id="117" name="Google Shape;117;p26"/>
          <p:cNvSpPr txBox="1">
            <a:spLocks noGrp="1"/>
          </p:cNvSpPr>
          <p:nvPr>
            <p:ph type="title"/>
          </p:nvPr>
        </p:nvSpPr>
        <p:spPr>
          <a:xfrm>
            <a:off x="933024" y="592925"/>
            <a:ext cx="7448975" cy="767700"/>
          </a:xfrm>
          <a:prstGeom prst="rect">
            <a:avLst/>
          </a:prstGeom>
        </p:spPr>
        <p:txBody>
          <a:bodyPr spcFirstLastPara="1" wrap="square" lIns="91425" tIns="91425" rIns="91425" bIns="91425" anchor="b" anchorCtr="0">
            <a:noAutofit/>
          </a:bodyPr>
          <a:lstStyle/>
          <a:p>
            <a:pPr marL="114300" lvl="0">
              <a:buSzPts val="1800"/>
            </a:pPr>
            <a:r>
              <a:rPr lang="en-IN" dirty="0">
                <a:latin typeface="Calibri" panose="020F0502020204030204" pitchFamily="34" charset="0"/>
              </a:rPr>
              <a:t>Ionic charge of elements</a:t>
            </a:r>
            <a:endParaRPr lang="en-MY" dirty="0">
              <a:latin typeface="Calibri" panose="020F0502020204030204" pitchFamily="34" charset="0"/>
            </a:endParaRPr>
          </a:p>
        </p:txBody>
      </p:sp>
      <p:sp>
        <p:nvSpPr>
          <p:cNvPr id="118" name="Google Shape;118;p26"/>
          <p:cNvSpPr txBox="1"/>
          <p:nvPr/>
        </p:nvSpPr>
        <p:spPr>
          <a:xfrm>
            <a:off x="395111" y="1821903"/>
            <a:ext cx="7986888" cy="2492100"/>
          </a:xfrm>
          <a:prstGeom prst="rect">
            <a:avLst/>
          </a:prstGeom>
          <a:noFill/>
          <a:ln>
            <a:noFill/>
          </a:ln>
        </p:spPr>
        <p:txBody>
          <a:bodyPr spcFirstLastPara="1" wrap="square" lIns="91425" tIns="91425" rIns="91425" bIns="91425" anchor="t" anchorCtr="0">
            <a:noAutofit/>
          </a:bodyPr>
          <a:lstStyle/>
          <a:p>
            <a:pPr marL="400050" lvl="0" indent="-285750" algn="just">
              <a:buSzPts val="1800"/>
              <a:buFont typeface="Arial" panose="020B0604020202020204" pitchFamily="34" charset="0"/>
              <a:buChar char="•"/>
            </a:pPr>
            <a:r>
              <a:rPr lang="en-MY" sz="1600" dirty="0">
                <a:latin typeface="Calibri" panose="020F0502020204030204" pitchFamily="34" charset="0"/>
              </a:rPr>
              <a:t>Group 17 elements are called as halogens. Chlorine has atomic number of 17and its electronic configuration is 2, 8, 7. It needs one electron to reach stable configuration. Hence, chlorine gains one electron and becomes Cl</a:t>
            </a:r>
            <a:r>
              <a:rPr lang="en-MY" sz="1600" baseline="30000" dirty="0">
                <a:latin typeface="Calibri" panose="020F0502020204030204" pitchFamily="34" charset="0"/>
              </a:rPr>
              <a:t>-</a:t>
            </a:r>
            <a:r>
              <a:rPr lang="en-MY" sz="1600" dirty="0">
                <a:latin typeface="Calibri" panose="020F0502020204030204" pitchFamily="34" charset="0"/>
              </a:rPr>
              <a:t>  ion. The table below shows the ionic charges of different elements.</a:t>
            </a:r>
          </a:p>
        </p:txBody>
      </p:sp>
      <p:graphicFrame>
        <p:nvGraphicFramePr>
          <p:cNvPr id="2" name="Table 1"/>
          <p:cNvGraphicFramePr>
            <a:graphicFrameLocks noGrp="1"/>
          </p:cNvGraphicFramePr>
          <p:nvPr>
            <p:extLst>
              <p:ext uri="{D42A27DB-BD31-4B8C-83A1-F6EECF244321}">
                <p14:modId xmlns:p14="http://schemas.microsoft.com/office/powerpoint/2010/main" val="837891325"/>
              </p:ext>
            </p:extLst>
          </p:nvPr>
        </p:nvGraphicFramePr>
        <p:xfrm>
          <a:off x="866421" y="2986993"/>
          <a:ext cx="7411158" cy="1934084"/>
        </p:xfrm>
        <a:graphic>
          <a:graphicData uri="http://schemas.openxmlformats.org/drawingml/2006/table">
            <a:tbl>
              <a:tblPr firstRow="1" firstCol="1" bandRow="1">
                <a:tableStyleId>{5C22544A-7EE6-4342-B048-85BDC9FD1C3A}</a:tableStyleId>
              </a:tblPr>
              <a:tblGrid>
                <a:gridCol w="1235193">
                  <a:extLst>
                    <a:ext uri="{9D8B030D-6E8A-4147-A177-3AD203B41FA5}">
                      <a16:colId xmlns:a16="http://schemas.microsoft.com/office/drawing/2014/main" val="20000"/>
                    </a:ext>
                  </a:extLst>
                </a:gridCol>
                <a:gridCol w="1235193">
                  <a:extLst>
                    <a:ext uri="{9D8B030D-6E8A-4147-A177-3AD203B41FA5}">
                      <a16:colId xmlns:a16="http://schemas.microsoft.com/office/drawing/2014/main" val="20001"/>
                    </a:ext>
                  </a:extLst>
                </a:gridCol>
                <a:gridCol w="1235193">
                  <a:extLst>
                    <a:ext uri="{9D8B030D-6E8A-4147-A177-3AD203B41FA5}">
                      <a16:colId xmlns:a16="http://schemas.microsoft.com/office/drawing/2014/main" val="20002"/>
                    </a:ext>
                  </a:extLst>
                </a:gridCol>
                <a:gridCol w="1235193">
                  <a:extLst>
                    <a:ext uri="{9D8B030D-6E8A-4147-A177-3AD203B41FA5}">
                      <a16:colId xmlns:a16="http://schemas.microsoft.com/office/drawing/2014/main" val="20003"/>
                    </a:ext>
                  </a:extLst>
                </a:gridCol>
                <a:gridCol w="1235193">
                  <a:extLst>
                    <a:ext uri="{9D8B030D-6E8A-4147-A177-3AD203B41FA5}">
                      <a16:colId xmlns:a16="http://schemas.microsoft.com/office/drawing/2014/main" val="20004"/>
                    </a:ext>
                  </a:extLst>
                </a:gridCol>
                <a:gridCol w="1235193">
                  <a:extLst>
                    <a:ext uri="{9D8B030D-6E8A-4147-A177-3AD203B41FA5}">
                      <a16:colId xmlns:a16="http://schemas.microsoft.com/office/drawing/2014/main" val="20005"/>
                    </a:ext>
                  </a:extLst>
                </a:gridCol>
              </a:tblGrid>
              <a:tr h="0">
                <a:tc>
                  <a:txBody>
                    <a:bodyPr/>
                    <a:lstStyle/>
                    <a:p>
                      <a:pPr algn="ctr">
                        <a:lnSpc>
                          <a:spcPct val="115000"/>
                        </a:lnSpc>
                        <a:spcAft>
                          <a:spcPts val="0"/>
                        </a:spcAft>
                      </a:pPr>
                      <a:r>
                        <a:rPr lang="en-IN" sz="1400" b="0" dirty="0">
                          <a:solidFill>
                            <a:schemeClr val="bg1"/>
                          </a:solidFill>
                          <a:effectLst/>
                          <a:latin typeface="Calibri" panose="020F0502020204030204" pitchFamily="34" charset="0"/>
                        </a:rPr>
                        <a:t>+1</a:t>
                      </a:r>
                      <a:endParaRPr lang="en-MY" sz="1400" b="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a:txBody>
                  <a:tcPr marL="56705" marR="567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B050"/>
                    </a:solidFill>
                  </a:tcPr>
                </a:tc>
                <a:tc>
                  <a:txBody>
                    <a:bodyPr/>
                    <a:lstStyle/>
                    <a:p>
                      <a:pPr algn="ctr">
                        <a:lnSpc>
                          <a:spcPct val="115000"/>
                        </a:lnSpc>
                        <a:spcAft>
                          <a:spcPts val="0"/>
                        </a:spcAft>
                      </a:pPr>
                      <a:r>
                        <a:rPr lang="en-IN" sz="1400" b="0" dirty="0">
                          <a:solidFill>
                            <a:schemeClr val="bg1"/>
                          </a:solidFill>
                          <a:effectLst/>
                          <a:latin typeface="Calibri" panose="020F0502020204030204" pitchFamily="34" charset="0"/>
                        </a:rPr>
                        <a:t>+2</a:t>
                      </a:r>
                      <a:endParaRPr lang="en-MY" sz="1400" b="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a:txBody>
                  <a:tcPr marL="56705" marR="567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B050"/>
                    </a:solidFill>
                  </a:tcPr>
                </a:tc>
                <a:tc>
                  <a:txBody>
                    <a:bodyPr/>
                    <a:lstStyle/>
                    <a:p>
                      <a:pPr algn="ctr">
                        <a:lnSpc>
                          <a:spcPct val="115000"/>
                        </a:lnSpc>
                        <a:spcAft>
                          <a:spcPts val="0"/>
                        </a:spcAft>
                      </a:pPr>
                      <a:r>
                        <a:rPr lang="en-IN" sz="1400" b="0" dirty="0">
                          <a:solidFill>
                            <a:schemeClr val="bg1"/>
                          </a:solidFill>
                          <a:effectLst/>
                          <a:latin typeface="Calibri" panose="020F0502020204030204" pitchFamily="34" charset="0"/>
                        </a:rPr>
                        <a:t>+3</a:t>
                      </a:r>
                      <a:endParaRPr lang="en-MY" sz="1400" b="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a:txBody>
                  <a:tcPr marL="56705" marR="567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B050"/>
                    </a:solidFill>
                  </a:tcPr>
                </a:tc>
                <a:tc>
                  <a:txBody>
                    <a:bodyPr/>
                    <a:lstStyle/>
                    <a:p>
                      <a:pPr algn="ctr">
                        <a:lnSpc>
                          <a:spcPct val="115000"/>
                        </a:lnSpc>
                        <a:spcAft>
                          <a:spcPts val="0"/>
                        </a:spcAft>
                      </a:pPr>
                      <a:r>
                        <a:rPr lang="en-IN" sz="1400" b="0" dirty="0">
                          <a:solidFill>
                            <a:schemeClr val="bg1"/>
                          </a:solidFill>
                          <a:effectLst/>
                          <a:latin typeface="Calibri" panose="020F0502020204030204" pitchFamily="34" charset="0"/>
                        </a:rPr>
                        <a:t>-3</a:t>
                      </a:r>
                      <a:endParaRPr lang="en-MY" sz="1400" b="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a:txBody>
                  <a:tcPr marL="56705" marR="567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B050"/>
                    </a:solidFill>
                  </a:tcPr>
                </a:tc>
                <a:tc>
                  <a:txBody>
                    <a:bodyPr/>
                    <a:lstStyle/>
                    <a:p>
                      <a:pPr algn="ctr">
                        <a:lnSpc>
                          <a:spcPct val="115000"/>
                        </a:lnSpc>
                        <a:spcAft>
                          <a:spcPts val="0"/>
                        </a:spcAft>
                      </a:pPr>
                      <a:r>
                        <a:rPr lang="en-IN" sz="1400" b="0" dirty="0">
                          <a:solidFill>
                            <a:schemeClr val="bg1"/>
                          </a:solidFill>
                          <a:effectLst/>
                          <a:latin typeface="Calibri" panose="020F0502020204030204" pitchFamily="34" charset="0"/>
                        </a:rPr>
                        <a:t>-2</a:t>
                      </a:r>
                      <a:endParaRPr lang="en-MY" sz="1400" b="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a:txBody>
                  <a:tcPr marL="56705" marR="567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B050"/>
                    </a:solidFill>
                  </a:tcPr>
                </a:tc>
                <a:tc>
                  <a:txBody>
                    <a:bodyPr/>
                    <a:lstStyle/>
                    <a:p>
                      <a:pPr algn="ctr">
                        <a:lnSpc>
                          <a:spcPct val="115000"/>
                        </a:lnSpc>
                        <a:spcAft>
                          <a:spcPts val="0"/>
                        </a:spcAft>
                      </a:pPr>
                      <a:r>
                        <a:rPr lang="en-IN" sz="1400" b="0" dirty="0">
                          <a:solidFill>
                            <a:schemeClr val="bg1"/>
                          </a:solidFill>
                          <a:effectLst/>
                          <a:latin typeface="Calibri" panose="020F0502020204030204" pitchFamily="34" charset="0"/>
                        </a:rPr>
                        <a:t>-1</a:t>
                      </a:r>
                      <a:endParaRPr lang="en-MY" sz="1400" b="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a:txBody>
                  <a:tcPr marL="56705" marR="567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B050"/>
                    </a:solidFill>
                  </a:tcPr>
                </a:tc>
                <a:extLst>
                  <a:ext uri="{0D108BD9-81ED-4DB2-BD59-A6C34878D82A}">
                    <a16:rowId xmlns:a16="http://schemas.microsoft.com/office/drawing/2014/main" val="10000"/>
                  </a:ext>
                </a:extLst>
              </a:tr>
              <a:tr h="943925">
                <a:tc>
                  <a:txBody>
                    <a:bodyPr/>
                    <a:lstStyle/>
                    <a:p>
                      <a:pPr algn="l">
                        <a:lnSpc>
                          <a:spcPct val="115000"/>
                        </a:lnSpc>
                        <a:spcAft>
                          <a:spcPts val="0"/>
                        </a:spcAft>
                      </a:pPr>
                      <a:r>
                        <a:rPr lang="en-IN" sz="1400" b="0" dirty="0">
                          <a:solidFill>
                            <a:sysClr val="windowText" lastClr="000000"/>
                          </a:solidFill>
                          <a:effectLst/>
                          <a:latin typeface="Calibri" panose="020F0502020204030204" pitchFamily="34" charset="0"/>
                        </a:rPr>
                        <a:t>Group 1 elements </a:t>
                      </a:r>
                      <a:endParaRPr lang="en-MY" sz="1400" b="0" dirty="0">
                        <a:solidFill>
                          <a:sysClr val="windowText" lastClr="000000"/>
                        </a:solidFill>
                        <a:effectLst/>
                        <a:latin typeface="Calibri" panose="020F0502020204030204" pitchFamily="34" charset="0"/>
                      </a:endParaRPr>
                    </a:p>
                    <a:p>
                      <a:pPr algn="l">
                        <a:lnSpc>
                          <a:spcPct val="115000"/>
                        </a:lnSpc>
                        <a:spcAft>
                          <a:spcPts val="0"/>
                        </a:spcAft>
                      </a:pPr>
                      <a:r>
                        <a:rPr lang="en-IN" sz="1400" b="0" dirty="0">
                          <a:solidFill>
                            <a:sysClr val="windowText" lastClr="000000"/>
                          </a:solidFill>
                          <a:effectLst/>
                          <a:latin typeface="Calibri" panose="020F0502020204030204" pitchFamily="34" charset="0"/>
                        </a:rPr>
                        <a:t>Hydrogen (H)</a:t>
                      </a:r>
                      <a:endParaRPr lang="en-MY" sz="1400" b="0" dirty="0">
                        <a:solidFill>
                          <a:sysClr val="windowText" lastClr="000000"/>
                        </a:solidFill>
                        <a:effectLst/>
                        <a:latin typeface="Calibri" panose="020F0502020204030204" pitchFamily="34" charset="0"/>
                      </a:endParaRPr>
                    </a:p>
                    <a:p>
                      <a:pPr algn="l">
                        <a:lnSpc>
                          <a:spcPct val="115000"/>
                        </a:lnSpc>
                        <a:spcAft>
                          <a:spcPts val="0"/>
                        </a:spcAft>
                      </a:pPr>
                      <a:r>
                        <a:rPr lang="en-IN" sz="1400" b="0" dirty="0">
                          <a:solidFill>
                            <a:sysClr val="windowText" lastClr="000000"/>
                          </a:solidFill>
                          <a:effectLst/>
                          <a:latin typeface="Calibri" panose="020F0502020204030204" pitchFamily="34" charset="0"/>
                        </a:rPr>
                        <a:t>Silver (Ag)</a:t>
                      </a:r>
                      <a:endParaRPr lang="en-MY" sz="1400" b="0" dirty="0">
                        <a:solidFill>
                          <a:sysClr val="windowText" lastClr="000000"/>
                        </a:solidFill>
                        <a:effectLst/>
                        <a:latin typeface="Calibri" panose="020F0502020204030204" pitchFamily="34" charset="0"/>
                      </a:endParaRPr>
                    </a:p>
                    <a:p>
                      <a:pPr algn="l">
                        <a:lnSpc>
                          <a:spcPct val="115000"/>
                        </a:lnSpc>
                        <a:spcAft>
                          <a:spcPts val="0"/>
                        </a:spcAft>
                      </a:pPr>
                      <a:r>
                        <a:rPr lang="en-IN" sz="1400" b="0" dirty="0">
                          <a:solidFill>
                            <a:sysClr val="windowText" lastClr="000000"/>
                          </a:solidFill>
                          <a:effectLst/>
                          <a:latin typeface="Calibri" panose="020F0502020204030204" pitchFamily="34" charset="0"/>
                        </a:rPr>
                        <a:t>Gold (Au)</a:t>
                      </a:r>
                      <a:endParaRPr lang="en-MY" sz="1400" b="0" dirty="0">
                        <a:solidFill>
                          <a:sysClr val="windowText" lastClr="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56705" marR="5670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a:lnSpc>
                          <a:spcPct val="115000"/>
                        </a:lnSpc>
                        <a:spcAft>
                          <a:spcPts val="0"/>
                        </a:spcAft>
                      </a:pPr>
                      <a:r>
                        <a:rPr lang="en-IN" sz="1400" b="0" dirty="0">
                          <a:solidFill>
                            <a:sysClr val="windowText" lastClr="000000"/>
                          </a:solidFill>
                          <a:effectLst/>
                          <a:latin typeface="Calibri" panose="020F0502020204030204" pitchFamily="34" charset="0"/>
                        </a:rPr>
                        <a:t>Group 2 elements</a:t>
                      </a:r>
                      <a:endParaRPr lang="en-MY" sz="1400" b="0" dirty="0">
                        <a:solidFill>
                          <a:sysClr val="windowText" lastClr="000000"/>
                        </a:solidFill>
                        <a:effectLst/>
                        <a:latin typeface="Calibri" panose="020F0502020204030204" pitchFamily="34" charset="0"/>
                      </a:endParaRPr>
                    </a:p>
                    <a:p>
                      <a:pPr algn="l">
                        <a:lnSpc>
                          <a:spcPct val="115000"/>
                        </a:lnSpc>
                        <a:spcAft>
                          <a:spcPts val="0"/>
                        </a:spcAft>
                      </a:pPr>
                      <a:r>
                        <a:rPr lang="en-IN" sz="1400" b="0" dirty="0">
                          <a:solidFill>
                            <a:sysClr val="windowText" lastClr="000000"/>
                          </a:solidFill>
                          <a:effectLst/>
                          <a:latin typeface="Calibri" panose="020F0502020204030204" pitchFamily="34" charset="0"/>
                        </a:rPr>
                        <a:t>Zinc (Zn)</a:t>
                      </a:r>
                      <a:endParaRPr lang="en-MY" sz="1400" b="0" dirty="0">
                        <a:solidFill>
                          <a:sysClr val="windowText" lastClr="000000"/>
                        </a:solidFill>
                        <a:effectLst/>
                        <a:latin typeface="Calibri" panose="020F0502020204030204" pitchFamily="34" charset="0"/>
                      </a:endParaRPr>
                    </a:p>
                    <a:p>
                      <a:pPr algn="l">
                        <a:lnSpc>
                          <a:spcPct val="115000"/>
                        </a:lnSpc>
                        <a:spcAft>
                          <a:spcPts val="0"/>
                        </a:spcAft>
                      </a:pPr>
                      <a:r>
                        <a:rPr lang="en-IN" sz="1400" b="0" dirty="0">
                          <a:solidFill>
                            <a:sysClr val="windowText" lastClr="000000"/>
                          </a:solidFill>
                          <a:effectLst/>
                          <a:latin typeface="Calibri" panose="020F0502020204030204" pitchFamily="34" charset="0"/>
                        </a:rPr>
                        <a:t>Copper(II) (Cu)</a:t>
                      </a:r>
                      <a:endParaRPr lang="en-MY" sz="1400" b="0" dirty="0">
                        <a:solidFill>
                          <a:sysClr val="windowText" lastClr="000000"/>
                        </a:solidFill>
                        <a:effectLst/>
                        <a:latin typeface="Calibri" panose="020F0502020204030204" pitchFamily="34" charset="0"/>
                      </a:endParaRPr>
                    </a:p>
                    <a:p>
                      <a:pPr algn="l">
                        <a:lnSpc>
                          <a:spcPct val="115000"/>
                        </a:lnSpc>
                        <a:spcAft>
                          <a:spcPts val="0"/>
                        </a:spcAft>
                      </a:pPr>
                      <a:r>
                        <a:rPr lang="en-IN" sz="1400" b="0" dirty="0">
                          <a:solidFill>
                            <a:sysClr val="windowText" lastClr="000000"/>
                          </a:solidFill>
                          <a:effectLst/>
                          <a:latin typeface="Calibri" panose="020F0502020204030204" pitchFamily="34" charset="0"/>
                        </a:rPr>
                        <a:t>Iron (II) (Fe)</a:t>
                      </a:r>
                      <a:endParaRPr lang="en-MY" sz="1400" b="0" dirty="0">
                        <a:solidFill>
                          <a:sysClr val="windowText" lastClr="000000"/>
                        </a:solidFill>
                        <a:effectLst/>
                        <a:latin typeface="Calibri" panose="020F0502020204030204" pitchFamily="34" charset="0"/>
                      </a:endParaRPr>
                    </a:p>
                    <a:p>
                      <a:pPr algn="l">
                        <a:lnSpc>
                          <a:spcPct val="115000"/>
                        </a:lnSpc>
                        <a:spcAft>
                          <a:spcPts val="0"/>
                        </a:spcAft>
                      </a:pPr>
                      <a:r>
                        <a:rPr lang="en-IN" sz="1400" b="0" dirty="0">
                          <a:solidFill>
                            <a:sysClr val="windowText" lastClr="000000"/>
                          </a:solidFill>
                          <a:effectLst/>
                          <a:latin typeface="Calibri" panose="020F0502020204030204" pitchFamily="34" charset="0"/>
                        </a:rPr>
                        <a:t>Tin (Sn)</a:t>
                      </a:r>
                      <a:endParaRPr lang="en-MY" sz="1400" b="0" dirty="0">
                        <a:solidFill>
                          <a:sysClr val="windowText" lastClr="000000"/>
                        </a:solidFill>
                        <a:effectLst/>
                        <a:latin typeface="Calibri" panose="020F0502020204030204" pitchFamily="34" charset="0"/>
                      </a:endParaRPr>
                    </a:p>
                    <a:p>
                      <a:pPr algn="l">
                        <a:lnSpc>
                          <a:spcPct val="115000"/>
                        </a:lnSpc>
                        <a:spcAft>
                          <a:spcPts val="0"/>
                        </a:spcAft>
                      </a:pPr>
                      <a:r>
                        <a:rPr lang="en-IN" sz="1400" b="0" dirty="0">
                          <a:solidFill>
                            <a:sysClr val="windowText" lastClr="000000"/>
                          </a:solidFill>
                          <a:effectLst/>
                          <a:latin typeface="Calibri" panose="020F0502020204030204" pitchFamily="34" charset="0"/>
                        </a:rPr>
                        <a:t>Lead (Pb)</a:t>
                      </a:r>
                      <a:endParaRPr lang="en-MY" sz="1400" b="0" dirty="0">
                        <a:solidFill>
                          <a:sysClr val="windowText" lastClr="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56705" marR="5670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a:lnSpc>
                          <a:spcPct val="115000"/>
                        </a:lnSpc>
                        <a:spcAft>
                          <a:spcPts val="0"/>
                        </a:spcAft>
                      </a:pPr>
                      <a:r>
                        <a:rPr lang="en-IN" sz="1400" b="0" dirty="0">
                          <a:solidFill>
                            <a:sysClr val="windowText" lastClr="000000"/>
                          </a:solidFill>
                          <a:effectLst/>
                          <a:latin typeface="Calibri" panose="020F0502020204030204" pitchFamily="34" charset="0"/>
                        </a:rPr>
                        <a:t>Group 13 elements</a:t>
                      </a:r>
                      <a:endParaRPr lang="en-MY" sz="1400" b="0" dirty="0">
                        <a:solidFill>
                          <a:sysClr val="windowText" lastClr="000000"/>
                        </a:solidFill>
                        <a:effectLst/>
                        <a:latin typeface="Calibri" panose="020F0502020204030204" pitchFamily="34" charset="0"/>
                      </a:endParaRPr>
                    </a:p>
                    <a:p>
                      <a:pPr algn="l">
                        <a:lnSpc>
                          <a:spcPct val="115000"/>
                        </a:lnSpc>
                        <a:spcAft>
                          <a:spcPts val="0"/>
                        </a:spcAft>
                      </a:pPr>
                      <a:r>
                        <a:rPr lang="en-IN" sz="1400" b="0" dirty="0">
                          <a:solidFill>
                            <a:sysClr val="windowText" lastClr="000000"/>
                          </a:solidFill>
                          <a:effectLst/>
                          <a:latin typeface="Calibri" panose="020F0502020204030204" pitchFamily="34" charset="0"/>
                        </a:rPr>
                        <a:t>Iron (III) (Fe)</a:t>
                      </a:r>
                      <a:endParaRPr lang="en-MY" sz="1400" b="0" dirty="0">
                        <a:solidFill>
                          <a:sysClr val="windowText" lastClr="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56705" marR="5670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a:lnSpc>
                          <a:spcPct val="115000"/>
                        </a:lnSpc>
                        <a:spcAft>
                          <a:spcPts val="0"/>
                        </a:spcAft>
                      </a:pPr>
                      <a:r>
                        <a:rPr lang="en-IN" sz="1400" b="0" dirty="0">
                          <a:solidFill>
                            <a:sysClr val="windowText" lastClr="000000"/>
                          </a:solidFill>
                          <a:effectLst/>
                          <a:latin typeface="Calibri" panose="020F0502020204030204" pitchFamily="34" charset="0"/>
                        </a:rPr>
                        <a:t>Group 15 elements</a:t>
                      </a:r>
                      <a:endParaRPr lang="en-MY" sz="1400" b="0" dirty="0">
                        <a:solidFill>
                          <a:sysClr val="windowText" lastClr="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56705" marR="5670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a:lnSpc>
                          <a:spcPct val="115000"/>
                        </a:lnSpc>
                        <a:spcAft>
                          <a:spcPts val="0"/>
                        </a:spcAft>
                      </a:pPr>
                      <a:r>
                        <a:rPr lang="en-IN" sz="1400" b="0" dirty="0">
                          <a:solidFill>
                            <a:sysClr val="windowText" lastClr="000000"/>
                          </a:solidFill>
                          <a:effectLst/>
                          <a:latin typeface="Calibri" panose="020F0502020204030204" pitchFamily="34" charset="0"/>
                        </a:rPr>
                        <a:t>Group 16 elements</a:t>
                      </a:r>
                      <a:endParaRPr lang="en-MY" sz="1400" b="0" dirty="0">
                        <a:solidFill>
                          <a:sysClr val="windowText" lastClr="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56705" marR="5670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a:lnSpc>
                          <a:spcPct val="115000"/>
                        </a:lnSpc>
                        <a:spcAft>
                          <a:spcPts val="0"/>
                        </a:spcAft>
                      </a:pPr>
                      <a:r>
                        <a:rPr lang="en-IN" sz="1400" b="0" dirty="0">
                          <a:solidFill>
                            <a:sysClr val="windowText" lastClr="000000"/>
                          </a:solidFill>
                          <a:effectLst/>
                          <a:latin typeface="Calibri" panose="020F0502020204030204" pitchFamily="34" charset="0"/>
                        </a:rPr>
                        <a:t>Group 17 elements</a:t>
                      </a:r>
                      <a:endParaRPr lang="en-MY" sz="1400" b="0" dirty="0">
                        <a:solidFill>
                          <a:sysClr val="windowText" lastClr="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56705" marR="5670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284868047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16"/>
        <p:cNvGrpSpPr/>
        <p:nvPr/>
      </p:nvGrpSpPr>
      <p:grpSpPr>
        <a:xfrm>
          <a:off x="0" y="0"/>
          <a:ext cx="0" cy="0"/>
          <a:chOff x="0" y="0"/>
          <a:chExt cx="0" cy="0"/>
        </a:xfrm>
      </p:grpSpPr>
      <p:sp>
        <p:nvSpPr>
          <p:cNvPr id="117" name="Google Shape;117;p26"/>
          <p:cNvSpPr txBox="1">
            <a:spLocks noGrp="1"/>
          </p:cNvSpPr>
          <p:nvPr>
            <p:ph type="title"/>
          </p:nvPr>
        </p:nvSpPr>
        <p:spPr>
          <a:xfrm>
            <a:off x="933024" y="592925"/>
            <a:ext cx="7448975" cy="767700"/>
          </a:xfrm>
          <a:prstGeom prst="rect">
            <a:avLst/>
          </a:prstGeom>
        </p:spPr>
        <p:txBody>
          <a:bodyPr spcFirstLastPara="1" wrap="square" lIns="91425" tIns="91425" rIns="91425" bIns="91425" anchor="b" anchorCtr="0">
            <a:noAutofit/>
          </a:bodyPr>
          <a:lstStyle/>
          <a:p>
            <a:pPr marL="114300" lvl="0">
              <a:buSzPts val="1800"/>
            </a:pPr>
            <a:r>
              <a:rPr lang="en-IN" dirty="0">
                <a:latin typeface="Calibri" panose="020F0502020204030204" pitchFamily="34" charset="0"/>
              </a:rPr>
              <a:t>Molecular Ions</a:t>
            </a:r>
            <a:endParaRPr lang="en-MY" dirty="0">
              <a:latin typeface="Calibri" panose="020F0502020204030204" pitchFamily="34" charset="0"/>
            </a:endParaRPr>
          </a:p>
        </p:txBody>
      </p:sp>
      <p:sp>
        <p:nvSpPr>
          <p:cNvPr id="118" name="Google Shape;118;p26"/>
          <p:cNvSpPr txBox="1"/>
          <p:nvPr/>
        </p:nvSpPr>
        <p:spPr>
          <a:xfrm>
            <a:off x="326571" y="1843168"/>
            <a:ext cx="8271329" cy="2492100"/>
          </a:xfrm>
          <a:prstGeom prst="rect">
            <a:avLst/>
          </a:prstGeom>
          <a:noFill/>
          <a:ln>
            <a:noFill/>
          </a:ln>
        </p:spPr>
        <p:txBody>
          <a:bodyPr spcFirstLastPara="1" wrap="square" lIns="91425" tIns="91425" rIns="91425" bIns="91425" anchor="t" anchorCtr="0">
            <a:noAutofit/>
          </a:bodyPr>
          <a:lstStyle/>
          <a:p>
            <a:pPr marL="400050" lvl="0" indent="-285750" algn="just">
              <a:buSzPts val="1800"/>
              <a:buFont typeface="Arial" panose="020B0604020202020204" pitchFamily="34" charset="0"/>
              <a:buChar char="•"/>
            </a:pPr>
            <a:r>
              <a:rPr lang="en-MY" sz="1600" dirty="0">
                <a:latin typeface="Calibri" panose="020F0502020204030204" pitchFamily="34" charset="0"/>
              </a:rPr>
              <a:t>Molecular ions contain two or more ions that are bonded by a covalent bond. </a:t>
            </a:r>
          </a:p>
        </p:txBody>
      </p:sp>
      <mc:AlternateContent xmlns:mc="http://schemas.openxmlformats.org/markup-compatibility/2006" xmlns:a14="http://schemas.microsoft.com/office/drawing/2010/main">
        <mc:Choice Requires="a14">
          <p:graphicFrame>
            <p:nvGraphicFramePr>
              <p:cNvPr id="3" name="Table 2"/>
              <p:cNvGraphicFramePr>
                <a:graphicFrameLocks noGrp="1"/>
              </p:cNvGraphicFramePr>
              <p:nvPr>
                <p:extLst>
                  <p:ext uri="{D42A27DB-BD31-4B8C-83A1-F6EECF244321}">
                    <p14:modId xmlns:p14="http://schemas.microsoft.com/office/powerpoint/2010/main" val="3441654442"/>
                  </p:ext>
                </p:extLst>
              </p:nvPr>
            </p:nvGraphicFramePr>
            <p:xfrm>
              <a:off x="1930400" y="2495047"/>
              <a:ext cx="4439835" cy="2160000"/>
            </p:xfrm>
            <a:graphic>
              <a:graphicData uri="http://schemas.openxmlformats.org/drawingml/2006/table">
                <a:tbl>
                  <a:tblPr firstRow="1" firstCol="1" bandRow="1">
                    <a:tableStyleId>{5C22544A-7EE6-4342-B048-85BDC9FD1C3A}</a:tableStyleId>
                  </a:tblPr>
                  <a:tblGrid>
                    <a:gridCol w="2329814">
                      <a:extLst>
                        <a:ext uri="{9D8B030D-6E8A-4147-A177-3AD203B41FA5}">
                          <a16:colId xmlns:a16="http://schemas.microsoft.com/office/drawing/2014/main" val="20000"/>
                        </a:ext>
                      </a:extLst>
                    </a:gridCol>
                    <a:gridCol w="2110021">
                      <a:extLst>
                        <a:ext uri="{9D8B030D-6E8A-4147-A177-3AD203B41FA5}">
                          <a16:colId xmlns:a16="http://schemas.microsoft.com/office/drawing/2014/main" val="20001"/>
                        </a:ext>
                      </a:extLst>
                    </a:gridCol>
                  </a:tblGrid>
                  <a:tr h="360000">
                    <a:tc>
                      <a:txBody>
                        <a:bodyPr/>
                        <a:lstStyle/>
                        <a:p>
                          <a:pPr algn="ctr">
                            <a:lnSpc>
                              <a:spcPct val="115000"/>
                            </a:lnSpc>
                            <a:spcAft>
                              <a:spcPts val="0"/>
                            </a:spcAft>
                          </a:pPr>
                          <a:r>
                            <a:rPr lang="en-IN" sz="1600" b="0" dirty="0">
                              <a:solidFill>
                                <a:schemeClr val="bg1"/>
                              </a:solidFill>
                              <a:effectLst/>
                              <a:latin typeface="Calibri" panose="020F0502020204030204" pitchFamily="34" charset="0"/>
                            </a:rPr>
                            <a:t>Name of molecular ion</a:t>
                          </a:r>
                          <a:endParaRPr lang="en-MY" sz="1600" b="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27AE60"/>
                        </a:solidFill>
                      </a:tcPr>
                    </a:tc>
                    <a:tc>
                      <a:txBody>
                        <a:bodyPr/>
                        <a:lstStyle/>
                        <a:p>
                          <a:pPr algn="ctr">
                            <a:lnSpc>
                              <a:spcPct val="115000"/>
                            </a:lnSpc>
                            <a:spcAft>
                              <a:spcPts val="0"/>
                            </a:spcAft>
                          </a:pPr>
                          <a:r>
                            <a:rPr lang="en-IN" sz="1600" b="0" dirty="0">
                              <a:solidFill>
                                <a:schemeClr val="bg1"/>
                              </a:solidFill>
                              <a:effectLst/>
                              <a:latin typeface="Calibri" panose="020F0502020204030204" pitchFamily="34" charset="0"/>
                            </a:rPr>
                            <a:t>Symbol</a:t>
                          </a:r>
                          <a:endParaRPr lang="en-MY" sz="1600" b="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27AE60"/>
                        </a:solidFill>
                      </a:tcPr>
                    </a:tc>
                    <a:extLst>
                      <a:ext uri="{0D108BD9-81ED-4DB2-BD59-A6C34878D82A}">
                        <a16:rowId xmlns:a16="http://schemas.microsoft.com/office/drawing/2014/main" val="10000"/>
                      </a:ext>
                    </a:extLst>
                  </a:tr>
                  <a:tr h="360000">
                    <a:tc>
                      <a:txBody>
                        <a:bodyPr/>
                        <a:lstStyle/>
                        <a:p>
                          <a:pPr algn="ctr">
                            <a:lnSpc>
                              <a:spcPct val="115000"/>
                            </a:lnSpc>
                            <a:spcAft>
                              <a:spcPts val="0"/>
                            </a:spcAft>
                          </a:pPr>
                          <a:r>
                            <a:rPr lang="en-IN" sz="1600" b="0" dirty="0">
                              <a:solidFill>
                                <a:sysClr val="windowText" lastClr="000000"/>
                              </a:solidFill>
                              <a:effectLst/>
                              <a:latin typeface="Calibri" panose="020F0502020204030204" pitchFamily="34" charset="0"/>
                            </a:rPr>
                            <a:t>Nitrate</a:t>
                          </a:r>
                          <a:endParaRPr lang="en-MY" sz="1600" b="0" dirty="0">
                            <a:solidFill>
                              <a:sysClr val="windowText" lastClr="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15000"/>
                            </a:lnSpc>
                            <a:spcAft>
                              <a:spcPts val="0"/>
                            </a:spcAft>
                          </a:pPr>
                          <a14:m>
                            <m:oMathPara xmlns:m="http://schemas.openxmlformats.org/officeDocument/2006/math">
                              <m:oMathParaPr>
                                <m:jc m:val="centerGroup"/>
                              </m:oMathParaPr>
                              <m:oMath xmlns:m="http://schemas.openxmlformats.org/officeDocument/2006/math">
                                <m:sSubSup>
                                  <m:sSubSupPr>
                                    <m:ctrlPr>
                                      <a:rPr lang="en-MY" sz="1600" b="0" i="1" smtClean="0">
                                        <a:solidFill>
                                          <a:sysClr val="windowText" lastClr="000000"/>
                                        </a:solidFill>
                                        <a:effectLst/>
                                        <a:latin typeface="Cambria Math" panose="02040503050406030204" pitchFamily="18" charset="0"/>
                                      </a:rPr>
                                    </m:ctrlPr>
                                  </m:sSubSupPr>
                                  <m:e>
                                    <m:r>
                                      <a:rPr lang="en-MY" sz="1600" b="0" i="1" smtClean="0">
                                        <a:solidFill>
                                          <a:sysClr val="windowText" lastClr="000000"/>
                                        </a:solidFill>
                                        <a:effectLst/>
                                        <a:latin typeface="Cambria Math" panose="02040503050406030204" pitchFamily="18" charset="0"/>
                                      </a:rPr>
                                      <m:t>𝑁</m:t>
                                    </m:r>
                                    <m:r>
                                      <a:rPr lang="en-IN" sz="1600" b="0" i="1">
                                        <a:solidFill>
                                          <a:sysClr val="windowText" lastClr="000000"/>
                                        </a:solidFill>
                                        <a:effectLst/>
                                        <a:latin typeface="Cambria Math" panose="02040503050406030204" pitchFamily="18" charset="0"/>
                                      </a:rPr>
                                      <m:t>𝑂</m:t>
                                    </m:r>
                                  </m:e>
                                  <m:sub>
                                    <m:r>
                                      <a:rPr lang="en-IN" sz="1600" b="0" i="1">
                                        <a:solidFill>
                                          <a:sysClr val="windowText" lastClr="000000"/>
                                        </a:solidFill>
                                        <a:effectLst/>
                                        <a:latin typeface="Cambria Math" panose="02040503050406030204" pitchFamily="18" charset="0"/>
                                      </a:rPr>
                                      <m:t>3</m:t>
                                    </m:r>
                                  </m:sub>
                                  <m:sup>
                                    <m:r>
                                      <a:rPr lang="en-IN" sz="1600" b="0" i="1" smtClean="0">
                                        <a:solidFill>
                                          <a:sysClr val="windowText" lastClr="000000"/>
                                        </a:solidFill>
                                        <a:effectLst/>
                                        <a:latin typeface="Cambria Math" panose="02040503050406030204" pitchFamily="18" charset="0"/>
                                      </a:rPr>
                                      <m:t>−</m:t>
                                    </m:r>
                                  </m:sup>
                                </m:sSubSup>
                              </m:oMath>
                            </m:oMathPara>
                          </a14:m>
                          <a:endParaRPr lang="en-MY" sz="1600" b="0" dirty="0">
                            <a:solidFill>
                              <a:sysClr val="windowText" lastClr="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001"/>
                      </a:ext>
                    </a:extLst>
                  </a:tr>
                  <a:tr h="360000">
                    <a:tc>
                      <a:txBody>
                        <a:bodyPr/>
                        <a:lstStyle/>
                        <a:p>
                          <a:pPr algn="ctr">
                            <a:lnSpc>
                              <a:spcPct val="115000"/>
                            </a:lnSpc>
                            <a:spcAft>
                              <a:spcPts val="0"/>
                            </a:spcAft>
                          </a:pPr>
                          <a:r>
                            <a:rPr lang="en-IN" sz="1600" b="0" dirty="0">
                              <a:solidFill>
                                <a:sysClr val="windowText" lastClr="000000"/>
                              </a:solidFill>
                              <a:effectLst/>
                              <a:latin typeface="Calibri" panose="020F0502020204030204" pitchFamily="34" charset="0"/>
                            </a:rPr>
                            <a:t>Carbonate</a:t>
                          </a:r>
                          <a:endParaRPr lang="en-MY" sz="1600" b="0" dirty="0">
                            <a:solidFill>
                              <a:sysClr val="windowText" lastClr="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15000"/>
                            </a:lnSpc>
                            <a:spcAft>
                              <a:spcPts val="0"/>
                            </a:spcAft>
                          </a:pPr>
                          <a14:m>
                            <m:oMathPara xmlns:m="http://schemas.openxmlformats.org/officeDocument/2006/math">
                              <m:oMathParaPr>
                                <m:jc m:val="centerGroup"/>
                              </m:oMathParaPr>
                              <m:oMath xmlns:m="http://schemas.openxmlformats.org/officeDocument/2006/math">
                                <m:sSubSup>
                                  <m:sSubSupPr>
                                    <m:ctrlPr>
                                      <a:rPr lang="en-MY" sz="1600" b="0" i="1" smtClean="0">
                                        <a:solidFill>
                                          <a:sysClr val="windowText" lastClr="000000"/>
                                        </a:solidFill>
                                        <a:effectLst/>
                                        <a:latin typeface="Cambria Math" panose="02040503050406030204" pitchFamily="18" charset="0"/>
                                      </a:rPr>
                                    </m:ctrlPr>
                                  </m:sSubSupPr>
                                  <m:e>
                                    <m:r>
                                      <a:rPr lang="en-IN" sz="1600" b="0" i="1">
                                        <a:solidFill>
                                          <a:sysClr val="windowText" lastClr="000000"/>
                                        </a:solidFill>
                                        <a:effectLst/>
                                        <a:latin typeface="Cambria Math" panose="02040503050406030204" pitchFamily="18" charset="0"/>
                                      </a:rPr>
                                      <m:t>𝐶𝑂</m:t>
                                    </m:r>
                                  </m:e>
                                  <m:sub>
                                    <m:r>
                                      <a:rPr lang="en-IN" sz="1600" b="0" i="1">
                                        <a:solidFill>
                                          <a:sysClr val="windowText" lastClr="000000"/>
                                        </a:solidFill>
                                        <a:effectLst/>
                                        <a:latin typeface="Cambria Math" panose="02040503050406030204" pitchFamily="18" charset="0"/>
                                      </a:rPr>
                                      <m:t>3</m:t>
                                    </m:r>
                                  </m:sub>
                                  <m:sup>
                                    <m:r>
                                      <a:rPr lang="en-IN" sz="1600" b="0" i="1">
                                        <a:solidFill>
                                          <a:sysClr val="windowText" lastClr="000000"/>
                                        </a:solidFill>
                                        <a:effectLst/>
                                        <a:latin typeface="Cambria Math" panose="02040503050406030204" pitchFamily="18" charset="0"/>
                                      </a:rPr>
                                      <m:t>2</m:t>
                                    </m:r>
                                    <m:r>
                                      <a:rPr lang="en-IN" sz="1600" b="0">
                                        <a:solidFill>
                                          <a:sysClr val="windowText" lastClr="000000"/>
                                        </a:solidFill>
                                        <a:effectLst/>
                                        <a:latin typeface="Cambria Math" panose="02040503050406030204" pitchFamily="18" charset="0"/>
                                      </a:rPr>
                                      <m:t>−</m:t>
                                    </m:r>
                                  </m:sup>
                                </m:sSubSup>
                              </m:oMath>
                            </m:oMathPara>
                          </a14:m>
                          <a:endParaRPr lang="en-MY" sz="1600" b="0" dirty="0">
                            <a:solidFill>
                              <a:sysClr val="windowText" lastClr="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002"/>
                      </a:ext>
                    </a:extLst>
                  </a:tr>
                  <a:tr h="360000">
                    <a:tc>
                      <a:txBody>
                        <a:bodyPr/>
                        <a:lstStyle/>
                        <a:p>
                          <a:pPr algn="ctr">
                            <a:lnSpc>
                              <a:spcPct val="115000"/>
                            </a:lnSpc>
                            <a:spcAft>
                              <a:spcPts val="0"/>
                            </a:spcAft>
                          </a:pPr>
                          <a:r>
                            <a:rPr lang="en-IN" sz="1600" b="0" dirty="0">
                              <a:solidFill>
                                <a:sysClr val="windowText" lastClr="000000"/>
                              </a:solidFill>
                              <a:effectLst/>
                              <a:latin typeface="Calibri" panose="020F0502020204030204" pitchFamily="34" charset="0"/>
                            </a:rPr>
                            <a:t>Sulphate</a:t>
                          </a:r>
                          <a:endParaRPr lang="en-MY" sz="1600" b="0" dirty="0">
                            <a:solidFill>
                              <a:sysClr val="windowText" lastClr="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15000"/>
                            </a:lnSpc>
                            <a:spcAft>
                              <a:spcPts val="0"/>
                            </a:spcAft>
                          </a:pPr>
                          <a14:m>
                            <m:oMathPara xmlns:m="http://schemas.openxmlformats.org/officeDocument/2006/math">
                              <m:oMathParaPr>
                                <m:jc m:val="centerGroup"/>
                              </m:oMathParaPr>
                              <m:oMath xmlns:m="http://schemas.openxmlformats.org/officeDocument/2006/math">
                                <m:sSubSup>
                                  <m:sSubSupPr>
                                    <m:ctrlPr>
                                      <a:rPr lang="en-MY" sz="1600" b="0" i="1" smtClean="0">
                                        <a:solidFill>
                                          <a:sysClr val="windowText" lastClr="000000"/>
                                        </a:solidFill>
                                        <a:effectLst/>
                                        <a:latin typeface="Cambria Math" panose="02040503050406030204" pitchFamily="18" charset="0"/>
                                      </a:rPr>
                                    </m:ctrlPr>
                                  </m:sSubSupPr>
                                  <m:e>
                                    <m:r>
                                      <a:rPr lang="en-IN" sz="1600" b="0" i="1">
                                        <a:solidFill>
                                          <a:sysClr val="windowText" lastClr="000000"/>
                                        </a:solidFill>
                                        <a:effectLst/>
                                        <a:latin typeface="Cambria Math" panose="02040503050406030204" pitchFamily="18" charset="0"/>
                                      </a:rPr>
                                      <m:t>𝑆𝑂</m:t>
                                    </m:r>
                                  </m:e>
                                  <m:sub>
                                    <m:r>
                                      <a:rPr lang="en-IN" sz="1600" b="0" i="1">
                                        <a:solidFill>
                                          <a:sysClr val="windowText" lastClr="000000"/>
                                        </a:solidFill>
                                        <a:effectLst/>
                                        <a:latin typeface="Cambria Math" panose="02040503050406030204" pitchFamily="18" charset="0"/>
                                      </a:rPr>
                                      <m:t>4</m:t>
                                    </m:r>
                                  </m:sub>
                                  <m:sup>
                                    <m:r>
                                      <a:rPr lang="en-IN" sz="1600" b="0" i="1">
                                        <a:solidFill>
                                          <a:sysClr val="windowText" lastClr="000000"/>
                                        </a:solidFill>
                                        <a:effectLst/>
                                        <a:latin typeface="Cambria Math" panose="02040503050406030204" pitchFamily="18" charset="0"/>
                                      </a:rPr>
                                      <m:t>2</m:t>
                                    </m:r>
                                    <m:r>
                                      <a:rPr lang="en-IN" sz="1600" b="0">
                                        <a:solidFill>
                                          <a:sysClr val="windowText" lastClr="000000"/>
                                        </a:solidFill>
                                        <a:effectLst/>
                                        <a:latin typeface="Cambria Math" panose="02040503050406030204" pitchFamily="18" charset="0"/>
                                      </a:rPr>
                                      <m:t>−</m:t>
                                    </m:r>
                                  </m:sup>
                                </m:sSubSup>
                              </m:oMath>
                            </m:oMathPara>
                          </a14:m>
                          <a:endParaRPr lang="en-MY" sz="1600" b="0" dirty="0">
                            <a:solidFill>
                              <a:sysClr val="windowText" lastClr="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003"/>
                      </a:ext>
                    </a:extLst>
                  </a:tr>
                  <a:tr h="360000">
                    <a:tc>
                      <a:txBody>
                        <a:bodyPr/>
                        <a:lstStyle/>
                        <a:p>
                          <a:pPr algn="ctr">
                            <a:lnSpc>
                              <a:spcPct val="115000"/>
                            </a:lnSpc>
                            <a:spcAft>
                              <a:spcPts val="0"/>
                            </a:spcAft>
                          </a:pPr>
                          <a:r>
                            <a:rPr lang="en-IN" sz="1600" b="0" dirty="0">
                              <a:solidFill>
                                <a:sysClr val="windowText" lastClr="000000"/>
                              </a:solidFill>
                              <a:effectLst/>
                              <a:latin typeface="Calibri" panose="020F0502020204030204" pitchFamily="34" charset="0"/>
                            </a:rPr>
                            <a:t>Hydroxide</a:t>
                          </a:r>
                          <a:endParaRPr lang="en-MY" sz="1600" b="0" dirty="0">
                            <a:solidFill>
                              <a:sysClr val="windowText" lastClr="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15000"/>
                            </a:lnSpc>
                            <a:spcAft>
                              <a:spcPts val="0"/>
                            </a:spcAft>
                          </a:pPr>
                          <a14:m>
                            <m:oMathPara xmlns:m="http://schemas.openxmlformats.org/officeDocument/2006/math">
                              <m:oMathParaPr>
                                <m:jc m:val="centerGroup"/>
                              </m:oMathParaPr>
                              <m:oMath xmlns:m="http://schemas.openxmlformats.org/officeDocument/2006/math">
                                <m:sSup>
                                  <m:sSupPr>
                                    <m:ctrlPr>
                                      <a:rPr lang="en-MY" sz="1600" b="0" i="1" smtClean="0">
                                        <a:solidFill>
                                          <a:sysClr val="windowText" lastClr="000000"/>
                                        </a:solidFill>
                                        <a:effectLst/>
                                        <a:latin typeface="Cambria Math" panose="02040503050406030204" pitchFamily="18" charset="0"/>
                                      </a:rPr>
                                    </m:ctrlPr>
                                  </m:sSupPr>
                                  <m:e>
                                    <m:r>
                                      <a:rPr lang="en-IN" sz="1600" b="0" i="1">
                                        <a:solidFill>
                                          <a:sysClr val="windowText" lastClr="000000"/>
                                        </a:solidFill>
                                        <a:effectLst/>
                                        <a:latin typeface="Cambria Math" panose="02040503050406030204" pitchFamily="18" charset="0"/>
                                      </a:rPr>
                                      <m:t>𝑂𝐻</m:t>
                                    </m:r>
                                  </m:e>
                                  <m:sup>
                                    <m:r>
                                      <a:rPr lang="en-IN" sz="1600" b="0">
                                        <a:solidFill>
                                          <a:sysClr val="windowText" lastClr="000000"/>
                                        </a:solidFill>
                                        <a:effectLst/>
                                        <a:latin typeface="Cambria Math" panose="02040503050406030204" pitchFamily="18" charset="0"/>
                                      </a:rPr>
                                      <m:t>−</m:t>
                                    </m:r>
                                  </m:sup>
                                </m:sSup>
                              </m:oMath>
                            </m:oMathPara>
                          </a14:m>
                          <a:endParaRPr lang="en-MY" sz="1600" b="0" dirty="0">
                            <a:solidFill>
                              <a:sysClr val="windowText" lastClr="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004"/>
                      </a:ext>
                    </a:extLst>
                  </a:tr>
                  <a:tr h="360000">
                    <a:tc>
                      <a:txBody>
                        <a:bodyPr/>
                        <a:lstStyle/>
                        <a:p>
                          <a:pPr algn="ctr">
                            <a:lnSpc>
                              <a:spcPct val="115000"/>
                            </a:lnSpc>
                            <a:spcAft>
                              <a:spcPts val="0"/>
                            </a:spcAft>
                          </a:pPr>
                          <a:r>
                            <a:rPr lang="en-IN" sz="1600" b="0" dirty="0">
                              <a:solidFill>
                                <a:sysClr val="windowText" lastClr="000000"/>
                              </a:solidFill>
                              <a:effectLst/>
                              <a:latin typeface="Calibri" panose="020F0502020204030204" pitchFamily="34" charset="0"/>
                            </a:rPr>
                            <a:t>Ammonium</a:t>
                          </a:r>
                          <a:endParaRPr lang="en-MY" sz="1600" b="0" dirty="0">
                            <a:solidFill>
                              <a:sysClr val="windowText" lastClr="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15000"/>
                            </a:lnSpc>
                            <a:spcAft>
                              <a:spcPts val="0"/>
                            </a:spcAft>
                          </a:pPr>
                          <a14:m>
                            <m:oMathPara xmlns:m="http://schemas.openxmlformats.org/officeDocument/2006/math">
                              <m:oMathParaPr>
                                <m:jc m:val="centerGroup"/>
                              </m:oMathParaPr>
                              <m:oMath xmlns:m="http://schemas.openxmlformats.org/officeDocument/2006/math">
                                <m:sSubSup>
                                  <m:sSubSupPr>
                                    <m:ctrlPr>
                                      <a:rPr lang="en-MY" sz="1600" b="0" i="1" smtClean="0">
                                        <a:solidFill>
                                          <a:sysClr val="windowText" lastClr="000000"/>
                                        </a:solidFill>
                                        <a:effectLst/>
                                        <a:latin typeface="Cambria Math" panose="02040503050406030204" pitchFamily="18" charset="0"/>
                                      </a:rPr>
                                    </m:ctrlPr>
                                  </m:sSubSupPr>
                                  <m:e>
                                    <m:r>
                                      <a:rPr lang="en-IN" sz="1600" b="0" i="1">
                                        <a:solidFill>
                                          <a:sysClr val="windowText" lastClr="000000"/>
                                        </a:solidFill>
                                        <a:effectLst/>
                                        <a:latin typeface="Cambria Math" panose="02040503050406030204" pitchFamily="18" charset="0"/>
                                      </a:rPr>
                                      <m:t>𝑁𝐻</m:t>
                                    </m:r>
                                  </m:e>
                                  <m:sub>
                                    <m:r>
                                      <a:rPr lang="en-IN" sz="1600" b="0" i="1">
                                        <a:solidFill>
                                          <a:sysClr val="windowText" lastClr="000000"/>
                                        </a:solidFill>
                                        <a:effectLst/>
                                        <a:latin typeface="Cambria Math" panose="02040503050406030204" pitchFamily="18" charset="0"/>
                                      </a:rPr>
                                      <m:t>4</m:t>
                                    </m:r>
                                  </m:sub>
                                  <m:sup>
                                    <m:r>
                                      <a:rPr lang="en-IN" sz="1600" b="0">
                                        <a:solidFill>
                                          <a:sysClr val="windowText" lastClr="000000"/>
                                        </a:solidFill>
                                        <a:effectLst/>
                                        <a:latin typeface="Cambria Math" panose="02040503050406030204" pitchFamily="18" charset="0"/>
                                      </a:rPr>
                                      <m:t>+</m:t>
                                    </m:r>
                                  </m:sup>
                                </m:sSubSup>
                              </m:oMath>
                            </m:oMathPara>
                          </a14:m>
                          <a:endParaRPr lang="en-MY" sz="1600" b="0" dirty="0">
                            <a:solidFill>
                              <a:sysClr val="windowText" lastClr="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005"/>
                      </a:ext>
                    </a:extLst>
                  </a:tr>
                </a:tbl>
              </a:graphicData>
            </a:graphic>
          </p:graphicFrame>
        </mc:Choice>
        <mc:Fallback xmlns="">
          <p:graphicFrame>
            <p:nvGraphicFramePr>
              <p:cNvPr id="3" name="Table 2"/>
              <p:cNvGraphicFramePr>
                <a:graphicFrameLocks noGrp="1"/>
              </p:cNvGraphicFramePr>
              <p:nvPr>
                <p:extLst>
                  <p:ext uri="{D42A27DB-BD31-4B8C-83A1-F6EECF244321}">
                    <p14:modId xmlns:p14="http://schemas.microsoft.com/office/powerpoint/2010/main" val="3441654442"/>
                  </p:ext>
                </p:extLst>
              </p:nvPr>
            </p:nvGraphicFramePr>
            <p:xfrm>
              <a:off x="1930400" y="2495047"/>
              <a:ext cx="4439835" cy="2160000"/>
            </p:xfrm>
            <a:graphic>
              <a:graphicData uri="http://schemas.openxmlformats.org/drawingml/2006/table">
                <a:tbl>
                  <a:tblPr firstRow="1" firstCol="1" bandRow="1">
                    <a:tableStyleId>{5C22544A-7EE6-4342-B048-85BDC9FD1C3A}</a:tableStyleId>
                  </a:tblPr>
                  <a:tblGrid>
                    <a:gridCol w="2329814">
                      <a:extLst>
                        <a:ext uri="{9D8B030D-6E8A-4147-A177-3AD203B41FA5}">
                          <a16:colId xmlns:a16="http://schemas.microsoft.com/office/drawing/2014/main" val="20000"/>
                        </a:ext>
                      </a:extLst>
                    </a:gridCol>
                    <a:gridCol w="2110021">
                      <a:extLst>
                        <a:ext uri="{9D8B030D-6E8A-4147-A177-3AD203B41FA5}">
                          <a16:colId xmlns:a16="http://schemas.microsoft.com/office/drawing/2014/main" val="20001"/>
                        </a:ext>
                      </a:extLst>
                    </a:gridCol>
                  </a:tblGrid>
                  <a:tr h="360000">
                    <a:tc>
                      <a:txBody>
                        <a:bodyPr/>
                        <a:lstStyle/>
                        <a:p>
                          <a:pPr algn="ctr">
                            <a:lnSpc>
                              <a:spcPct val="115000"/>
                            </a:lnSpc>
                            <a:spcAft>
                              <a:spcPts val="0"/>
                            </a:spcAft>
                          </a:pPr>
                          <a:r>
                            <a:rPr lang="en-IN" sz="1600" b="0" dirty="0">
                              <a:solidFill>
                                <a:schemeClr val="bg1"/>
                              </a:solidFill>
                              <a:effectLst/>
                              <a:latin typeface="Calibri" panose="020F0502020204030204" pitchFamily="34" charset="0"/>
                            </a:rPr>
                            <a:t>Name of molecular ion</a:t>
                          </a:r>
                          <a:endParaRPr lang="en-MY" sz="1600" b="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27AE60"/>
                        </a:solidFill>
                      </a:tcPr>
                    </a:tc>
                    <a:tc>
                      <a:txBody>
                        <a:bodyPr/>
                        <a:lstStyle/>
                        <a:p>
                          <a:pPr algn="ctr">
                            <a:lnSpc>
                              <a:spcPct val="115000"/>
                            </a:lnSpc>
                            <a:spcAft>
                              <a:spcPts val="0"/>
                            </a:spcAft>
                          </a:pPr>
                          <a:r>
                            <a:rPr lang="en-IN" sz="1600" b="0" dirty="0">
                              <a:solidFill>
                                <a:schemeClr val="bg1"/>
                              </a:solidFill>
                              <a:effectLst/>
                              <a:latin typeface="Calibri" panose="020F0502020204030204" pitchFamily="34" charset="0"/>
                            </a:rPr>
                            <a:t>Symbol</a:t>
                          </a:r>
                          <a:endParaRPr lang="en-MY" sz="1600" b="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27AE60"/>
                        </a:solidFill>
                      </a:tcPr>
                    </a:tc>
                    <a:extLst>
                      <a:ext uri="{0D108BD9-81ED-4DB2-BD59-A6C34878D82A}">
                        <a16:rowId xmlns:a16="http://schemas.microsoft.com/office/drawing/2014/main" val="10000"/>
                      </a:ext>
                    </a:extLst>
                  </a:tr>
                  <a:tr h="360000">
                    <a:tc>
                      <a:txBody>
                        <a:bodyPr/>
                        <a:lstStyle/>
                        <a:p>
                          <a:pPr algn="ctr">
                            <a:lnSpc>
                              <a:spcPct val="115000"/>
                            </a:lnSpc>
                            <a:spcAft>
                              <a:spcPts val="0"/>
                            </a:spcAft>
                          </a:pPr>
                          <a:r>
                            <a:rPr lang="en-IN" sz="1600" b="0" dirty="0">
                              <a:solidFill>
                                <a:sysClr val="windowText" lastClr="000000"/>
                              </a:solidFill>
                              <a:effectLst/>
                              <a:latin typeface="Calibri" panose="020F0502020204030204" pitchFamily="34" charset="0"/>
                            </a:rPr>
                            <a:t>Nitrate</a:t>
                          </a:r>
                          <a:endParaRPr lang="en-MY" sz="1600" b="0" dirty="0">
                            <a:solidFill>
                              <a:sysClr val="windowText" lastClr="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endParaRPr lang="en-US"/>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3"/>
                          <a:stretch>
                            <a:fillRect l="-110983" t="-101695" r="-867" b="-423729"/>
                          </a:stretch>
                        </a:blipFill>
                      </a:tcPr>
                    </a:tc>
                    <a:extLst>
                      <a:ext uri="{0D108BD9-81ED-4DB2-BD59-A6C34878D82A}">
                        <a16:rowId xmlns:a16="http://schemas.microsoft.com/office/drawing/2014/main" val="10001"/>
                      </a:ext>
                    </a:extLst>
                  </a:tr>
                  <a:tr h="360000">
                    <a:tc>
                      <a:txBody>
                        <a:bodyPr/>
                        <a:lstStyle/>
                        <a:p>
                          <a:pPr algn="ctr">
                            <a:lnSpc>
                              <a:spcPct val="115000"/>
                            </a:lnSpc>
                            <a:spcAft>
                              <a:spcPts val="0"/>
                            </a:spcAft>
                          </a:pPr>
                          <a:r>
                            <a:rPr lang="en-IN" sz="1600" b="0" dirty="0">
                              <a:solidFill>
                                <a:sysClr val="windowText" lastClr="000000"/>
                              </a:solidFill>
                              <a:effectLst/>
                              <a:latin typeface="Calibri" panose="020F0502020204030204" pitchFamily="34" charset="0"/>
                            </a:rPr>
                            <a:t>Carbonate</a:t>
                          </a:r>
                          <a:endParaRPr lang="en-MY" sz="1600" b="0" dirty="0">
                            <a:solidFill>
                              <a:sysClr val="windowText" lastClr="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endParaRPr lang="en-US"/>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3"/>
                          <a:stretch>
                            <a:fillRect l="-110983" t="-198333" r="-867" b="-316667"/>
                          </a:stretch>
                        </a:blipFill>
                      </a:tcPr>
                    </a:tc>
                    <a:extLst>
                      <a:ext uri="{0D108BD9-81ED-4DB2-BD59-A6C34878D82A}">
                        <a16:rowId xmlns:a16="http://schemas.microsoft.com/office/drawing/2014/main" val="10002"/>
                      </a:ext>
                    </a:extLst>
                  </a:tr>
                  <a:tr h="360000">
                    <a:tc>
                      <a:txBody>
                        <a:bodyPr/>
                        <a:lstStyle/>
                        <a:p>
                          <a:pPr algn="ctr">
                            <a:lnSpc>
                              <a:spcPct val="115000"/>
                            </a:lnSpc>
                            <a:spcAft>
                              <a:spcPts val="0"/>
                            </a:spcAft>
                          </a:pPr>
                          <a:r>
                            <a:rPr lang="en-IN" sz="1600" b="0" dirty="0">
                              <a:solidFill>
                                <a:sysClr val="windowText" lastClr="000000"/>
                              </a:solidFill>
                              <a:effectLst/>
                              <a:latin typeface="Calibri" panose="020F0502020204030204" pitchFamily="34" charset="0"/>
                            </a:rPr>
                            <a:t>Sulphate</a:t>
                          </a:r>
                          <a:endParaRPr lang="en-MY" sz="1600" b="0" dirty="0">
                            <a:solidFill>
                              <a:sysClr val="windowText" lastClr="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endParaRPr lang="en-US"/>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3"/>
                          <a:stretch>
                            <a:fillRect l="-110983" t="-303390" r="-867" b="-222034"/>
                          </a:stretch>
                        </a:blipFill>
                      </a:tcPr>
                    </a:tc>
                    <a:extLst>
                      <a:ext uri="{0D108BD9-81ED-4DB2-BD59-A6C34878D82A}">
                        <a16:rowId xmlns:a16="http://schemas.microsoft.com/office/drawing/2014/main" val="10003"/>
                      </a:ext>
                    </a:extLst>
                  </a:tr>
                  <a:tr h="360000">
                    <a:tc>
                      <a:txBody>
                        <a:bodyPr/>
                        <a:lstStyle/>
                        <a:p>
                          <a:pPr algn="ctr">
                            <a:lnSpc>
                              <a:spcPct val="115000"/>
                            </a:lnSpc>
                            <a:spcAft>
                              <a:spcPts val="0"/>
                            </a:spcAft>
                          </a:pPr>
                          <a:r>
                            <a:rPr lang="en-IN" sz="1600" b="0" dirty="0">
                              <a:solidFill>
                                <a:sysClr val="windowText" lastClr="000000"/>
                              </a:solidFill>
                              <a:effectLst/>
                              <a:latin typeface="Calibri" panose="020F0502020204030204" pitchFamily="34" charset="0"/>
                            </a:rPr>
                            <a:t>Hydroxide</a:t>
                          </a:r>
                          <a:endParaRPr lang="en-MY" sz="1600" b="0" dirty="0">
                            <a:solidFill>
                              <a:sysClr val="windowText" lastClr="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endParaRPr lang="en-US"/>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3"/>
                          <a:stretch>
                            <a:fillRect l="-110983" t="-403390" r="-867" b="-122034"/>
                          </a:stretch>
                        </a:blipFill>
                      </a:tcPr>
                    </a:tc>
                    <a:extLst>
                      <a:ext uri="{0D108BD9-81ED-4DB2-BD59-A6C34878D82A}">
                        <a16:rowId xmlns:a16="http://schemas.microsoft.com/office/drawing/2014/main" val="10004"/>
                      </a:ext>
                    </a:extLst>
                  </a:tr>
                  <a:tr h="360000">
                    <a:tc>
                      <a:txBody>
                        <a:bodyPr/>
                        <a:lstStyle/>
                        <a:p>
                          <a:pPr algn="ctr">
                            <a:lnSpc>
                              <a:spcPct val="115000"/>
                            </a:lnSpc>
                            <a:spcAft>
                              <a:spcPts val="0"/>
                            </a:spcAft>
                          </a:pPr>
                          <a:r>
                            <a:rPr lang="en-IN" sz="1600" b="0" dirty="0">
                              <a:solidFill>
                                <a:sysClr val="windowText" lastClr="000000"/>
                              </a:solidFill>
                              <a:effectLst/>
                              <a:latin typeface="Calibri" panose="020F0502020204030204" pitchFamily="34" charset="0"/>
                            </a:rPr>
                            <a:t>Ammonium</a:t>
                          </a:r>
                          <a:endParaRPr lang="en-MY" sz="1600" b="0" dirty="0">
                            <a:solidFill>
                              <a:sysClr val="windowText" lastClr="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endParaRPr lang="en-US"/>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3"/>
                          <a:stretch>
                            <a:fillRect l="-110983" t="-503390" r="-867" b="-22034"/>
                          </a:stretch>
                        </a:blipFill>
                      </a:tcPr>
                    </a:tc>
                    <a:extLst>
                      <a:ext uri="{0D108BD9-81ED-4DB2-BD59-A6C34878D82A}">
                        <a16:rowId xmlns:a16="http://schemas.microsoft.com/office/drawing/2014/main" val="10005"/>
                      </a:ext>
                    </a:extLst>
                  </a:tr>
                </a:tbl>
              </a:graphicData>
            </a:graphic>
          </p:graphicFrame>
        </mc:Fallback>
      </mc:AlternateContent>
    </p:spTree>
    <p:extLst>
      <p:ext uri="{BB962C8B-B14F-4D97-AF65-F5344CB8AC3E}">
        <p14:creationId xmlns:p14="http://schemas.microsoft.com/office/powerpoint/2010/main" val="42216742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16"/>
        <p:cNvGrpSpPr/>
        <p:nvPr/>
      </p:nvGrpSpPr>
      <p:grpSpPr>
        <a:xfrm>
          <a:off x="0" y="0"/>
          <a:ext cx="0" cy="0"/>
          <a:chOff x="0" y="0"/>
          <a:chExt cx="0" cy="0"/>
        </a:xfrm>
      </p:grpSpPr>
      <p:sp>
        <p:nvSpPr>
          <p:cNvPr id="117" name="Google Shape;117;p26"/>
          <p:cNvSpPr txBox="1">
            <a:spLocks noGrp="1"/>
          </p:cNvSpPr>
          <p:nvPr>
            <p:ph type="title"/>
          </p:nvPr>
        </p:nvSpPr>
        <p:spPr>
          <a:xfrm>
            <a:off x="933024" y="592925"/>
            <a:ext cx="7448975" cy="767700"/>
          </a:xfrm>
          <a:prstGeom prst="rect">
            <a:avLst/>
          </a:prstGeom>
        </p:spPr>
        <p:txBody>
          <a:bodyPr spcFirstLastPara="1" wrap="square" lIns="91425" tIns="91425" rIns="91425" bIns="91425" anchor="b" anchorCtr="0">
            <a:noAutofit/>
          </a:bodyPr>
          <a:lstStyle/>
          <a:p>
            <a:pPr marL="114300">
              <a:buSzPts val="1800"/>
            </a:pPr>
            <a:r>
              <a:rPr lang="en-IN" dirty="0">
                <a:latin typeface="Calibri" panose="020F0502020204030204" pitchFamily="34" charset="0"/>
              </a:rPr>
              <a:t>Empirical and Molecular Formula</a:t>
            </a:r>
            <a:endParaRPr lang="en-MY" dirty="0">
              <a:latin typeface="Calibri" panose="020F0502020204030204" pitchFamily="34" charset="0"/>
            </a:endParaRPr>
          </a:p>
        </p:txBody>
      </p:sp>
      <p:sp>
        <p:nvSpPr>
          <p:cNvPr id="118" name="Google Shape;118;p26"/>
          <p:cNvSpPr txBox="1"/>
          <p:nvPr/>
        </p:nvSpPr>
        <p:spPr>
          <a:xfrm>
            <a:off x="790221" y="1910901"/>
            <a:ext cx="7448975" cy="2492100"/>
          </a:xfrm>
          <a:prstGeom prst="rect">
            <a:avLst/>
          </a:prstGeom>
          <a:noFill/>
          <a:ln>
            <a:noFill/>
          </a:ln>
        </p:spPr>
        <p:txBody>
          <a:bodyPr spcFirstLastPara="1" wrap="square" lIns="91425" tIns="91425" rIns="91425" bIns="91425" anchor="t" anchorCtr="0">
            <a:noAutofit/>
          </a:bodyPr>
          <a:lstStyle/>
          <a:p>
            <a:pPr marL="285750" indent="-285750" algn="just">
              <a:buFont typeface="Arial" panose="020B0604020202020204" pitchFamily="34" charset="0"/>
              <a:buChar char="•"/>
            </a:pPr>
            <a:r>
              <a:rPr lang="en-MY" sz="1600" dirty="0">
                <a:latin typeface="Calibri" panose="020F0502020204030204" pitchFamily="34" charset="0"/>
              </a:rPr>
              <a:t>The simplest formula of a compound is its empirical formula. It represents the number of atoms of each element in the simplest ratio. </a:t>
            </a:r>
          </a:p>
          <a:p>
            <a:pPr marL="285750" indent="-285750" algn="just">
              <a:buFont typeface="Arial" panose="020B0604020202020204" pitchFamily="34" charset="0"/>
              <a:buChar char="•"/>
            </a:pPr>
            <a:r>
              <a:rPr lang="en-MY" sz="1600" dirty="0">
                <a:latin typeface="Calibri" panose="020F0502020204030204" pitchFamily="34" charset="0"/>
              </a:rPr>
              <a:t>Using composition of mass (n grams or percentage), the empirical formula can be calculated by using the following steps:</a:t>
            </a:r>
          </a:p>
          <a:p>
            <a:pPr marL="722313" lvl="2" indent="-400050">
              <a:lnSpc>
                <a:spcPct val="150000"/>
              </a:lnSpc>
              <a:buFont typeface="+mj-lt"/>
              <a:buAutoNum type="romanLcPeriod"/>
            </a:pPr>
            <a:r>
              <a:rPr lang="en-IN" sz="1600" dirty="0">
                <a:latin typeface="Calibri" panose="020F0502020204030204" pitchFamily="34" charset="0"/>
              </a:rPr>
              <a:t>Divide the composition of mass by the relative atomic mass.</a:t>
            </a:r>
          </a:p>
          <a:p>
            <a:pPr marL="722313" lvl="2" indent="-400050">
              <a:lnSpc>
                <a:spcPct val="150000"/>
              </a:lnSpc>
              <a:buFont typeface="+mj-lt"/>
              <a:buAutoNum type="romanLcPeriod"/>
            </a:pPr>
            <a:r>
              <a:rPr lang="en-IN" sz="1600" dirty="0">
                <a:latin typeface="Calibri" panose="020F0502020204030204" pitchFamily="34" charset="0"/>
              </a:rPr>
              <a:t>Divide the answer in step (</a:t>
            </a:r>
            <a:r>
              <a:rPr lang="en-IN" sz="1600" dirty="0" err="1">
                <a:latin typeface="Calibri" panose="020F0502020204030204" pitchFamily="34" charset="0"/>
              </a:rPr>
              <a:t>i</a:t>
            </a:r>
            <a:r>
              <a:rPr lang="en-IN" sz="1600" dirty="0">
                <a:latin typeface="Calibri" panose="020F0502020204030204" pitchFamily="34" charset="0"/>
              </a:rPr>
              <a:t>) by the smallest value  obtained amongst the results </a:t>
            </a:r>
          </a:p>
          <a:p>
            <a:pPr marL="722313" lvl="2" indent="-400050">
              <a:lnSpc>
                <a:spcPct val="150000"/>
              </a:lnSpc>
              <a:buFont typeface="+mj-lt"/>
              <a:buAutoNum type="romanLcPeriod"/>
            </a:pPr>
            <a:r>
              <a:rPr lang="en-IN" sz="1600" dirty="0">
                <a:latin typeface="Calibri" panose="020F0502020204030204" pitchFamily="34" charset="0"/>
              </a:rPr>
              <a:t>Convert the number obtained in step (ii) to the nearest whole number by multiplying with a whole number to find the ratio of the number of atoms.</a:t>
            </a:r>
          </a:p>
        </p:txBody>
      </p:sp>
    </p:spTree>
    <p:extLst>
      <p:ext uri="{BB962C8B-B14F-4D97-AF65-F5344CB8AC3E}">
        <p14:creationId xmlns:p14="http://schemas.microsoft.com/office/powerpoint/2010/main" val="173891931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16"/>
        <p:cNvGrpSpPr/>
        <p:nvPr/>
      </p:nvGrpSpPr>
      <p:grpSpPr>
        <a:xfrm>
          <a:off x="0" y="0"/>
          <a:ext cx="0" cy="0"/>
          <a:chOff x="0" y="0"/>
          <a:chExt cx="0" cy="0"/>
        </a:xfrm>
      </p:grpSpPr>
      <p:sp>
        <p:nvSpPr>
          <p:cNvPr id="117" name="Google Shape;117;p26"/>
          <p:cNvSpPr txBox="1">
            <a:spLocks noGrp="1"/>
          </p:cNvSpPr>
          <p:nvPr>
            <p:ph type="title"/>
          </p:nvPr>
        </p:nvSpPr>
        <p:spPr>
          <a:xfrm>
            <a:off x="933024" y="592925"/>
            <a:ext cx="7448975" cy="767700"/>
          </a:xfrm>
          <a:prstGeom prst="rect">
            <a:avLst/>
          </a:prstGeom>
        </p:spPr>
        <p:txBody>
          <a:bodyPr spcFirstLastPara="1" wrap="square" lIns="91425" tIns="91425" rIns="91425" bIns="91425" anchor="b" anchorCtr="0">
            <a:noAutofit/>
          </a:bodyPr>
          <a:lstStyle/>
          <a:p>
            <a:pPr marL="114300">
              <a:buSzPts val="1800"/>
            </a:pPr>
            <a:r>
              <a:rPr lang="en-IN" dirty="0">
                <a:latin typeface="Calibri" panose="020F0502020204030204" pitchFamily="34" charset="0"/>
              </a:rPr>
              <a:t>Empirical and Molecular Formula</a:t>
            </a:r>
            <a:endParaRPr lang="en-MY" dirty="0">
              <a:latin typeface="Calibri" panose="020F0502020204030204" pitchFamily="34" charset="0"/>
            </a:endParaRPr>
          </a:p>
        </p:txBody>
      </p:sp>
      <p:sp>
        <p:nvSpPr>
          <p:cNvPr id="118" name="Google Shape;118;p26"/>
          <p:cNvSpPr txBox="1"/>
          <p:nvPr/>
        </p:nvSpPr>
        <p:spPr>
          <a:xfrm>
            <a:off x="826285" y="1843168"/>
            <a:ext cx="7708115" cy="3033632"/>
          </a:xfrm>
          <a:prstGeom prst="rect">
            <a:avLst/>
          </a:prstGeom>
          <a:noFill/>
          <a:ln>
            <a:noFill/>
          </a:ln>
        </p:spPr>
        <p:txBody>
          <a:bodyPr spcFirstLastPara="1" wrap="square" lIns="91425" tIns="91425" rIns="91425" bIns="91425" anchor="t" anchorCtr="0">
            <a:noAutofit/>
          </a:bodyPr>
          <a:lstStyle/>
          <a:p>
            <a:r>
              <a:rPr lang="en-IN" sz="1600" b="1" dirty="0">
                <a:latin typeface="Calibri" panose="020F0502020204030204" pitchFamily="34" charset="0"/>
              </a:rPr>
              <a:t>Example 4:</a:t>
            </a:r>
            <a:r>
              <a:rPr lang="en-IN" sz="1600" dirty="0">
                <a:latin typeface="Calibri" panose="020F0502020204030204" pitchFamily="34" charset="0"/>
              </a:rPr>
              <a:t> Find the empirical formula for the compound whose composition by mass is: iron - 72.3 % and oxygen - 27.7%.</a:t>
            </a:r>
            <a:endParaRPr lang="en-MY" sz="1600" dirty="0">
              <a:latin typeface="Calibri" panose="020F0502020204030204" pitchFamily="34" charset="0"/>
            </a:endParaRPr>
          </a:p>
          <a:p>
            <a:endParaRPr lang="en-IN" sz="1600" b="1" dirty="0">
              <a:latin typeface="Calibri" panose="020F0502020204030204" pitchFamily="34" charset="0"/>
            </a:endParaRPr>
          </a:p>
          <a:p>
            <a:r>
              <a:rPr lang="en-IN" sz="1600" b="1" dirty="0">
                <a:latin typeface="Calibri" panose="020F0502020204030204" pitchFamily="34" charset="0"/>
              </a:rPr>
              <a:t>Solution:</a:t>
            </a:r>
          </a:p>
          <a:p>
            <a:endParaRPr lang="en-IN" sz="1600" b="1" dirty="0">
              <a:latin typeface="Calibri" panose="020F0502020204030204" pitchFamily="34" charset="0"/>
            </a:endParaRPr>
          </a:p>
          <a:p>
            <a:endParaRPr lang="en-IN" sz="1600" b="1" dirty="0">
              <a:latin typeface="Calibri" panose="020F0502020204030204" pitchFamily="34" charset="0"/>
            </a:endParaRPr>
          </a:p>
          <a:p>
            <a:endParaRPr lang="en-IN" sz="1600" b="1" dirty="0">
              <a:latin typeface="Calibri" panose="020F0502020204030204" pitchFamily="34" charset="0"/>
            </a:endParaRPr>
          </a:p>
          <a:p>
            <a:endParaRPr lang="en-IN" sz="1600" b="1" dirty="0">
              <a:latin typeface="Calibri" panose="020F0502020204030204" pitchFamily="34" charset="0"/>
            </a:endParaRPr>
          </a:p>
          <a:p>
            <a:endParaRPr lang="en-IN" sz="1600" b="1" dirty="0">
              <a:latin typeface="Calibri" panose="020F0502020204030204" pitchFamily="34" charset="0"/>
            </a:endParaRPr>
          </a:p>
          <a:p>
            <a:endParaRPr lang="en-IN" sz="1600" b="1" dirty="0">
              <a:latin typeface="Calibri" panose="020F0502020204030204" pitchFamily="34" charset="0"/>
            </a:endParaRPr>
          </a:p>
          <a:p>
            <a:r>
              <a:rPr lang="en-MY" sz="1600" dirty="0">
                <a:latin typeface="Calibri" panose="020F0502020204030204" pitchFamily="34" charset="0"/>
              </a:rPr>
              <a:t>Fe (II) and O are in the ratio of 3:4 and, hence, the empirical formula is Fe</a:t>
            </a:r>
            <a:r>
              <a:rPr lang="en-MY" sz="1600" baseline="-25000" dirty="0">
                <a:latin typeface="Calibri" panose="020F0502020204030204" pitchFamily="34" charset="0"/>
              </a:rPr>
              <a:t>3</a:t>
            </a:r>
            <a:r>
              <a:rPr lang="en-MY" sz="1600" dirty="0">
                <a:latin typeface="Calibri" panose="020F0502020204030204" pitchFamily="34" charset="0"/>
              </a:rPr>
              <a:t>O</a:t>
            </a:r>
            <a:r>
              <a:rPr lang="en-MY" sz="1600" baseline="-25000" dirty="0">
                <a:latin typeface="Calibri" panose="020F0502020204030204" pitchFamily="34" charset="0"/>
              </a:rPr>
              <a:t>4</a:t>
            </a:r>
            <a:endParaRPr lang="en-MY" sz="1600" dirty="0">
              <a:latin typeface="Calibri" panose="020F0502020204030204" pitchFamily="34" charset="0"/>
            </a:endParaRPr>
          </a:p>
          <a:p>
            <a:endParaRPr lang="en-MY" sz="1600" dirty="0">
              <a:latin typeface="Calibri" panose="020F0502020204030204" pitchFamily="34" charset="0"/>
            </a:endParaRPr>
          </a:p>
        </p:txBody>
      </p:sp>
      <p:graphicFrame>
        <p:nvGraphicFramePr>
          <p:cNvPr id="4" name="Table 3"/>
          <p:cNvGraphicFramePr>
            <a:graphicFrameLocks noGrp="1"/>
          </p:cNvGraphicFramePr>
          <p:nvPr/>
        </p:nvGraphicFramePr>
        <p:xfrm>
          <a:off x="758297" y="3130291"/>
          <a:ext cx="7798427" cy="1072134"/>
        </p:xfrm>
        <a:graphic>
          <a:graphicData uri="http://schemas.openxmlformats.org/drawingml/2006/table">
            <a:tbl>
              <a:tblPr firstRow="1" firstCol="1" bandRow="1">
                <a:tableStyleId>{5C22544A-7EE6-4342-B048-85BDC9FD1C3A}</a:tableStyleId>
              </a:tblPr>
              <a:tblGrid>
                <a:gridCol w="835546">
                  <a:extLst>
                    <a:ext uri="{9D8B030D-6E8A-4147-A177-3AD203B41FA5}">
                      <a16:colId xmlns:a16="http://schemas.microsoft.com/office/drawing/2014/main" val="20000"/>
                    </a:ext>
                  </a:extLst>
                </a:gridCol>
                <a:gridCol w="835546">
                  <a:extLst>
                    <a:ext uri="{9D8B030D-6E8A-4147-A177-3AD203B41FA5}">
                      <a16:colId xmlns:a16="http://schemas.microsoft.com/office/drawing/2014/main" val="20001"/>
                    </a:ext>
                  </a:extLst>
                </a:gridCol>
                <a:gridCol w="1193637">
                  <a:extLst>
                    <a:ext uri="{9D8B030D-6E8A-4147-A177-3AD203B41FA5}">
                      <a16:colId xmlns:a16="http://schemas.microsoft.com/office/drawing/2014/main" val="20002"/>
                    </a:ext>
                  </a:extLst>
                </a:gridCol>
                <a:gridCol w="2148546">
                  <a:extLst>
                    <a:ext uri="{9D8B030D-6E8A-4147-A177-3AD203B41FA5}">
                      <a16:colId xmlns:a16="http://schemas.microsoft.com/office/drawing/2014/main" val="20003"/>
                    </a:ext>
                  </a:extLst>
                </a:gridCol>
                <a:gridCol w="1193637">
                  <a:extLst>
                    <a:ext uri="{9D8B030D-6E8A-4147-A177-3AD203B41FA5}">
                      <a16:colId xmlns:a16="http://schemas.microsoft.com/office/drawing/2014/main" val="20004"/>
                    </a:ext>
                  </a:extLst>
                </a:gridCol>
                <a:gridCol w="1591515">
                  <a:extLst>
                    <a:ext uri="{9D8B030D-6E8A-4147-A177-3AD203B41FA5}">
                      <a16:colId xmlns:a16="http://schemas.microsoft.com/office/drawing/2014/main" val="20005"/>
                    </a:ext>
                  </a:extLst>
                </a:gridCol>
              </a:tblGrid>
              <a:tr h="504000">
                <a:tc>
                  <a:txBody>
                    <a:bodyPr/>
                    <a:lstStyle/>
                    <a:p>
                      <a:pPr marL="0" indent="0" algn="ctr">
                        <a:lnSpc>
                          <a:spcPct val="115000"/>
                        </a:lnSpc>
                        <a:spcAft>
                          <a:spcPts val="0"/>
                        </a:spcAft>
                      </a:pPr>
                      <a:r>
                        <a:rPr lang="en-IN" sz="1600" b="0" dirty="0">
                          <a:solidFill>
                            <a:schemeClr val="bg1"/>
                          </a:solidFill>
                          <a:effectLst/>
                          <a:latin typeface="Calibri" panose="020F0502020204030204" pitchFamily="34" charset="0"/>
                        </a:rPr>
                        <a:t>Element</a:t>
                      </a:r>
                      <a:endParaRPr lang="en-MY" sz="1600" b="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27AE60"/>
                    </a:solidFill>
                  </a:tcPr>
                </a:tc>
                <a:tc>
                  <a:txBody>
                    <a:bodyPr/>
                    <a:lstStyle/>
                    <a:p>
                      <a:pPr marL="0" indent="0" algn="ctr">
                        <a:lnSpc>
                          <a:spcPct val="115000"/>
                        </a:lnSpc>
                        <a:spcAft>
                          <a:spcPts val="0"/>
                        </a:spcAft>
                      </a:pPr>
                      <a:r>
                        <a:rPr lang="en-IN" sz="1600" b="0" dirty="0" err="1">
                          <a:solidFill>
                            <a:schemeClr val="bg1"/>
                          </a:solidFill>
                          <a:effectLst/>
                          <a:latin typeface="Calibri" panose="020F0502020204030204" pitchFamily="34" charset="0"/>
                        </a:rPr>
                        <a:t>A</a:t>
                      </a:r>
                      <a:r>
                        <a:rPr lang="en-IN" sz="1600" b="0" baseline="-25000" dirty="0" err="1">
                          <a:solidFill>
                            <a:schemeClr val="bg1"/>
                          </a:solidFill>
                          <a:effectLst/>
                          <a:latin typeface="Calibri" panose="020F0502020204030204" pitchFamily="34" charset="0"/>
                        </a:rPr>
                        <a:t>r</a:t>
                      </a:r>
                      <a:endParaRPr lang="en-MY" sz="1600" b="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27AE60"/>
                    </a:solidFill>
                  </a:tcPr>
                </a:tc>
                <a:tc>
                  <a:txBody>
                    <a:bodyPr/>
                    <a:lstStyle/>
                    <a:p>
                      <a:pPr marL="0" indent="0" algn="ctr">
                        <a:lnSpc>
                          <a:spcPct val="115000"/>
                        </a:lnSpc>
                        <a:spcAft>
                          <a:spcPts val="0"/>
                        </a:spcAft>
                      </a:pPr>
                      <a:r>
                        <a:rPr lang="en-IN" sz="1600" b="0" dirty="0">
                          <a:solidFill>
                            <a:schemeClr val="bg1"/>
                          </a:solidFill>
                          <a:effectLst/>
                          <a:latin typeface="Calibri" panose="020F0502020204030204" pitchFamily="34" charset="0"/>
                        </a:rPr>
                        <a:t>Composition by mass</a:t>
                      </a:r>
                      <a:endParaRPr lang="en-MY" sz="1600" b="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27AE60"/>
                    </a:solidFill>
                  </a:tcPr>
                </a:tc>
                <a:tc>
                  <a:txBody>
                    <a:bodyPr/>
                    <a:lstStyle/>
                    <a:p>
                      <a:pPr marL="0" indent="0" algn="ctr">
                        <a:lnSpc>
                          <a:spcPct val="115000"/>
                        </a:lnSpc>
                        <a:spcAft>
                          <a:spcPts val="0"/>
                        </a:spcAft>
                      </a:pPr>
                      <a:r>
                        <a:rPr lang="en-IN" sz="1600" b="0" dirty="0">
                          <a:solidFill>
                            <a:schemeClr val="bg1"/>
                          </a:solidFill>
                          <a:effectLst/>
                          <a:latin typeface="Calibri" panose="020F0502020204030204" pitchFamily="34" charset="0"/>
                        </a:rPr>
                        <a:t>Number of moles = Composition by mass/</a:t>
                      </a:r>
                      <a:r>
                        <a:rPr lang="en-IN" sz="1600" b="0" dirty="0" err="1">
                          <a:solidFill>
                            <a:schemeClr val="bg1"/>
                          </a:solidFill>
                          <a:effectLst/>
                          <a:latin typeface="Calibri" panose="020F0502020204030204" pitchFamily="34" charset="0"/>
                        </a:rPr>
                        <a:t>A</a:t>
                      </a:r>
                      <a:r>
                        <a:rPr lang="en-IN" sz="1600" b="0" baseline="-25000" dirty="0" err="1">
                          <a:solidFill>
                            <a:schemeClr val="bg1"/>
                          </a:solidFill>
                          <a:effectLst/>
                          <a:latin typeface="Calibri" panose="020F0502020204030204" pitchFamily="34" charset="0"/>
                        </a:rPr>
                        <a:t>r</a:t>
                      </a:r>
                      <a:endParaRPr lang="en-MY" sz="1600" b="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27AE60"/>
                    </a:solidFill>
                  </a:tcPr>
                </a:tc>
                <a:tc>
                  <a:txBody>
                    <a:bodyPr/>
                    <a:lstStyle/>
                    <a:p>
                      <a:pPr marL="0" indent="0" algn="ctr">
                        <a:lnSpc>
                          <a:spcPct val="115000"/>
                        </a:lnSpc>
                        <a:spcAft>
                          <a:spcPts val="0"/>
                        </a:spcAft>
                      </a:pPr>
                      <a:r>
                        <a:rPr lang="en-IN" sz="1600" b="0" dirty="0">
                          <a:solidFill>
                            <a:schemeClr val="bg1"/>
                          </a:solidFill>
                          <a:effectLst/>
                          <a:latin typeface="Calibri" panose="020F0502020204030204" pitchFamily="34" charset="0"/>
                        </a:rPr>
                        <a:t>Divide by the smallest</a:t>
                      </a:r>
                      <a:endParaRPr lang="en-MY" sz="1600" b="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27AE60"/>
                    </a:solidFill>
                  </a:tcPr>
                </a:tc>
                <a:tc>
                  <a:txBody>
                    <a:bodyPr/>
                    <a:lstStyle/>
                    <a:p>
                      <a:pPr marL="0" indent="0" algn="ctr">
                        <a:lnSpc>
                          <a:spcPct val="115000"/>
                        </a:lnSpc>
                        <a:spcAft>
                          <a:spcPts val="0"/>
                        </a:spcAft>
                      </a:pPr>
                      <a:r>
                        <a:rPr lang="en-IN" sz="1600" b="0" dirty="0">
                          <a:solidFill>
                            <a:schemeClr val="bg1"/>
                          </a:solidFill>
                          <a:effectLst/>
                          <a:latin typeface="Calibri" panose="020F0502020204030204" pitchFamily="34" charset="0"/>
                        </a:rPr>
                        <a:t>Convert to whole number (×3)</a:t>
                      </a:r>
                      <a:endParaRPr lang="en-MY" sz="1600" b="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27AE60"/>
                    </a:solidFill>
                  </a:tcPr>
                </a:tc>
                <a:extLst>
                  <a:ext uri="{0D108BD9-81ED-4DB2-BD59-A6C34878D82A}">
                    <a16:rowId xmlns:a16="http://schemas.microsoft.com/office/drawing/2014/main" val="10000"/>
                  </a:ext>
                </a:extLst>
              </a:tr>
              <a:tr h="192786">
                <a:tc>
                  <a:txBody>
                    <a:bodyPr/>
                    <a:lstStyle/>
                    <a:p>
                      <a:pPr marL="0" marR="0" indent="0" algn="ctr" rtl="0">
                        <a:lnSpc>
                          <a:spcPct val="115000"/>
                        </a:lnSpc>
                        <a:spcBef>
                          <a:spcPts val="0"/>
                        </a:spcBef>
                        <a:spcAft>
                          <a:spcPts val="0"/>
                        </a:spcAft>
                        <a:buClr>
                          <a:srgbClr val="000000"/>
                        </a:buClr>
                        <a:buFont typeface="Arial"/>
                      </a:pPr>
                      <a:r>
                        <a:rPr lang="en-IN" sz="1600" b="0" i="0" u="none" strike="noStrike" cap="none" dirty="0">
                          <a:solidFill>
                            <a:sysClr val="windowText" lastClr="000000"/>
                          </a:solidFill>
                          <a:effectLst/>
                          <a:latin typeface="Calibri" panose="020F0502020204030204" pitchFamily="34" charset="0"/>
                          <a:ea typeface="+mn-ea"/>
                          <a:cs typeface="+mn-cs"/>
                          <a:sym typeface="Arial"/>
                        </a:rPr>
                        <a:t>Fe</a:t>
                      </a:r>
                      <a:endParaRPr lang="en-MY" sz="1600" b="0" i="0" u="none" strike="noStrike" cap="none" dirty="0">
                        <a:solidFill>
                          <a:sysClr val="windowText" lastClr="000000"/>
                        </a:solidFill>
                        <a:effectLst/>
                        <a:latin typeface="Calibri" panose="020F0502020204030204" pitchFamily="34" charset="0"/>
                        <a:ea typeface="+mn-ea"/>
                        <a:cs typeface="+mn-cs"/>
                        <a:sym typeface="Ari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indent="0" algn="ctr" rtl="0">
                        <a:lnSpc>
                          <a:spcPct val="115000"/>
                        </a:lnSpc>
                        <a:spcBef>
                          <a:spcPts val="0"/>
                        </a:spcBef>
                        <a:spcAft>
                          <a:spcPts val="0"/>
                        </a:spcAft>
                        <a:buClr>
                          <a:srgbClr val="000000"/>
                        </a:buClr>
                        <a:buFont typeface="Arial"/>
                      </a:pPr>
                      <a:r>
                        <a:rPr lang="en-IN" sz="1600" b="0" i="0" u="none" strike="noStrike" cap="none" dirty="0">
                          <a:solidFill>
                            <a:sysClr val="windowText" lastClr="000000"/>
                          </a:solidFill>
                          <a:effectLst/>
                          <a:latin typeface="Calibri" panose="020F0502020204030204" pitchFamily="34" charset="0"/>
                          <a:ea typeface="+mn-ea"/>
                          <a:cs typeface="+mn-cs"/>
                          <a:sym typeface="Arial"/>
                        </a:rPr>
                        <a:t>55.845</a:t>
                      </a:r>
                      <a:endParaRPr lang="en-MY" sz="1600" b="0" i="0" u="none" strike="noStrike" cap="none" dirty="0">
                        <a:solidFill>
                          <a:sysClr val="windowText" lastClr="000000"/>
                        </a:solidFill>
                        <a:effectLst/>
                        <a:latin typeface="Calibri" panose="020F0502020204030204" pitchFamily="34" charset="0"/>
                        <a:ea typeface="+mn-ea"/>
                        <a:cs typeface="+mn-cs"/>
                        <a:sym typeface="Ari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indent="0" algn="ctr" rtl="0">
                        <a:lnSpc>
                          <a:spcPct val="115000"/>
                        </a:lnSpc>
                        <a:spcBef>
                          <a:spcPts val="0"/>
                        </a:spcBef>
                        <a:spcAft>
                          <a:spcPts val="0"/>
                        </a:spcAft>
                        <a:buClr>
                          <a:srgbClr val="000000"/>
                        </a:buClr>
                        <a:buFont typeface="Arial"/>
                      </a:pPr>
                      <a:r>
                        <a:rPr lang="en-IN" sz="1600" b="0" i="0" u="none" strike="noStrike" cap="none" dirty="0">
                          <a:solidFill>
                            <a:sysClr val="windowText" lastClr="000000"/>
                          </a:solidFill>
                          <a:effectLst/>
                          <a:latin typeface="Calibri" panose="020F0502020204030204" pitchFamily="34" charset="0"/>
                          <a:ea typeface="+mn-ea"/>
                          <a:cs typeface="+mn-cs"/>
                          <a:sym typeface="Arial"/>
                        </a:rPr>
                        <a:t>72.3</a:t>
                      </a:r>
                      <a:endParaRPr lang="en-MY" sz="1600" b="0" i="0" u="none" strike="noStrike" cap="none" dirty="0">
                        <a:solidFill>
                          <a:sysClr val="windowText" lastClr="000000"/>
                        </a:solidFill>
                        <a:effectLst/>
                        <a:latin typeface="Calibri" panose="020F0502020204030204" pitchFamily="34" charset="0"/>
                        <a:ea typeface="+mn-ea"/>
                        <a:cs typeface="+mn-cs"/>
                        <a:sym typeface="Ari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indent="0" algn="ctr" rtl="0">
                        <a:lnSpc>
                          <a:spcPct val="115000"/>
                        </a:lnSpc>
                        <a:spcBef>
                          <a:spcPts val="0"/>
                        </a:spcBef>
                        <a:spcAft>
                          <a:spcPts val="0"/>
                        </a:spcAft>
                        <a:buClr>
                          <a:srgbClr val="000000"/>
                        </a:buClr>
                        <a:buFont typeface="Arial"/>
                      </a:pPr>
                      <a:r>
                        <a:rPr lang="en-IN" sz="1600" b="0" i="0" u="none" strike="noStrike" cap="none" dirty="0">
                          <a:solidFill>
                            <a:sysClr val="windowText" lastClr="000000"/>
                          </a:solidFill>
                          <a:effectLst/>
                          <a:latin typeface="Calibri" panose="020F0502020204030204" pitchFamily="34" charset="0"/>
                          <a:ea typeface="+mn-ea"/>
                          <a:cs typeface="+mn-cs"/>
                          <a:sym typeface="Arial"/>
                        </a:rPr>
                        <a:t>1.29</a:t>
                      </a:r>
                      <a:endParaRPr lang="en-MY" sz="1600" b="0" i="0" u="none" strike="noStrike" cap="none" dirty="0">
                        <a:solidFill>
                          <a:sysClr val="windowText" lastClr="000000"/>
                        </a:solidFill>
                        <a:effectLst/>
                        <a:latin typeface="Calibri" panose="020F0502020204030204" pitchFamily="34" charset="0"/>
                        <a:ea typeface="+mn-ea"/>
                        <a:cs typeface="+mn-cs"/>
                        <a:sym typeface="Ari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indent="0" algn="ctr" rtl="0">
                        <a:lnSpc>
                          <a:spcPct val="115000"/>
                        </a:lnSpc>
                        <a:spcBef>
                          <a:spcPts val="0"/>
                        </a:spcBef>
                        <a:spcAft>
                          <a:spcPts val="0"/>
                        </a:spcAft>
                        <a:buClr>
                          <a:srgbClr val="000000"/>
                        </a:buClr>
                        <a:buFont typeface="Arial"/>
                      </a:pPr>
                      <a:r>
                        <a:rPr lang="en-IN" sz="1600" b="0" i="0" u="none" strike="noStrike" cap="none" dirty="0">
                          <a:solidFill>
                            <a:sysClr val="windowText" lastClr="000000"/>
                          </a:solidFill>
                          <a:effectLst/>
                          <a:latin typeface="Calibri" panose="020F0502020204030204" pitchFamily="34" charset="0"/>
                          <a:ea typeface="+mn-ea"/>
                          <a:cs typeface="+mn-cs"/>
                          <a:sym typeface="Arial"/>
                        </a:rPr>
                        <a:t>1</a:t>
                      </a:r>
                      <a:endParaRPr lang="en-MY" sz="1600" b="0" i="0" u="none" strike="noStrike" cap="none" dirty="0">
                        <a:solidFill>
                          <a:sysClr val="windowText" lastClr="000000"/>
                        </a:solidFill>
                        <a:effectLst/>
                        <a:latin typeface="Calibri" panose="020F0502020204030204" pitchFamily="34" charset="0"/>
                        <a:ea typeface="+mn-ea"/>
                        <a:cs typeface="+mn-cs"/>
                        <a:sym typeface="Ari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indent="0" algn="ctr" rtl="0">
                        <a:lnSpc>
                          <a:spcPct val="115000"/>
                        </a:lnSpc>
                        <a:spcBef>
                          <a:spcPts val="0"/>
                        </a:spcBef>
                        <a:spcAft>
                          <a:spcPts val="0"/>
                        </a:spcAft>
                        <a:buClr>
                          <a:srgbClr val="000000"/>
                        </a:buClr>
                        <a:buFont typeface="Arial"/>
                      </a:pPr>
                      <a:r>
                        <a:rPr lang="en-IN" sz="1600" b="0" i="0" u="none" strike="noStrike" cap="none" dirty="0">
                          <a:solidFill>
                            <a:sysClr val="windowText" lastClr="000000"/>
                          </a:solidFill>
                          <a:effectLst/>
                          <a:latin typeface="Calibri" panose="020F0502020204030204" pitchFamily="34" charset="0"/>
                          <a:ea typeface="+mn-ea"/>
                          <a:cs typeface="+mn-cs"/>
                          <a:sym typeface="Arial"/>
                        </a:rPr>
                        <a:t>3</a:t>
                      </a:r>
                      <a:endParaRPr lang="en-MY" sz="1600" b="0" i="0" u="none" strike="noStrike" cap="none" dirty="0">
                        <a:solidFill>
                          <a:sysClr val="windowText" lastClr="000000"/>
                        </a:solidFill>
                        <a:effectLst/>
                        <a:latin typeface="Calibri" panose="020F0502020204030204" pitchFamily="34" charset="0"/>
                        <a:ea typeface="+mn-ea"/>
                        <a:cs typeface="+mn-cs"/>
                        <a:sym typeface="Ari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001"/>
                  </a:ext>
                </a:extLst>
              </a:tr>
              <a:tr h="192786">
                <a:tc>
                  <a:txBody>
                    <a:bodyPr/>
                    <a:lstStyle/>
                    <a:p>
                      <a:pPr marL="0" marR="0" indent="0" algn="ctr" rtl="0">
                        <a:lnSpc>
                          <a:spcPct val="115000"/>
                        </a:lnSpc>
                        <a:spcBef>
                          <a:spcPts val="0"/>
                        </a:spcBef>
                        <a:spcAft>
                          <a:spcPts val="0"/>
                        </a:spcAft>
                        <a:buClr>
                          <a:srgbClr val="000000"/>
                        </a:buClr>
                        <a:buFont typeface="Arial"/>
                      </a:pPr>
                      <a:r>
                        <a:rPr lang="en-IN" sz="1600" b="0" i="0" u="none" strike="noStrike" cap="none" dirty="0">
                          <a:solidFill>
                            <a:sysClr val="windowText" lastClr="000000"/>
                          </a:solidFill>
                          <a:effectLst/>
                          <a:latin typeface="Calibri" panose="020F0502020204030204" pitchFamily="34" charset="0"/>
                          <a:ea typeface="+mn-ea"/>
                          <a:cs typeface="+mn-cs"/>
                          <a:sym typeface="Arial"/>
                        </a:rPr>
                        <a:t>O</a:t>
                      </a:r>
                      <a:endParaRPr lang="en-MY" sz="1600" b="0" i="0" u="none" strike="noStrike" cap="none" dirty="0">
                        <a:solidFill>
                          <a:sysClr val="windowText" lastClr="000000"/>
                        </a:solidFill>
                        <a:effectLst/>
                        <a:latin typeface="Calibri" panose="020F0502020204030204" pitchFamily="34" charset="0"/>
                        <a:ea typeface="+mn-ea"/>
                        <a:cs typeface="+mn-cs"/>
                        <a:sym typeface="Ari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indent="0" algn="ctr" rtl="0">
                        <a:lnSpc>
                          <a:spcPct val="115000"/>
                        </a:lnSpc>
                        <a:spcBef>
                          <a:spcPts val="0"/>
                        </a:spcBef>
                        <a:spcAft>
                          <a:spcPts val="0"/>
                        </a:spcAft>
                        <a:buClr>
                          <a:srgbClr val="000000"/>
                        </a:buClr>
                        <a:buFont typeface="Arial"/>
                      </a:pPr>
                      <a:r>
                        <a:rPr lang="en-IN" sz="1600" b="0" i="0" u="none" strike="noStrike" cap="none" dirty="0">
                          <a:solidFill>
                            <a:sysClr val="windowText" lastClr="000000"/>
                          </a:solidFill>
                          <a:effectLst/>
                          <a:latin typeface="Calibri" panose="020F0502020204030204" pitchFamily="34" charset="0"/>
                          <a:ea typeface="+mn-ea"/>
                          <a:cs typeface="+mn-cs"/>
                          <a:sym typeface="Arial"/>
                        </a:rPr>
                        <a:t>16</a:t>
                      </a:r>
                      <a:endParaRPr lang="en-MY" sz="1600" b="0" i="0" u="none" strike="noStrike" cap="none" dirty="0">
                        <a:solidFill>
                          <a:sysClr val="windowText" lastClr="000000"/>
                        </a:solidFill>
                        <a:effectLst/>
                        <a:latin typeface="Calibri" panose="020F0502020204030204" pitchFamily="34" charset="0"/>
                        <a:ea typeface="+mn-ea"/>
                        <a:cs typeface="+mn-cs"/>
                        <a:sym typeface="Ari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indent="0" algn="ctr" rtl="0">
                        <a:lnSpc>
                          <a:spcPct val="115000"/>
                        </a:lnSpc>
                        <a:spcBef>
                          <a:spcPts val="0"/>
                        </a:spcBef>
                        <a:spcAft>
                          <a:spcPts val="0"/>
                        </a:spcAft>
                        <a:buClr>
                          <a:srgbClr val="000000"/>
                        </a:buClr>
                        <a:buFont typeface="Arial"/>
                      </a:pPr>
                      <a:r>
                        <a:rPr lang="en-IN" sz="1600" b="0" i="0" u="none" strike="noStrike" cap="none" dirty="0">
                          <a:solidFill>
                            <a:sysClr val="windowText" lastClr="000000"/>
                          </a:solidFill>
                          <a:effectLst/>
                          <a:latin typeface="Calibri" panose="020F0502020204030204" pitchFamily="34" charset="0"/>
                          <a:ea typeface="+mn-ea"/>
                          <a:cs typeface="+mn-cs"/>
                          <a:sym typeface="Arial"/>
                        </a:rPr>
                        <a:t>27.2</a:t>
                      </a:r>
                      <a:endParaRPr lang="en-MY" sz="1600" b="0" i="0" u="none" strike="noStrike" cap="none" dirty="0">
                        <a:solidFill>
                          <a:sysClr val="windowText" lastClr="000000"/>
                        </a:solidFill>
                        <a:effectLst/>
                        <a:latin typeface="Calibri" panose="020F0502020204030204" pitchFamily="34" charset="0"/>
                        <a:ea typeface="+mn-ea"/>
                        <a:cs typeface="+mn-cs"/>
                        <a:sym typeface="Ari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indent="0" algn="ctr" rtl="0">
                        <a:lnSpc>
                          <a:spcPct val="115000"/>
                        </a:lnSpc>
                        <a:spcBef>
                          <a:spcPts val="0"/>
                        </a:spcBef>
                        <a:spcAft>
                          <a:spcPts val="0"/>
                        </a:spcAft>
                        <a:buClr>
                          <a:srgbClr val="000000"/>
                        </a:buClr>
                        <a:buFont typeface="Arial"/>
                      </a:pPr>
                      <a:r>
                        <a:rPr lang="en-IN" sz="1600" b="0" i="0" u="none" strike="noStrike" cap="none" dirty="0">
                          <a:solidFill>
                            <a:sysClr val="windowText" lastClr="000000"/>
                          </a:solidFill>
                          <a:effectLst/>
                          <a:latin typeface="Calibri" panose="020F0502020204030204" pitchFamily="34" charset="0"/>
                          <a:ea typeface="+mn-ea"/>
                          <a:cs typeface="+mn-cs"/>
                          <a:sym typeface="Arial"/>
                        </a:rPr>
                        <a:t>1.7</a:t>
                      </a:r>
                      <a:endParaRPr lang="en-MY" sz="1600" b="0" i="0" u="none" strike="noStrike" cap="none" dirty="0">
                        <a:solidFill>
                          <a:sysClr val="windowText" lastClr="000000"/>
                        </a:solidFill>
                        <a:effectLst/>
                        <a:latin typeface="Calibri" panose="020F0502020204030204" pitchFamily="34" charset="0"/>
                        <a:ea typeface="+mn-ea"/>
                        <a:cs typeface="+mn-cs"/>
                        <a:sym typeface="Ari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indent="0" algn="ctr" rtl="0">
                        <a:lnSpc>
                          <a:spcPct val="115000"/>
                        </a:lnSpc>
                        <a:spcBef>
                          <a:spcPts val="0"/>
                        </a:spcBef>
                        <a:spcAft>
                          <a:spcPts val="0"/>
                        </a:spcAft>
                        <a:buClr>
                          <a:srgbClr val="000000"/>
                        </a:buClr>
                        <a:buFont typeface="Arial"/>
                      </a:pPr>
                      <a:r>
                        <a:rPr lang="en-IN" sz="1600" b="0" i="0" u="none" strike="noStrike" cap="none" dirty="0">
                          <a:solidFill>
                            <a:sysClr val="windowText" lastClr="000000"/>
                          </a:solidFill>
                          <a:effectLst/>
                          <a:latin typeface="Calibri" panose="020F0502020204030204" pitchFamily="34" charset="0"/>
                          <a:ea typeface="+mn-ea"/>
                          <a:cs typeface="+mn-cs"/>
                          <a:sym typeface="Arial"/>
                        </a:rPr>
                        <a:t>1.3</a:t>
                      </a:r>
                      <a:endParaRPr lang="en-MY" sz="1600" b="0" i="0" u="none" strike="noStrike" cap="none" dirty="0">
                        <a:solidFill>
                          <a:sysClr val="windowText" lastClr="000000"/>
                        </a:solidFill>
                        <a:effectLst/>
                        <a:latin typeface="Calibri" panose="020F0502020204030204" pitchFamily="34" charset="0"/>
                        <a:ea typeface="+mn-ea"/>
                        <a:cs typeface="+mn-cs"/>
                        <a:sym typeface="Ari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indent="0" algn="ctr" rtl="0">
                        <a:lnSpc>
                          <a:spcPct val="115000"/>
                        </a:lnSpc>
                        <a:spcBef>
                          <a:spcPts val="0"/>
                        </a:spcBef>
                        <a:spcAft>
                          <a:spcPts val="0"/>
                        </a:spcAft>
                        <a:buClr>
                          <a:srgbClr val="000000"/>
                        </a:buClr>
                        <a:buFont typeface="Arial"/>
                      </a:pPr>
                      <a:r>
                        <a:rPr lang="en-IN" sz="1600" b="0" i="0" u="none" strike="noStrike" cap="none" dirty="0">
                          <a:solidFill>
                            <a:sysClr val="windowText" lastClr="000000"/>
                          </a:solidFill>
                          <a:effectLst/>
                          <a:latin typeface="Calibri" panose="020F0502020204030204" pitchFamily="34" charset="0"/>
                          <a:ea typeface="+mn-ea"/>
                          <a:cs typeface="+mn-cs"/>
                          <a:sym typeface="Arial"/>
                        </a:rPr>
                        <a:t>4</a:t>
                      </a:r>
                      <a:endParaRPr lang="en-MY" sz="1600" b="0" i="0" u="none" strike="noStrike" cap="none" dirty="0">
                        <a:solidFill>
                          <a:sysClr val="windowText" lastClr="000000"/>
                        </a:solidFill>
                        <a:effectLst/>
                        <a:latin typeface="Calibri" panose="020F0502020204030204" pitchFamily="34" charset="0"/>
                        <a:ea typeface="+mn-ea"/>
                        <a:cs typeface="+mn-cs"/>
                        <a:sym typeface="Ari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369397213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16"/>
        <p:cNvGrpSpPr/>
        <p:nvPr/>
      </p:nvGrpSpPr>
      <p:grpSpPr>
        <a:xfrm>
          <a:off x="0" y="0"/>
          <a:ext cx="0" cy="0"/>
          <a:chOff x="0" y="0"/>
          <a:chExt cx="0" cy="0"/>
        </a:xfrm>
      </p:grpSpPr>
      <p:sp>
        <p:nvSpPr>
          <p:cNvPr id="117" name="Google Shape;117;p26"/>
          <p:cNvSpPr txBox="1">
            <a:spLocks noGrp="1"/>
          </p:cNvSpPr>
          <p:nvPr>
            <p:ph type="title"/>
          </p:nvPr>
        </p:nvSpPr>
        <p:spPr>
          <a:xfrm>
            <a:off x="933024" y="592925"/>
            <a:ext cx="7448975" cy="767700"/>
          </a:xfrm>
          <a:prstGeom prst="rect">
            <a:avLst/>
          </a:prstGeom>
        </p:spPr>
        <p:txBody>
          <a:bodyPr spcFirstLastPara="1" wrap="square" lIns="91425" tIns="91425" rIns="91425" bIns="91425" anchor="b" anchorCtr="0">
            <a:noAutofit/>
          </a:bodyPr>
          <a:lstStyle/>
          <a:p>
            <a:pPr marL="114300">
              <a:buSzPts val="1800"/>
            </a:pPr>
            <a:r>
              <a:rPr lang="en-IN" dirty="0">
                <a:latin typeface="Calibri" panose="020F0502020204030204" pitchFamily="34" charset="0"/>
              </a:rPr>
              <a:t>Molecular Formula</a:t>
            </a:r>
            <a:endParaRPr lang="en-MY" dirty="0">
              <a:latin typeface="Calibri" panose="020F0502020204030204" pitchFamily="34" charset="0"/>
            </a:endParaRPr>
          </a:p>
        </p:txBody>
      </p:sp>
      <p:sp>
        <p:nvSpPr>
          <p:cNvPr id="118" name="Google Shape;118;p26"/>
          <p:cNvSpPr txBox="1"/>
          <p:nvPr/>
        </p:nvSpPr>
        <p:spPr>
          <a:xfrm>
            <a:off x="826285" y="1922190"/>
            <a:ext cx="7708115" cy="2514343"/>
          </a:xfrm>
          <a:prstGeom prst="rect">
            <a:avLst/>
          </a:prstGeom>
          <a:noFill/>
          <a:ln>
            <a:noFill/>
          </a:ln>
        </p:spPr>
        <p:txBody>
          <a:bodyPr spcFirstLastPara="1" wrap="square" lIns="91425" tIns="91425" rIns="91425" bIns="91425" anchor="t" anchorCtr="0">
            <a:noAutofit/>
          </a:bodyPr>
          <a:lstStyle/>
          <a:p>
            <a:pPr marL="285750" indent="-285750">
              <a:lnSpc>
                <a:spcPct val="113000"/>
              </a:lnSpc>
              <a:spcBef>
                <a:spcPts val="600"/>
              </a:spcBef>
              <a:buFont typeface="Arial" panose="020B0604020202020204" pitchFamily="34" charset="0"/>
              <a:buChar char="•"/>
            </a:pPr>
            <a:r>
              <a:rPr lang="en-MY" sz="1600" dirty="0">
                <a:latin typeface="Calibri" panose="020F0502020204030204" pitchFamily="34" charset="0"/>
              </a:rPr>
              <a:t>The molecular formula denotes the actual number of elements in a compound. It is always a multiple of the empirical formula. </a:t>
            </a:r>
          </a:p>
          <a:p>
            <a:pPr marL="285750" indent="-285750">
              <a:lnSpc>
                <a:spcPct val="113000"/>
              </a:lnSpc>
              <a:spcBef>
                <a:spcPts val="600"/>
              </a:spcBef>
              <a:buFont typeface="Arial" panose="020B0604020202020204" pitchFamily="34" charset="0"/>
              <a:buChar char="•"/>
            </a:pPr>
            <a:r>
              <a:rPr lang="en-MY" sz="1600" dirty="0">
                <a:latin typeface="Calibri" panose="020F0502020204030204" pitchFamily="34" charset="0"/>
              </a:rPr>
              <a:t>The molecular formula can be determined with the empirical formula and relative molecular mass.</a:t>
            </a:r>
          </a:p>
          <a:p>
            <a:pPr>
              <a:lnSpc>
                <a:spcPct val="113000"/>
              </a:lnSpc>
              <a:spcBef>
                <a:spcPts val="600"/>
              </a:spcBef>
            </a:pPr>
            <a:endParaRPr lang="en-MY" sz="1600" dirty="0">
              <a:latin typeface="Calibri" panose="020F0502020204030204" pitchFamily="34" charset="0"/>
            </a:endParaRPr>
          </a:p>
        </p:txBody>
      </p:sp>
    </p:spTree>
    <p:extLst>
      <p:ext uri="{BB962C8B-B14F-4D97-AF65-F5344CB8AC3E}">
        <p14:creationId xmlns:p14="http://schemas.microsoft.com/office/powerpoint/2010/main" val="79143925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16"/>
        <p:cNvGrpSpPr/>
        <p:nvPr/>
      </p:nvGrpSpPr>
      <p:grpSpPr>
        <a:xfrm>
          <a:off x="0" y="0"/>
          <a:ext cx="0" cy="0"/>
          <a:chOff x="0" y="0"/>
          <a:chExt cx="0" cy="0"/>
        </a:xfrm>
      </p:grpSpPr>
      <p:sp>
        <p:nvSpPr>
          <p:cNvPr id="117" name="Google Shape;117;p26"/>
          <p:cNvSpPr txBox="1">
            <a:spLocks noGrp="1"/>
          </p:cNvSpPr>
          <p:nvPr>
            <p:ph type="title"/>
          </p:nvPr>
        </p:nvSpPr>
        <p:spPr>
          <a:xfrm>
            <a:off x="933024" y="592925"/>
            <a:ext cx="7448975" cy="767700"/>
          </a:xfrm>
          <a:prstGeom prst="rect">
            <a:avLst/>
          </a:prstGeom>
        </p:spPr>
        <p:txBody>
          <a:bodyPr spcFirstLastPara="1" wrap="square" lIns="91425" tIns="91425" rIns="91425" bIns="91425" anchor="b" anchorCtr="0">
            <a:noAutofit/>
          </a:bodyPr>
          <a:lstStyle/>
          <a:p>
            <a:pPr marL="114300">
              <a:buSzPts val="1800"/>
            </a:pPr>
            <a:r>
              <a:rPr lang="en-IN" dirty="0">
                <a:latin typeface="Calibri" panose="020F0502020204030204" pitchFamily="34" charset="0"/>
              </a:rPr>
              <a:t>Empirical and Molecular Formula</a:t>
            </a:r>
            <a:endParaRPr lang="en-MY" dirty="0">
              <a:latin typeface="Calibri" panose="020F0502020204030204" pitchFamily="34" charset="0"/>
            </a:endParaRPr>
          </a:p>
        </p:txBody>
      </p:sp>
      <p:sp>
        <p:nvSpPr>
          <p:cNvPr id="118" name="Google Shape;118;p26"/>
          <p:cNvSpPr txBox="1"/>
          <p:nvPr/>
        </p:nvSpPr>
        <p:spPr>
          <a:xfrm>
            <a:off x="699911" y="1843168"/>
            <a:ext cx="8366314" cy="3067499"/>
          </a:xfrm>
          <a:prstGeom prst="rect">
            <a:avLst/>
          </a:prstGeom>
          <a:noFill/>
          <a:ln>
            <a:noFill/>
          </a:ln>
        </p:spPr>
        <p:txBody>
          <a:bodyPr spcFirstLastPara="1" wrap="square" lIns="91425" tIns="91425" rIns="91425" bIns="91425" anchor="t" anchorCtr="0">
            <a:noAutofit/>
          </a:bodyPr>
          <a:lstStyle/>
          <a:p>
            <a:r>
              <a:rPr lang="en-IN" sz="1600" b="1" dirty="0">
                <a:latin typeface="Calibri" panose="020F0502020204030204" pitchFamily="34" charset="0"/>
              </a:rPr>
              <a:t>Example 5:</a:t>
            </a:r>
            <a:r>
              <a:rPr lang="en-IN" sz="1600" dirty="0">
                <a:latin typeface="Calibri" panose="020F0502020204030204" pitchFamily="34" charset="0"/>
              </a:rPr>
              <a:t> What is the empirical formula of a hydrocarbon that contains 83.7 % carbon? Given that the relative molecular mass is 86, what is the molecular formula of this hydrocarbon?</a:t>
            </a:r>
            <a:endParaRPr lang="en-MY" sz="1600" dirty="0">
              <a:latin typeface="Calibri" panose="020F0502020204030204" pitchFamily="34" charset="0"/>
            </a:endParaRPr>
          </a:p>
          <a:p>
            <a:endParaRPr lang="en-IN" sz="1600" b="1" dirty="0">
              <a:latin typeface="Calibri" panose="020F0502020204030204" pitchFamily="34" charset="0"/>
            </a:endParaRPr>
          </a:p>
          <a:p>
            <a:r>
              <a:rPr lang="en-IN" sz="1600" b="1" dirty="0">
                <a:latin typeface="Calibri" panose="020F0502020204030204" pitchFamily="34" charset="0"/>
              </a:rPr>
              <a:t>Solution:</a:t>
            </a:r>
            <a:endParaRPr lang="en-MY" sz="1600" dirty="0">
              <a:latin typeface="Calibri" panose="020F0502020204030204" pitchFamily="34" charset="0"/>
            </a:endParaRPr>
          </a:p>
          <a:p>
            <a:endParaRPr lang="en-IN" sz="1600" b="1" dirty="0">
              <a:latin typeface="Calibri" panose="020F0502020204030204" pitchFamily="34" charset="0"/>
            </a:endParaRPr>
          </a:p>
          <a:p>
            <a:endParaRPr lang="en-IN" sz="1600" b="1" dirty="0">
              <a:latin typeface="Calibri" panose="020F0502020204030204" pitchFamily="34" charset="0"/>
            </a:endParaRPr>
          </a:p>
          <a:p>
            <a:endParaRPr lang="en-IN" sz="1600" b="1" dirty="0">
              <a:latin typeface="Calibri" panose="020F0502020204030204" pitchFamily="34" charset="0"/>
            </a:endParaRPr>
          </a:p>
          <a:p>
            <a:endParaRPr lang="en-IN" sz="1600" b="1" dirty="0">
              <a:latin typeface="Calibri" panose="020F0502020204030204" pitchFamily="34" charset="0"/>
            </a:endParaRPr>
          </a:p>
          <a:p>
            <a:endParaRPr lang="en-IN" sz="1600" b="1" dirty="0">
              <a:latin typeface="Calibri" panose="020F0502020204030204" pitchFamily="34" charset="0"/>
            </a:endParaRPr>
          </a:p>
          <a:p>
            <a:r>
              <a:rPr lang="en-IN" sz="1600" dirty="0">
                <a:latin typeface="Calibri" panose="020F0502020204030204" pitchFamily="34" charset="0"/>
              </a:rPr>
              <a:t>The empirical formula is C</a:t>
            </a:r>
            <a:r>
              <a:rPr lang="en-IN" sz="1600" baseline="-25000" dirty="0">
                <a:latin typeface="Calibri" panose="020F0502020204030204" pitchFamily="34" charset="0"/>
              </a:rPr>
              <a:t>3</a:t>
            </a:r>
            <a:r>
              <a:rPr lang="en-IN" sz="1600" dirty="0">
                <a:latin typeface="Calibri" panose="020F0502020204030204" pitchFamily="34" charset="0"/>
              </a:rPr>
              <a:t>H</a:t>
            </a:r>
            <a:r>
              <a:rPr lang="en-IN" sz="1600" baseline="-25000" dirty="0">
                <a:latin typeface="Calibri" panose="020F0502020204030204" pitchFamily="34" charset="0"/>
              </a:rPr>
              <a:t>7</a:t>
            </a:r>
            <a:r>
              <a:rPr lang="en-IN" sz="1600" dirty="0">
                <a:latin typeface="Calibri" panose="020F0502020204030204" pitchFamily="34" charset="0"/>
              </a:rPr>
              <a:t>. With a relative molecular mass of C</a:t>
            </a:r>
            <a:r>
              <a:rPr lang="en-IN" sz="1600" baseline="-25000" dirty="0">
                <a:latin typeface="Calibri" panose="020F0502020204030204" pitchFamily="34" charset="0"/>
              </a:rPr>
              <a:t>3</a:t>
            </a:r>
            <a:r>
              <a:rPr lang="en-IN" sz="1600" dirty="0">
                <a:latin typeface="Calibri" panose="020F0502020204030204" pitchFamily="34" charset="0"/>
              </a:rPr>
              <a:t>H</a:t>
            </a:r>
            <a:r>
              <a:rPr lang="en-IN" sz="1600" baseline="-25000" dirty="0">
                <a:latin typeface="Calibri" panose="020F0502020204030204" pitchFamily="34" charset="0"/>
              </a:rPr>
              <a:t>7</a:t>
            </a:r>
            <a:r>
              <a:rPr lang="en-IN" sz="1600" dirty="0">
                <a:latin typeface="Calibri" panose="020F0502020204030204" pitchFamily="34" charset="0"/>
              </a:rPr>
              <a:t>= 43.</a:t>
            </a:r>
            <a:endParaRPr lang="en-MY" sz="1600" dirty="0">
              <a:latin typeface="Calibri" panose="020F0502020204030204" pitchFamily="34" charset="0"/>
            </a:endParaRPr>
          </a:p>
          <a:p>
            <a:r>
              <a:rPr lang="en-IN" sz="1600" dirty="0">
                <a:latin typeface="Calibri" panose="020F0502020204030204" pitchFamily="34" charset="0"/>
              </a:rPr>
              <a:t>But the relative molecular mass is 86. </a:t>
            </a:r>
            <a:endParaRPr lang="en-MY" sz="1600" dirty="0">
              <a:latin typeface="Calibri" panose="020F0502020204030204" pitchFamily="34" charset="0"/>
            </a:endParaRPr>
          </a:p>
          <a:p>
            <a:r>
              <a:rPr lang="en-IN" sz="1600" dirty="0">
                <a:latin typeface="Calibri" panose="020F0502020204030204" pitchFamily="34" charset="0"/>
              </a:rPr>
              <a:t>86 ÷ 43 = 2 and, therefore, the molecular formula is C</a:t>
            </a:r>
            <a:r>
              <a:rPr lang="en-IN" sz="1600" baseline="-25000" dirty="0">
                <a:latin typeface="Calibri" panose="020F0502020204030204" pitchFamily="34" charset="0"/>
              </a:rPr>
              <a:t>6</a:t>
            </a:r>
            <a:r>
              <a:rPr lang="en-IN" sz="1600" dirty="0">
                <a:latin typeface="Calibri" panose="020F0502020204030204" pitchFamily="34" charset="0"/>
              </a:rPr>
              <a:t>H</a:t>
            </a:r>
            <a:r>
              <a:rPr lang="en-IN" sz="1600" baseline="-25000" dirty="0">
                <a:latin typeface="Calibri" panose="020F0502020204030204" pitchFamily="34" charset="0"/>
              </a:rPr>
              <a:t>14.</a:t>
            </a:r>
            <a:endParaRPr lang="en-MY" sz="1600" dirty="0">
              <a:latin typeface="Calibri" panose="020F0502020204030204" pitchFamily="34" charset="0"/>
            </a:endParaRPr>
          </a:p>
          <a:p>
            <a:endParaRPr lang="en-MY" sz="1600" dirty="0">
              <a:latin typeface="Calibri" panose="020F0502020204030204" pitchFamily="34" charset="0"/>
            </a:endParaRPr>
          </a:p>
        </p:txBody>
      </p:sp>
      <p:graphicFrame>
        <p:nvGraphicFramePr>
          <p:cNvPr id="6" name="Table 5"/>
          <p:cNvGraphicFramePr>
            <a:graphicFrameLocks noGrp="1"/>
          </p:cNvGraphicFramePr>
          <p:nvPr>
            <p:extLst>
              <p:ext uri="{D42A27DB-BD31-4B8C-83A1-F6EECF244321}">
                <p14:modId xmlns:p14="http://schemas.microsoft.com/office/powerpoint/2010/main" val="1683601764"/>
              </p:ext>
            </p:extLst>
          </p:nvPr>
        </p:nvGraphicFramePr>
        <p:xfrm>
          <a:off x="2042990" y="2768621"/>
          <a:ext cx="6141754" cy="1201071"/>
        </p:xfrm>
        <a:graphic>
          <a:graphicData uri="http://schemas.openxmlformats.org/drawingml/2006/table">
            <a:tbl>
              <a:tblPr firstRow="1" firstCol="1" bandRow="1"/>
              <a:tblGrid>
                <a:gridCol w="810517">
                  <a:extLst>
                    <a:ext uri="{9D8B030D-6E8A-4147-A177-3AD203B41FA5}">
                      <a16:colId xmlns:a16="http://schemas.microsoft.com/office/drawing/2014/main" val="2708221839"/>
                    </a:ext>
                  </a:extLst>
                </a:gridCol>
                <a:gridCol w="930041">
                  <a:extLst>
                    <a:ext uri="{9D8B030D-6E8A-4147-A177-3AD203B41FA5}">
                      <a16:colId xmlns:a16="http://schemas.microsoft.com/office/drawing/2014/main" val="2118300536"/>
                    </a:ext>
                  </a:extLst>
                </a:gridCol>
                <a:gridCol w="1203053">
                  <a:extLst>
                    <a:ext uri="{9D8B030D-6E8A-4147-A177-3AD203B41FA5}">
                      <a16:colId xmlns:a16="http://schemas.microsoft.com/office/drawing/2014/main" val="2990518423"/>
                    </a:ext>
                  </a:extLst>
                </a:gridCol>
                <a:gridCol w="1203053">
                  <a:extLst>
                    <a:ext uri="{9D8B030D-6E8A-4147-A177-3AD203B41FA5}">
                      <a16:colId xmlns:a16="http://schemas.microsoft.com/office/drawing/2014/main" val="2268095211"/>
                    </a:ext>
                  </a:extLst>
                </a:gridCol>
                <a:gridCol w="870039">
                  <a:extLst>
                    <a:ext uri="{9D8B030D-6E8A-4147-A177-3AD203B41FA5}">
                      <a16:colId xmlns:a16="http://schemas.microsoft.com/office/drawing/2014/main" val="660939868"/>
                    </a:ext>
                  </a:extLst>
                </a:gridCol>
                <a:gridCol w="1125051">
                  <a:extLst>
                    <a:ext uri="{9D8B030D-6E8A-4147-A177-3AD203B41FA5}">
                      <a16:colId xmlns:a16="http://schemas.microsoft.com/office/drawing/2014/main" val="952932326"/>
                    </a:ext>
                  </a:extLst>
                </a:gridCol>
              </a:tblGrid>
              <a:tr h="739171">
                <a:tc>
                  <a:txBody>
                    <a:bodyPr/>
                    <a:lstStyle>
                      <a:lvl1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9pPr>
                    </a:lstStyle>
                    <a:p>
                      <a:pPr marL="0" indent="0" algn="ctr">
                        <a:lnSpc>
                          <a:spcPct val="115000"/>
                        </a:lnSpc>
                        <a:spcAft>
                          <a:spcPts val="0"/>
                        </a:spcAft>
                      </a:pPr>
                      <a:r>
                        <a:rPr lang="en-IN" sz="1400" dirty="0">
                          <a:solidFill>
                            <a:schemeClr val="bg1"/>
                          </a:solidFill>
                          <a:effectLst/>
                          <a:latin typeface="Calibri" panose="020F0502020204030204" pitchFamily="34" charset="0"/>
                          <a:ea typeface="Calibri" panose="020F0502020204030204" pitchFamily="34" charset="0"/>
                          <a:cs typeface="Calibri" panose="020F0502020204030204" pitchFamily="34" charset="0"/>
                        </a:rPr>
                        <a:t>Element</a:t>
                      </a:r>
                    </a:p>
                  </a:txBody>
                  <a:tcPr marL="54340" marR="5434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9pPr>
                    </a:lstStyle>
                    <a:p>
                      <a:pPr marL="0" indent="0" algn="ctr">
                        <a:lnSpc>
                          <a:spcPct val="115000"/>
                        </a:lnSpc>
                        <a:spcAft>
                          <a:spcPts val="0"/>
                        </a:spcAft>
                        <a:tabLst/>
                      </a:pPr>
                      <a:r>
                        <a:rPr lang="en-IN" sz="1400" dirty="0" err="1">
                          <a:solidFill>
                            <a:schemeClr val="bg1"/>
                          </a:solidFill>
                          <a:effectLst/>
                          <a:latin typeface="Calibri" panose="020F0502020204030204" pitchFamily="34" charset="0"/>
                          <a:ea typeface="Calibri" panose="020F0502020204030204" pitchFamily="34" charset="0"/>
                          <a:cs typeface="Calibri" panose="020F0502020204030204" pitchFamily="34" charset="0"/>
                        </a:rPr>
                        <a:t>A</a:t>
                      </a:r>
                      <a:r>
                        <a:rPr lang="en-IN" sz="1400" baseline="-25000" dirty="0" err="1">
                          <a:solidFill>
                            <a:schemeClr val="bg1"/>
                          </a:solidFill>
                          <a:effectLst/>
                          <a:latin typeface="Calibri" panose="020F0502020204030204" pitchFamily="34" charset="0"/>
                          <a:ea typeface="Calibri" panose="020F0502020204030204" pitchFamily="34" charset="0"/>
                          <a:cs typeface="Calibri" panose="020F0502020204030204" pitchFamily="34" charset="0"/>
                        </a:rPr>
                        <a:t>r</a:t>
                      </a:r>
                      <a:endParaRPr lang="en-IN" sz="1400" dirty="0">
                        <a:solidFill>
                          <a:schemeClr val="bg1"/>
                        </a:solidFill>
                        <a:effectLst/>
                        <a:latin typeface="Calibri" panose="020F0502020204030204" pitchFamily="34" charset="0"/>
                        <a:ea typeface="Calibri" panose="020F0502020204030204" pitchFamily="34" charset="0"/>
                        <a:cs typeface="Calibri" panose="020F0502020204030204" pitchFamily="34" charset="0"/>
                      </a:endParaRPr>
                    </a:p>
                  </a:txBody>
                  <a:tcPr marL="54340" marR="5434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9pPr>
                    </a:lstStyle>
                    <a:p>
                      <a:pPr marL="0" indent="0" algn="ctr">
                        <a:lnSpc>
                          <a:spcPct val="115000"/>
                        </a:lnSpc>
                        <a:spcAft>
                          <a:spcPts val="0"/>
                        </a:spcAft>
                      </a:pPr>
                      <a:r>
                        <a:rPr lang="en-IN" sz="1400" dirty="0">
                          <a:solidFill>
                            <a:schemeClr val="bg1"/>
                          </a:solidFill>
                          <a:effectLst/>
                          <a:latin typeface="Calibri" panose="020F0502020204030204" pitchFamily="34" charset="0"/>
                          <a:ea typeface="Calibri" panose="020F0502020204030204" pitchFamily="34" charset="0"/>
                          <a:cs typeface="Calibri" panose="020F0502020204030204" pitchFamily="34" charset="0"/>
                        </a:rPr>
                        <a:t>Composition by mass</a:t>
                      </a:r>
                    </a:p>
                  </a:txBody>
                  <a:tcPr marL="54340" marR="5434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9pPr>
                    </a:lstStyle>
                    <a:p>
                      <a:pPr marL="0" indent="0" algn="ctr">
                        <a:lnSpc>
                          <a:spcPct val="115000"/>
                        </a:lnSpc>
                        <a:spcAft>
                          <a:spcPts val="0"/>
                        </a:spcAft>
                      </a:pPr>
                      <a:r>
                        <a:rPr lang="en-IN" sz="1400" dirty="0">
                          <a:solidFill>
                            <a:schemeClr val="bg1"/>
                          </a:solidFill>
                          <a:effectLst/>
                          <a:latin typeface="Calibri" panose="020F0502020204030204" pitchFamily="34" charset="0"/>
                          <a:ea typeface="Calibri" panose="020F0502020204030204" pitchFamily="34" charset="0"/>
                          <a:cs typeface="Calibri" panose="020F0502020204030204" pitchFamily="34" charset="0"/>
                        </a:rPr>
                        <a:t>Composition by mass/</a:t>
                      </a:r>
                      <a:r>
                        <a:rPr lang="en-IN" sz="1400" dirty="0" err="1">
                          <a:solidFill>
                            <a:schemeClr val="bg1"/>
                          </a:solidFill>
                          <a:effectLst/>
                          <a:latin typeface="Calibri" panose="020F0502020204030204" pitchFamily="34" charset="0"/>
                          <a:ea typeface="Calibri" panose="020F0502020204030204" pitchFamily="34" charset="0"/>
                          <a:cs typeface="Calibri" panose="020F0502020204030204" pitchFamily="34" charset="0"/>
                        </a:rPr>
                        <a:t>A</a:t>
                      </a:r>
                      <a:r>
                        <a:rPr lang="en-IN" sz="1400" baseline="-25000" dirty="0" err="1">
                          <a:solidFill>
                            <a:schemeClr val="bg1"/>
                          </a:solidFill>
                          <a:effectLst/>
                          <a:latin typeface="Calibri" panose="020F0502020204030204" pitchFamily="34" charset="0"/>
                          <a:ea typeface="Calibri" panose="020F0502020204030204" pitchFamily="34" charset="0"/>
                          <a:cs typeface="Calibri" panose="020F0502020204030204" pitchFamily="34" charset="0"/>
                        </a:rPr>
                        <a:t>r</a:t>
                      </a:r>
                      <a:endParaRPr lang="en-IN" sz="1400" dirty="0">
                        <a:solidFill>
                          <a:schemeClr val="bg1"/>
                        </a:solidFill>
                        <a:effectLst/>
                        <a:latin typeface="Calibri" panose="020F0502020204030204" pitchFamily="34" charset="0"/>
                        <a:ea typeface="Calibri" panose="020F0502020204030204" pitchFamily="34" charset="0"/>
                        <a:cs typeface="Calibri" panose="020F0502020204030204" pitchFamily="34" charset="0"/>
                      </a:endParaRPr>
                    </a:p>
                  </a:txBody>
                  <a:tcPr marL="54340" marR="5434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9pPr>
                    </a:lstStyle>
                    <a:p>
                      <a:pPr marL="0" indent="0" algn="ctr">
                        <a:lnSpc>
                          <a:spcPct val="115000"/>
                        </a:lnSpc>
                        <a:spcAft>
                          <a:spcPts val="0"/>
                        </a:spcAft>
                        <a:tabLst/>
                      </a:pPr>
                      <a:r>
                        <a:rPr lang="en-IN" sz="1400" dirty="0">
                          <a:solidFill>
                            <a:schemeClr val="bg1"/>
                          </a:solidFill>
                          <a:effectLst/>
                          <a:latin typeface="Calibri" panose="020F0502020204030204" pitchFamily="34" charset="0"/>
                          <a:ea typeface="Calibri" panose="020F0502020204030204" pitchFamily="34" charset="0"/>
                          <a:cs typeface="Calibri" panose="020F0502020204030204" pitchFamily="34" charset="0"/>
                        </a:rPr>
                        <a:t>Divide by the smallest</a:t>
                      </a:r>
                    </a:p>
                  </a:txBody>
                  <a:tcPr marL="54340" marR="5434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9pPr>
                    </a:lstStyle>
                    <a:p>
                      <a:pPr marL="0" indent="0" algn="ctr">
                        <a:lnSpc>
                          <a:spcPct val="115000"/>
                        </a:lnSpc>
                        <a:spcAft>
                          <a:spcPts val="0"/>
                        </a:spcAft>
                        <a:tabLst/>
                      </a:pPr>
                      <a:r>
                        <a:rPr lang="en-IN" sz="1400" dirty="0">
                          <a:solidFill>
                            <a:schemeClr val="bg1"/>
                          </a:solidFill>
                          <a:effectLst/>
                          <a:latin typeface="Calibri" panose="020F0502020204030204" pitchFamily="34" charset="0"/>
                          <a:ea typeface="Calibri" panose="020F0502020204030204" pitchFamily="34" charset="0"/>
                          <a:cs typeface="Calibri" panose="020F0502020204030204" pitchFamily="34" charset="0"/>
                        </a:rPr>
                        <a:t>Convert to whole number (×3)</a:t>
                      </a:r>
                    </a:p>
                  </a:txBody>
                  <a:tcPr marL="54340" marR="5434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00B050"/>
                    </a:solidFill>
                  </a:tcPr>
                </a:tc>
                <a:extLst>
                  <a:ext uri="{0D108BD9-81ED-4DB2-BD59-A6C34878D82A}">
                    <a16:rowId xmlns:a16="http://schemas.microsoft.com/office/drawing/2014/main" val="1462699622"/>
                  </a:ext>
                </a:extLst>
              </a:tr>
              <a:tr h="170457">
                <a:tc>
                  <a:txBody>
                    <a:bodyPr/>
                    <a:lstStyle>
                      <a:lvl1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9pPr>
                    </a:lstStyle>
                    <a:p>
                      <a:pPr marL="0" marR="0" indent="0" algn="ctr" rtl="0">
                        <a:lnSpc>
                          <a:spcPct val="115000"/>
                        </a:lnSpc>
                        <a:spcBef>
                          <a:spcPts val="0"/>
                        </a:spcBef>
                        <a:spcAft>
                          <a:spcPts val="0"/>
                        </a:spcAft>
                        <a:buClr>
                          <a:srgbClr val="000000"/>
                        </a:buClr>
                        <a:buFont typeface="Arial"/>
                        <a:tabLst/>
                      </a:pPr>
                      <a:r>
                        <a:rPr lang="en-IN" sz="1400" b="0" i="0" u="none" strike="noStrike" cap="none" dirty="0">
                          <a:solidFill>
                            <a:schemeClr val="bg2"/>
                          </a:solidFill>
                          <a:effectLst/>
                          <a:latin typeface="Calibri" panose="020F0502020204030204" pitchFamily="34" charset="0"/>
                          <a:ea typeface="Calibri" panose="020F0502020204030204" pitchFamily="34" charset="0"/>
                          <a:cs typeface="Calibri" panose="020F0502020204030204" pitchFamily="34" charset="0"/>
                          <a:sym typeface="Arial"/>
                        </a:rPr>
                        <a:t>C</a:t>
                      </a:r>
                    </a:p>
                  </a:txBody>
                  <a:tcPr marL="54340" marR="5434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9pPr>
                    </a:lstStyle>
                    <a:p>
                      <a:pPr marL="0" marR="0" indent="0" algn="ctr" rtl="0">
                        <a:lnSpc>
                          <a:spcPct val="115000"/>
                        </a:lnSpc>
                        <a:spcBef>
                          <a:spcPts val="0"/>
                        </a:spcBef>
                        <a:spcAft>
                          <a:spcPts val="0"/>
                        </a:spcAft>
                        <a:buClr>
                          <a:srgbClr val="000000"/>
                        </a:buClr>
                        <a:buFont typeface="Arial"/>
                        <a:tabLst/>
                      </a:pPr>
                      <a:r>
                        <a:rPr lang="en-IN" sz="1400" b="0" i="0" u="none" strike="noStrike" cap="none" dirty="0">
                          <a:solidFill>
                            <a:schemeClr val="bg2"/>
                          </a:solidFill>
                          <a:effectLst/>
                          <a:latin typeface="Calibri" panose="020F0502020204030204" pitchFamily="34" charset="0"/>
                          <a:ea typeface="Calibri" panose="020F0502020204030204" pitchFamily="34" charset="0"/>
                          <a:cs typeface="Calibri" panose="020F0502020204030204" pitchFamily="34" charset="0"/>
                          <a:sym typeface="Arial"/>
                        </a:rPr>
                        <a:t>12</a:t>
                      </a:r>
                    </a:p>
                  </a:txBody>
                  <a:tcPr marL="54340" marR="5434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9pPr>
                    </a:lstStyle>
                    <a:p>
                      <a:pPr marL="0" marR="0" indent="0" algn="ctr" rtl="0">
                        <a:lnSpc>
                          <a:spcPct val="115000"/>
                        </a:lnSpc>
                        <a:spcBef>
                          <a:spcPts val="0"/>
                        </a:spcBef>
                        <a:spcAft>
                          <a:spcPts val="0"/>
                        </a:spcAft>
                        <a:buClr>
                          <a:srgbClr val="000000"/>
                        </a:buClr>
                        <a:buFont typeface="Arial"/>
                        <a:tabLst/>
                      </a:pPr>
                      <a:r>
                        <a:rPr lang="en-IN" sz="1400" b="0" i="0" u="none" strike="noStrike" cap="none" dirty="0">
                          <a:solidFill>
                            <a:schemeClr val="bg2"/>
                          </a:solidFill>
                          <a:effectLst/>
                          <a:latin typeface="Calibri" panose="020F0502020204030204" pitchFamily="34" charset="0"/>
                          <a:ea typeface="Calibri" panose="020F0502020204030204" pitchFamily="34" charset="0"/>
                          <a:cs typeface="Calibri" panose="020F0502020204030204" pitchFamily="34" charset="0"/>
                          <a:sym typeface="Arial"/>
                        </a:rPr>
                        <a:t>83.7</a:t>
                      </a:r>
                    </a:p>
                  </a:txBody>
                  <a:tcPr marL="54340" marR="5434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9pPr>
                    </a:lstStyle>
                    <a:p>
                      <a:pPr marL="0" marR="0" indent="0" algn="ctr" rtl="0">
                        <a:lnSpc>
                          <a:spcPct val="115000"/>
                        </a:lnSpc>
                        <a:spcBef>
                          <a:spcPts val="0"/>
                        </a:spcBef>
                        <a:spcAft>
                          <a:spcPts val="0"/>
                        </a:spcAft>
                        <a:buClr>
                          <a:srgbClr val="000000"/>
                        </a:buClr>
                        <a:buFont typeface="Arial"/>
                        <a:tabLst/>
                      </a:pPr>
                      <a:r>
                        <a:rPr lang="en-IN" b="0" dirty="0">
                          <a:solidFill>
                            <a:schemeClr val="bg2"/>
                          </a:solidFill>
                          <a:latin typeface="Calibri" panose="020F0502020204030204" pitchFamily="34" charset="0"/>
                          <a:cs typeface="Calibri" panose="020F0502020204030204" pitchFamily="34" charset="0"/>
                          <a:sym typeface="Arial"/>
                        </a:rPr>
                        <a:t>6.98</a:t>
                      </a:r>
                    </a:p>
                  </a:txBody>
                  <a:tcPr marL="54340" marR="5434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9pPr>
                    </a:lstStyle>
                    <a:p>
                      <a:pPr marL="0" marR="0" indent="0" algn="ctr" rtl="0">
                        <a:lnSpc>
                          <a:spcPct val="115000"/>
                        </a:lnSpc>
                        <a:spcBef>
                          <a:spcPts val="0"/>
                        </a:spcBef>
                        <a:spcAft>
                          <a:spcPts val="0"/>
                        </a:spcAft>
                        <a:buClr>
                          <a:srgbClr val="000000"/>
                        </a:buClr>
                        <a:buFont typeface="Arial"/>
                        <a:tabLst/>
                      </a:pPr>
                      <a:r>
                        <a:rPr lang="en-IN" sz="1400" b="0" i="0" u="none" strike="noStrike" cap="none" dirty="0">
                          <a:solidFill>
                            <a:schemeClr val="bg2"/>
                          </a:solidFill>
                          <a:effectLst/>
                          <a:latin typeface="Calibri" panose="020F0502020204030204" pitchFamily="34" charset="0"/>
                          <a:ea typeface="Calibri" panose="020F0502020204030204" pitchFamily="34" charset="0"/>
                          <a:cs typeface="Calibri" panose="020F0502020204030204" pitchFamily="34" charset="0"/>
                          <a:sym typeface="Arial"/>
                        </a:rPr>
                        <a:t>1</a:t>
                      </a:r>
                    </a:p>
                  </a:txBody>
                  <a:tcPr marL="54340" marR="5434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9pPr>
                    </a:lstStyle>
                    <a:p>
                      <a:pPr marL="0" marR="0" indent="0" algn="ctr" rtl="0">
                        <a:lnSpc>
                          <a:spcPct val="115000"/>
                        </a:lnSpc>
                        <a:spcBef>
                          <a:spcPts val="0"/>
                        </a:spcBef>
                        <a:spcAft>
                          <a:spcPts val="0"/>
                        </a:spcAft>
                        <a:buClr>
                          <a:srgbClr val="000000"/>
                        </a:buClr>
                        <a:buFont typeface="Arial"/>
                        <a:tabLst/>
                      </a:pPr>
                      <a:r>
                        <a:rPr lang="en-IN" sz="1400" b="0" i="0" u="none" strike="noStrike" cap="none" dirty="0">
                          <a:solidFill>
                            <a:schemeClr val="bg2"/>
                          </a:solidFill>
                          <a:effectLst/>
                          <a:latin typeface="Calibri" panose="020F0502020204030204" pitchFamily="34" charset="0"/>
                          <a:ea typeface="Calibri" panose="020F0502020204030204" pitchFamily="34" charset="0"/>
                          <a:cs typeface="Calibri" panose="020F0502020204030204" pitchFamily="34" charset="0"/>
                          <a:sym typeface="Arial"/>
                        </a:rPr>
                        <a:t>3</a:t>
                      </a:r>
                    </a:p>
                  </a:txBody>
                  <a:tcPr marL="54340" marR="5434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88105005"/>
                  </a:ext>
                </a:extLst>
              </a:tr>
              <a:tr h="198652">
                <a:tc>
                  <a:txBody>
                    <a:bodyPr/>
                    <a:lstStyle>
                      <a:lvl1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9pPr>
                    </a:lstStyle>
                    <a:p>
                      <a:pPr marL="0" marR="0" indent="0" algn="ctr" rtl="0">
                        <a:lnSpc>
                          <a:spcPct val="115000"/>
                        </a:lnSpc>
                        <a:spcBef>
                          <a:spcPts val="0"/>
                        </a:spcBef>
                        <a:spcAft>
                          <a:spcPts val="0"/>
                        </a:spcAft>
                        <a:buClr>
                          <a:srgbClr val="000000"/>
                        </a:buClr>
                        <a:buFont typeface="Arial"/>
                        <a:tabLst/>
                      </a:pPr>
                      <a:r>
                        <a:rPr lang="en-IN" sz="1400" b="0" i="0" u="none" strike="noStrike" cap="none" dirty="0">
                          <a:solidFill>
                            <a:schemeClr val="bg2"/>
                          </a:solidFill>
                          <a:effectLst/>
                          <a:latin typeface="Calibri" panose="020F0502020204030204" pitchFamily="34" charset="0"/>
                          <a:ea typeface="Calibri" panose="020F0502020204030204" pitchFamily="34" charset="0"/>
                          <a:cs typeface="Calibri" panose="020F0502020204030204" pitchFamily="34" charset="0"/>
                          <a:sym typeface="Arial"/>
                        </a:rPr>
                        <a:t>H</a:t>
                      </a:r>
                    </a:p>
                  </a:txBody>
                  <a:tcPr marL="54340" marR="5434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9pPr>
                    </a:lstStyle>
                    <a:p>
                      <a:pPr marL="0" marR="0" indent="0" algn="ctr" rtl="0">
                        <a:lnSpc>
                          <a:spcPct val="115000"/>
                        </a:lnSpc>
                        <a:spcBef>
                          <a:spcPts val="0"/>
                        </a:spcBef>
                        <a:spcAft>
                          <a:spcPts val="0"/>
                        </a:spcAft>
                        <a:buClr>
                          <a:srgbClr val="000000"/>
                        </a:buClr>
                        <a:buFont typeface="Arial"/>
                        <a:tabLst/>
                      </a:pPr>
                      <a:r>
                        <a:rPr lang="en-IN" sz="1400" b="0" i="0" u="none" strike="noStrike" cap="none" dirty="0">
                          <a:solidFill>
                            <a:schemeClr val="bg2"/>
                          </a:solidFill>
                          <a:effectLst/>
                          <a:latin typeface="Calibri" panose="020F0502020204030204" pitchFamily="34" charset="0"/>
                          <a:ea typeface="Calibri" panose="020F0502020204030204" pitchFamily="34" charset="0"/>
                          <a:cs typeface="Calibri" panose="020F0502020204030204" pitchFamily="34" charset="0"/>
                          <a:sym typeface="Arial"/>
                        </a:rPr>
                        <a:t>1</a:t>
                      </a:r>
                    </a:p>
                  </a:txBody>
                  <a:tcPr marL="54340" marR="5434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9pPr>
                    </a:lstStyle>
                    <a:p>
                      <a:pPr marL="0" marR="0" indent="0" algn="ctr" rtl="0">
                        <a:lnSpc>
                          <a:spcPct val="115000"/>
                        </a:lnSpc>
                        <a:spcBef>
                          <a:spcPts val="0"/>
                        </a:spcBef>
                        <a:spcAft>
                          <a:spcPts val="0"/>
                        </a:spcAft>
                        <a:buClr>
                          <a:srgbClr val="000000"/>
                        </a:buClr>
                        <a:buFont typeface="Arial"/>
                        <a:tabLst/>
                      </a:pPr>
                      <a:r>
                        <a:rPr lang="en-IN" sz="1400" b="0" i="0" u="none" strike="noStrike" cap="none" dirty="0">
                          <a:solidFill>
                            <a:schemeClr val="bg2"/>
                          </a:solidFill>
                          <a:effectLst/>
                          <a:latin typeface="Calibri" panose="020F0502020204030204" pitchFamily="34" charset="0"/>
                          <a:ea typeface="Calibri" panose="020F0502020204030204" pitchFamily="34" charset="0"/>
                          <a:cs typeface="Calibri" panose="020F0502020204030204" pitchFamily="34" charset="0"/>
                          <a:sym typeface="Arial"/>
                        </a:rPr>
                        <a:t>16.3</a:t>
                      </a:r>
                    </a:p>
                  </a:txBody>
                  <a:tcPr marL="54340" marR="5434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9pPr>
                    </a:lstStyle>
                    <a:p>
                      <a:pPr marL="0" marR="0" indent="0" algn="ctr" rtl="0">
                        <a:lnSpc>
                          <a:spcPct val="115000"/>
                        </a:lnSpc>
                        <a:spcBef>
                          <a:spcPts val="0"/>
                        </a:spcBef>
                        <a:spcAft>
                          <a:spcPts val="0"/>
                        </a:spcAft>
                        <a:buClr>
                          <a:srgbClr val="000000"/>
                        </a:buClr>
                        <a:buFont typeface="Arial"/>
                        <a:tabLst/>
                      </a:pPr>
                      <a:r>
                        <a:rPr lang="en-IN" sz="1400" b="0" i="0" u="none" strike="noStrike" cap="none" dirty="0">
                          <a:solidFill>
                            <a:schemeClr val="bg2"/>
                          </a:solidFill>
                          <a:effectLst/>
                          <a:latin typeface="Calibri" panose="020F0502020204030204" pitchFamily="34" charset="0"/>
                          <a:ea typeface="Calibri" panose="020F0502020204030204" pitchFamily="34" charset="0"/>
                          <a:cs typeface="Calibri" panose="020F0502020204030204" pitchFamily="34" charset="0"/>
                          <a:sym typeface="Arial"/>
                        </a:rPr>
                        <a:t>16.3</a:t>
                      </a:r>
                    </a:p>
                  </a:txBody>
                  <a:tcPr marL="54340" marR="5434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9pPr>
                    </a:lstStyle>
                    <a:p>
                      <a:pPr marL="0" marR="0" indent="0" algn="ctr" rtl="0">
                        <a:lnSpc>
                          <a:spcPct val="115000"/>
                        </a:lnSpc>
                        <a:spcBef>
                          <a:spcPts val="0"/>
                        </a:spcBef>
                        <a:spcAft>
                          <a:spcPts val="0"/>
                        </a:spcAft>
                        <a:buClr>
                          <a:srgbClr val="000000"/>
                        </a:buClr>
                        <a:buFont typeface="Arial"/>
                        <a:tabLst/>
                      </a:pPr>
                      <a:r>
                        <a:rPr lang="en-IN" sz="1400" b="0" i="0" u="none" strike="noStrike" cap="none" dirty="0">
                          <a:solidFill>
                            <a:schemeClr val="bg2"/>
                          </a:solidFill>
                          <a:effectLst/>
                          <a:latin typeface="Calibri" panose="020F0502020204030204" pitchFamily="34" charset="0"/>
                          <a:ea typeface="Calibri" panose="020F0502020204030204" pitchFamily="34" charset="0"/>
                          <a:cs typeface="Calibri" panose="020F0502020204030204" pitchFamily="34" charset="0"/>
                          <a:sym typeface="Arial"/>
                        </a:rPr>
                        <a:t>2.33</a:t>
                      </a:r>
                    </a:p>
                  </a:txBody>
                  <a:tcPr marL="54340" marR="5434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9pPr>
                    </a:lstStyle>
                    <a:p>
                      <a:pPr marL="0" marR="0" indent="0" algn="ctr" rtl="0">
                        <a:lnSpc>
                          <a:spcPct val="115000"/>
                        </a:lnSpc>
                        <a:spcBef>
                          <a:spcPts val="0"/>
                        </a:spcBef>
                        <a:spcAft>
                          <a:spcPts val="0"/>
                        </a:spcAft>
                        <a:buClr>
                          <a:srgbClr val="000000"/>
                        </a:buClr>
                        <a:buFont typeface="Arial"/>
                        <a:tabLst/>
                      </a:pPr>
                      <a:r>
                        <a:rPr lang="en-IN" sz="1400" b="0" i="0" u="none" strike="noStrike" cap="none" dirty="0">
                          <a:solidFill>
                            <a:schemeClr val="bg2"/>
                          </a:solidFill>
                          <a:effectLst/>
                          <a:latin typeface="Calibri" panose="020F0502020204030204" pitchFamily="34" charset="0"/>
                          <a:ea typeface="Calibri" panose="020F0502020204030204" pitchFamily="34" charset="0"/>
                          <a:cs typeface="Calibri" panose="020F0502020204030204" pitchFamily="34" charset="0"/>
                          <a:sym typeface="Arial"/>
                        </a:rPr>
                        <a:t>7</a:t>
                      </a:r>
                    </a:p>
                  </a:txBody>
                  <a:tcPr marL="54340" marR="5434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13166186"/>
                  </a:ext>
                </a:extLst>
              </a:tr>
            </a:tbl>
          </a:graphicData>
        </a:graphic>
      </p:graphicFrame>
    </p:spTree>
    <p:extLst>
      <p:ext uri="{BB962C8B-B14F-4D97-AF65-F5344CB8AC3E}">
        <p14:creationId xmlns:p14="http://schemas.microsoft.com/office/powerpoint/2010/main" val="409841850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16"/>
        <p:cNvGrpSpPr/>
        <p:nvPr/>
      </p:nvGrpSpPr>
      <p:grpSpPr>
        <a:xfrm>
          <a:off x="0" y="0"/>
          <a:ext cx="0" cy="0"/>
          <a:chOff x="0" y="0"/>
          <a:chExt cx="0" cy="0"/>
        </a:xfrm>
      </p:grpSpPr>
      <p:sp>
        <p:nvSpPr>
          <p:cNvPr id="117" name="Google Shape;117;p26"/>
          <p:cNvSpPr txBox="1">
            <a:spLocks noGrp="1"/>
          </p:cNvSpPr>
          <p:nvPr>
            <p:ph type="title"/>
          </p:nvPr>
        </p:nvSpPr>
        <p:spPr>
          <a:xfrm>
            <a:off x="933024" y="592925"/>
            <a:ext cx="7448975" cy="767700"/>
          </a:xfrm>
          <a:prstGeom prst="rect">
            <a:avLst/>
          </a:prstGeom>
        </p:spPr>
        <p:txBody>
          <a:bodyPr spcFirstLastPara="1" wrap="square" lIns="91425" tIns="91425" rIns="91425" bIns="91425" anchor="b" anchorCtr="0">
            <a:noAutofit/>
          </a:bodyPr>
          <a:lstStyle/>
          <a:p>
            <a:pPr marL="114300" lvl="0">
              <a:buSzPts val="1800"/>
            </a:pPr>
            <a:r>
              <a:rPr lang="en-IN" dirty="0">
                <a:latin typeface="Calibri" panose="020F0502020204030204" pitchFamily="34" charset="0"/>
              </a:rPr>
              <a:t>Constructing Balanced Chemical Equations</a:t>
            </a:r>
            <a:endParaRPr lang="en-MY" dirty="0">
              <a:latin typeface="Calibri" panose="020F0502020204030204" pitchFamily="34" charset="0"/>
            </a:endParaRPr>
          </a:p>
        </p:txBody>
      </p:sp>
      <p:sp>
        <p:nvSpPr>
          <p:cNvPr id="118" name="Google Shape;118;p26"/>
          <p:cNvSpPr txBox="1"/>
          <p:nvPr/>
        </p:nvSpPr>
        <p:spPr>
          <a:xfrm>
            <a:off x="326571" y="1843168"/>
            <a:ext cx="8271329" cy="2492100"/>
          </a:xfrm>
          <a:prstGeom prst="rect">
            <a:avLst/>
          </a:prstGeom>
          <a:noFill/>
          <a:ln>
            <a:noFill/>
          </a:ln>
        </p:spPr>
        <p:txBody>
          <a:bodyPr spcFirstLastPara="1" wrap="square" lIns="91425" tIns="91425" rIns="91425" bIns="91425" anchor="t" anchorCtr="0">
            <a:noAutofit/>
          </a:bodyPr>
          <a:lstStyle/>
          <a:p>
            <a:pPr marL="114300" marR="0" lvl="0" indent="0" algn="just" defTabSz="914400" rtl="0" eaLnBrk="1" fontAlgn="auto" latinLnBrk="0" hangingPunct="1">
              <a:lnSpc>
                <a:spcPct val="100000"/>
              </a:lnSpc>
              <a:spcBef>
                <a:spcPts val="0"/>
              </a:spcBef>
              <a:spcAft>
                <a:spcPts val="0"/>
              </a:spcAft>
              <a:buClr>
                <a:srgbClr val="000000"/>
              </a:buClr>
              <a:buSzPts val="1800"/>
              <a:buFont typeface="Arial"/>
              <a:buNone/>
              <a:tabLst/>
              <a:defRPr/>
            </a:pPr>
            <a:r>
              <a:rPr kumimoji="0" lang="en-MY" sz="1400" b="0" i="0" u="none" strike="noStrike" kern="0" cap="none" spc="0" normalizeH="0" baseline="0" noProof="0" dirty="0">
                <a:ln>
                  <a:noFill/>
                </a:ln>
                <a:solidFill>
                  <a:srgbClr val="000000"/>
                </a:solidFill>
                <a:effectLst/>
                <a:uLnTx/>
                <a:uFillTx/>
                <a:latin typeface="Calibri" panose="020F0502020204030204" pitchFamily="34" charset="0"/>
                <a:cs typeface="Arial"/>
                <a:sym typeface="Arial"/>
              </a:rPr>
              <a:t>A chemical equation represents a chemical reaction in shorthand form. The chemical formulae of reactants and products are used. The different state symbols used in equations are:</a:t>
            </a:r>
          </a:p>
        </p:txBody>
      </p:sp>
      <p:graphicFrame>
        <p:nvGraphicFramePr>
          <p:cNvPr id="2" name="Table 1"/>
          <p:cNvGraphicFramePr>
            <a:graphicFrameLocks noGrp="1"/>
          </p:cNvGraphicFramePr>
          <p:nvPr/>
        </p:nvGraphicFramePr>
        <p:xfrm>
          <a:off x="2986235" y="2613444"/>
          <a:ext cx="2952000" cy="1260000"/>
        </p:xfrm>
        <a:graphic>
          <a:graphicData uri="http://schemas.openxmlformats.org/drawingml/2006/table">
            <a:tbl>
              <a:tblPr firstRow="1" firstCol="1" bandRow="1">
                <a:tableStyleId>{5C22544A-7EE6-4342-B048-85BDC9FD1C3A}</a:tableStyleId>
              </a:tblPr>
              <a:tblGrid>
                <a:gridCol w="1080000">
                  <a:extLst>
                    <a:ext uri="{9D8B030D-6E8A-4147-A177-3AD203B41FA5}">
                      <a16:colId xmlns:a16="http://schemas.microsoft.com/office/drawing/2014/main" val="20000"/>
                    </a:ext>
                  </a:extLst>
                </a:gridCol>
                <a:gridCol w="1872000">
                  <a:extLst>
                    <a:ext uri="{9D8B030D-6E8A-4147-A177-3AD203B41FA5}">
                      <a16:colId xmlns:a16="http://schemas.microsoft.com/office/drawing/2014/main" val="20001"/>
                    </a:ext>
                  </a:extLst>
                </a:gridCol>
              </a:tblGrid>
              <a:tr h="252000">
                <a:tc>
                  <a:txBody>
                    <a:bodyPr/>
                    <a:lstStyle/>
                    <a:p>
                      <a:pPr marL="0" indent="0" algn="ctr">
                        <a:lnSpc>
                          <a:spcPct val="115000"/>
                        </a:lnSpc>
                        <a:spcAft>
                          <a:spcPts val="0"/>
                        </a:spcAft>
                      </a:pPr>
                      <a:r>
                        <a:rPr lang="en-IN" sz="1100" b="0" dirty="0">
                          <a:solidFill>
                            <a:schemeClr val="bg1"/>
                          </a:solidFill>
                          <a:effectLst/>
                        </a:rPr>
                        <a:t>Symbol</a:t>
                      </a:r>
                      <a:endParaRPr lang="en-MY" sz="1100" b="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27AE60"/>
                    </a:solidFill>
                  </a:tcPr>
                </a:tc>
                <a:tc>
                  <a:txBody>
                    <a:bodyPr/>
                    <a:lstStyle/>
                    <a:p>
                      <a:pPr marL="0" indent="0" algn="ctr">
                        <a:lnSpc>
                          <a:spcPct val="115000"/>
                        </a:lnSpc>
                        <a:spcAft>
                          <a:spcPts val="0"/>
                        </a:spcAft>
                      </a:pPr>
                      <a:r>
                        <a:rPr lang="en-IN" sz="1100" b="0" dirty="0">
                          <a:solidFill>
                            <a:schemeClr val="bg1"/>
                          </a:solidFill>
                          <a:effectLst/>
                        </a:rPr>
                        <a:t>State</a:t>
                      </a:r>
                      <a:endParaRPr lang="en-MY" sz="1100" b="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27AE60"/>
                    </a:solidFill>
                  </a:tcPr>
                </a:tc>
                <a:extLst>
                  <a:ext uri="{0D108BD9-81ED-4DB2-BD59-A6C34878D82A}">
                    <a16:rowId xmlns:a16="http://schemas.microsoft.com/office/drawing/2014/main" val="10000"/>
                  </a:ext>
                </a:extLst>
              </a:tr>
              <a:tr h="252000">
                <a:tc>
                  <a:txBody>
                    <a:bodyPr/>
                    <a:lstStyle/>
                    <a:p>
                      <a:pPr marL="0" marR="0" indent="0" algn="ctr" rtl="0">
                        <a:lnSpc>
                          <a:spcPct val="115000"/>
                        </a:lnSpc>
                        <a:spcBef>
                          <a:spcPts val="0"/>
                        </a:spcBef>
                        <a:spcAft>
                          <a:spcPts val="0"/>
                        </a:spcAft>
                        <a:buClr>
                          <a:srgbClr val="000000"/>
                        </a:buClr>
                        <a:buFont typeface="Arial"/>
                      </a:pPr>
                      <a:r>
                        <a:rPr lang="en-IN" sz="1100" b="0" i="0" u="none" strike="noStrike" cap="none" dirty="0">
                          <a:solidFill>
                            <a:sysClr val="windowText" lastClr="000000"/>
                          </a:solidFill>
                          <a:effectLst/>
                          <a:latin typeface="+mn-lt"/>
                          <a:ea typeface="+mn-ea"/>
                          <a:cs typeface="+mn-cs"/>
                          <a:sym typeface="Arial"/>
                        </a:rPr>
                        <a:t>s</a:t>
                      </a:r>
                      <a:endParaRPr lang="en-MY" sz="1100" b="0" i="0" u="none" strike="noStrike" cap="none" dirty="0">
                        <a:solidFill>
                          <a:sysClr val="windowText" lastClr="000000"/>
                        </a:solidFill>
                        <a:effectLst/>
                        <a:latin typeface="+mn-lt"/>
                        <a:ea typeface="+mn-ea"/>
                        <a:cs typeface="+mn-cs"/>
                        <a:sym typeface="Arial"/>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indent="0" algn="ctr" rtl="0">
                        <a:lnSpc>
                          <a:spcPct val="115000"/>
                        </a:lnSpc>
                        <a:spcBef>
                          <a:spcPts val="0"/>
                        </a:spcBef>
                        <a:spcAft>
                          <a:spcPts val="0"/>
                        </a:spcAft>
                        <a:buClr>
                          <a:srgbClr val="000000"/>
                        </a:buClr>
                        <a:buFont typeface="Arial"/>
                      </a:pPr>
                      <a:r>
                        <a:rPr lang="en-IN" sz="1100" b="0" i="0" u="none" strike="noStrike" cap="none" dirty="0">
                          <a:solidFill>
                            <a:sysClr val="windowText" lastClr="000000"/>
                          </a:solidFill>
                          <a:effectLst/>
                          <a:latin typeface="+mn-lt"/>
                          <a:ea typeface="+mn-ea"/>
                          <a:cs typeface="+mn-cs"/>
                          <a:sym typeface="Arial"/>
                        </a:rPr>
                        <a:t>solid</a:t>
                      </a:r>
                      <a:endParaRPr lang="en-MY" sz="1100" b="0" i="0" u="none" strike="noStrike" cap="none" dirty="0">
                        <a:solidFill>
                          <a:sysClr val="windowText" lastClr="000000"/>
                        </a:solidFill>
                        <a:effectLst/>
                        <a:latin typeface="+mn-lt"/>
                        <a:ea typeface="+mn-ea"/>
                        <a:cs typeface="+mn-cs"/>
                        <a:sym typeface="Arial"/>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001"/>
                  </a:ext>
                </a:extLst>
              </a:tr>
              <a:tr h="252000">
                <a:tc>
                  <a:txBody>
                    <a:bodyPr/>
                    <a:lstStyle/>
                    <a:p>
                      <a:pPr marL="0" marR="0" indent="0" algn="ctr" rtl="0">
                        <a:lnSpc>
                          <a:spcPct val="115000"/>
                        </a:lnSpc>
                        <a:spcBef>
                          <a:spcPts val="0"/>
                        </a:spcBef>
                        <a:spcAft>
                          <a:spcPts val="0"/>
                        </a:spcAft>
                        <a:buClr>
                          <a:srgbClr val="000000"/>
                        </a:buClr>
                        <a:buFont typeface="Arial"/>
                      </a:pPr>
                      <a:r>
                        <a:rPr lang="en-IN" sz="1100" b="0" i="0" u="none" strike="noStrike" cap="none" dirty="0">
                          <a:solidFill>
                            <a:sysClr val="windowText" lastClr="000000"/>
                          </a:solidFill>
                          <a:effectLst/>
                          <a:latin typeface="+mn-lt"/>
                          <a:ea typeface="+mn-ea"/>
                          <a:cs typeface="+mn-cs"/>
                          <a:sym typeface="Arial"/>
                        </a:rPr>
                        <a:t>l</a:t>
                      </a:r>
                      <a:endParaRPr lang="en-MY" sz="1100" b="0" i="0" u="none" strike="noStrike" cap="none" dirty="0">
                        <a:solidFill>
                          <a:sysClr val="windowText" lastClr="000000"/>
                        </a:solidFill>
                        <a:effectLst/>
                        <a:latin typeface="+mn-lt"/>
                        <a:ea typeface="+mn-ea"/>
                        <a:cs typeface="+mn-cs"/>
                        <a:sym typeface="Arial"/>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indent="0" algn="ctr" rtl="0">
                        <a:lnSpc>
                          <a:spcPct val="115000"/>
                        </a:lnSpc>
                        <a:spcBef>
                          <a:spcPts val="0"/>
                        </a:spcBef>
                        <a:spcAft>
                          <a:spcPts val="0"/>
                        </a:spcAft>
                        <a:buClr>
                          <a:srgbClr val="000000"/>
                        </a:buClr>
                        <a:buFont typeface="Arial"/>
                      </a:pPr>
                      <a:r>
                        <a:rPr lang="en-IN" sz="1100" b="0" i="0" u="none" strike="noStrike" cap="none" dirty="0">
                          <a:solidFill>
                            <a:sysClr val="windowText" lastClr="000000"/>
                          </a:solidFill>
                          <a:effectLst/>
                          <a:latin typeface="+mn-lt"/>
                          <a:ea typeface="+mn-ea"/>
                          <a:cs typeface="+mn-cs"/>
                          <a:sym typeface="Arial"/>
                        </a:rPr>
                        <a:t>liquid</a:t>
                      </a:r>
                      <a:endParaRPr lang="en-MY" sz="1100" b="0" i="0" u="none" strike="noStrike" cap="none" dirty="0">
                        <a:solidFill>
                          <a:sysClr val="windowText" lastClr="000000"/>
                        </a:solidFill>
                        <a:effectLst/>
                        <a:latin typeface="+mn-lt"/>
                        <a:ea typeface="+mn-ea"/>
                        <a:cs typeface="+mn-cs"/>
                        <a:sym typeface="Arial"/>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002"/>
                  </a:ext>
                </a:extLst>
              </a:tr>
              <a:tr h="252000">
                <a:tc>
                  <a:txBody>
                    <a:bodyPr/>
                    <a:lstStyle/>
                    <a:p>
                      <a:pPr marL="0" marR="0" indent="0" algn="ctr" rtl="0">
                        <a:lnSpc>
                          <a:spcPct val="115000"/>
                        </a:lnSpc>
                        <a:spcBef>
                          <a:spcPts val="0"/>
                        </a:spcBef>
                        <a:spcAft>
                          <a:spcPts val="0"/>
                        </a:spcAft>
                        <a:buClr>
                          <a:srgbClr val="000000"/>
                        </a:buClr>
                        <a:buFont typeface="Arial"/>
                      </a:pPr>
                      <a:r>
                        <a:rPr lang="en-IN" sz="1100" b="0" i="0" u="none" strike="noStrike" cap="none">
                          <a:solidFill>
                            <a:sysClr val="windowText" lastClr="000000"/>
                          </a:solidFill>
                          <a:effectLst/>
                          <a:latin typeface="+mn-lt"/>
                          <a:ea typeface="+mn-ea"/>
                          <a:cs typeface="+mn-cs"/>
                          <a:sym typeface="Arial"/>
                        </a:rPr>
                        <a:t>g</a:t>
                      </a:r>
                      <a:endParaRPr lang="en-MY" sz="1100" b="0" i="0" u="none" strike="noStrike" cap="none">
                        <a:solidFill>
                          <a:sysClr val="windowText" lastClr="000000"/>
                        </a:solidFill>
                        <a:effectLst/>
                        <a:latin typeface="+mn-lt"/>
                        <a:ea typeface="+mn-ea"/>
                        <a:cs typeface="+mn-cs"/>
                        <a:sym typeface="Arial"/>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indent="0" algn="ctr" rtl="0">
                        <a:lnSpc>
                          <a:spcPct val="115000"/>
                        </a:lnSpc>
                        <a:spcBef>
                          <a:spcPts val="0"/>
                        </a:spcBef>
                        <a:spcAft>
                          <a:spcPts val="0"/>
                        </a:spcAft>
                        <a:buClr>
                          <a:srgbClr val="000000"/>
                        </a:buClr>
                        <a:buFont typeface="Arial"/>
                      </a:pPr>
                      <a:r>
                        <a:rPr lang="en-IN" sz="1100" b="0" i="0" u="none" strike="noStrike" cap="none" dirty="0">
                          <a:solidFill>
                            <a:sysClr val="windowText" lastClr="000000"/>
                          </a:solidFill>
                          <a:effectLst/>
                          <a:latin typeface="+mn-lt"/>
                          <a:ea typeface="+mn-ea"/>
                          <a:cs typeface="+mn-cs"/>
                          <a:sym typeface="Arial"/>
                        </a:rPr>
                        <a:t>gas</a:t>
                      </a:r>
                      <a:endParaRPr lang="en-MY" sz="1100" b="0" i="0" u="none" strike="noStrike" cap="none" dirty="0">
                        <a:solidFill>
                          <a:sysClr val="windowText" lastClr="000000"/>
                        </a:solidFill>
                        <a:effectLst/>
                        <a:latin typeface="+mn-lt"/>
                        <a:ea typeface="+mn-ea"/>
                        <a:cs typeface="+mn-cs"/>
                        <a:sym typeface="Arial"/>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003"/>
                  </a:ext>
                </a:extLst>
              </a:tr>
              <a:tr h="252000">
                <a:tc>
                  <a:txBody>
                    <a:bodyPr/>
                    <a:lstStyle/>
                    <a:p>
                      <a:pPr marL="0" marR="0" indent="0" algn="ctr" rtl="0">
                        <a:lnSpc>
                          <a:spcPct val="115000"/>
                        </a:lnSpc>
                        <a:spcBef>
                          <a:spcPts val="0"/>
                        </a:spcBef>
                        <a:spcAft>
                          <a:spcPts val="0"/>
                        </a:spcAft>
                        <a:buClr>
                          <a:srgbClr val="000000"/>
                        </a:buClr>
                        <a:buFont typeface="Arial"/>
                      </a:pPr>
                      <a:r>
                        <a:rPr lang="en-IN" sz="1100" b="0" i="0" u="none" strike="noStrike" cap="none" dirty="0" err="1">
                          <a:solidFill>
                            <a:sysClr val="windowText" lastClr="000000"/>
                          </a:solidFill>
                          <a:effectLst/>
                          <a:latin typeface="+mn-lt"/>
                          <a:ea typeface="+mn-ea"/>
                          <a:cs typeface="+mn-cs"/>
                          <a:sym typeface="Arial"/>
                        </a:rPr>
                        <a:t>aq</a:t>
                      </a:r>
                      <a:endParaRPr lang="en-MY" sz="1100" b="0" i="0" u="none" strike="noStrike" cap="none" dirty="0">
                        <a:solidFill>
                          <a:sysClr val="windowText" lastClr="000000"/>
                        </a:solidFill>
                        <a:effectLst/>
                        <a:latin typeface="+mn-lt"/>
                        <a:ea typeface="+mn-ea"/>
                        <a:cs typeface="+mn-cs"/>
                        <a:sym typeface="Arial"/>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indent="0" algn="ctr" rtl="0">
                        <a:lnSpc>
                          <a:spcPct val="115000"/>
                        </a:lnSpc>
                        <a:spcBef>
                          <a:spcPts val="0"/>
                        </a:spcBef>
                        <a:spcAft>
                          <a:spcPts val="0"/>
                        </a:spcAft>
                        <a:buClr>
                          <a:srgbClr val="000000"/>
                        </a:buClr>
                        <a:buFont typeface="Arial"/>
                      </a:pPr>
                      <a:r>
                        <a:rPr lang="en-IN" sz="1100" b="0" i="0" u="none" strike="noStrike" cap="none" dirty="0">
                          <a:solidFill>
                            <a:sysClr val="windowText" lastClr="000000"/>
                          </a:solidFill>
                          <a:effectLst/>
                          <a:latin typeface="+mn-lt"/>
                          <a:ea typeface="+mn-ea"/>
                          <a:cs typeface="+mn-cs"/>
                          <a:sym typeface="Arial"/>
                        </a:rPr>
                        <a:t>aqueous (solution in water)</a:t>
                      </a:r>
                      <a:endParaRPr lang="en-MY" sz="1100" b="0" i="0" u="none" strike="noStrike" cap="none" dirty="0">
                        <a:solidFill>
                          <a:sysClr val="windowText" lastClr="000000"/>
                        </a:solidFill>
                        <a:effectLst/>
                        <a:latin typeface="+mn-lt"/>
                        <a:ea typeface="+mn-ea"/>
                        <a:cs typeface="+mn-cs"/>
                        <a:sym typeface="Arial"/>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74216071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16"/>
        <p:cNvGrpSpPr/>
        <p:nvPr/>
      </p:nvGrpSpPr>
      <p:grpSpPr>
        <a:xfrm>
          <a:off x="0" y="0"/>
          <a:ext cx="0" cy="0"/>
          <a:chOff x="0" y="0"/>
          <a:chExt cx="0" cy="0"/>
        </a:xfrm>
      </p:grpSpPr>
      <p:sp>
        <p:nvSpPr>
          <p:cNvPr id="117" name="Google Shape;117;p26"/>
          <p:cNvSpPr txBox="1">
            <a:spLocks noGrp="1"/>
          </p:cNvSpPr>
          <p:nvPr>
            <p:ph type="title"/>
          </p:nvPr>
        </p:nvSpPr>
        <p:spPr>
          <a:xfrm>
            <a:off x="933024" y="592925"/>
            <a:ext cx="7448975" cy="767700"/>
          </a:xfrm>
          <a:prstGeom prst="rect">
            <a:avLst/>
          </a:prstGeom>
        </p:spPr>
        <p:txBody>
          <a:bodyPr spcFirstLastPara="1" wrap="square" lIns="91425" tIns="91425" rIns="91425" bIns="91425" anchor="b" anchorCtr="0">
            <a:noAutofit/>
          </a:bodyPr>
          <a:lstStyle/>
          <a:p>
            <a:pPr marL="114300" lvl="0">
              <a:buSzPts val="1800"/>
            </a:pPr>
            <a:r>
              <a:rPr lang="en-IN" dirty="0">
                <a:latin typeface="Calibri" panose="020F0502020204030204" pitchFamily="34" charset="0"/>
              </a:rPr>
              <a:t>Constructing Balanced Chemical Equations</a:t>
            </a:r>
            <a:endParaRPr lang="en-MY" dirty="0">
              <a:latin typeface="Calibri" panose="020F0502020204030204" pitchFamily="34" charset="0"/>
            </a:endParaRPr>
          </a:p>
        </p:txBody>
      </p:sp>
      <p:sp>
        <p:nvSpPr>
          <p:cNvPr id="118" name="Google Shape;118;p26"/>
          <p:cNvSpPr txBox="1"/>
          <p:nvPr/>
        </p:nvSpPr>
        <p:spPr>
          <a:xfrm>
            <a:off x="326571" y="1843168"/>
            <a:ext cx="8271329" cy="2492100"/>
          </a:xfrm>
          <a:prstGeom prst="rect">
            <a:avLst/>
          </a:prstGeom>
          <a:noFill/>
          <a:ln>
            <a:noFill/>
          </a:ln>
        </p:spPr>
        <p:txBody>
          <a:bodyPr spcFirstLastPara="1" wrap="square" lIns="91425" tIns="91425" rIns="91425" bIns="91425" anchor="t" anchorCtr="0">
            <a:noAutofit/>
          </a:bodyPr>
          <a:lstStyle/>
          <a:p>
            <a:pPr marL="114300" marR="0" lvl="0" indent="0" algn="just" defTabSz="914400" rtl="0" eaLnBrk="1" fontAlgn="auto" latinLnBrk="0" hangingPunct="1">
              <a:lnSpc>
                <a:spcPct val="100000"/>
              </a:lnSpc>
              <a:spcBef>
                <a:spcPts val="0"/>
              </a:spcBef>
              <a:spcAft>
                <a:spcPts val="0"/>
              </a:spcAft>
              <a:buClr>
                <a:srgbClr val="000000"/>
              </a:buClr>
              <a:buSzPts val="1800"/>
              <a:buFont typeface="Arial"/>
              <a:buNone/>
              <a:tabLst/>
              <a:defRPr/>
            </a:pPr>
            <a:r>
              <a:rPr kumimoji="0" lang="en-MY" sz="1400" b="1" i="0" u="none" strike="noStrike" kern="0" cap="none" spc="0" normalizeH="0" baseline="0" noProof="0" dirty="0">
                <a:ln>
                  <a:noFill/>
                </a:ln>
                <a:solidFill>
                  <a:srgbClr val="000000"/>
                </a:solidFill>
                <a:effectLst/>
                <a:uLnTx/>
                <a:uFillTx/>
                <a:latin typeface="Calibri" panose="020F0502020204030204" pitchFamily="34" charset="0"/>
                <a:cs typeface="Arial"/>
                <a:sym typeface="Arial"/>
              </a:rPr>
              <a:t>Example 6: </a:t>
            </a:r>
            <a:r>
              <a:rPr kumimoji="0" lang="en-MY" sz="1400" b="0" i="0" u="none" strike="noStrike" kern="0" cap="none" spc="0" normalizeH="0" baseline="0" noProof="0" dirty="0">
                <a:ln>
                  <a:noFill/>
                </a:ln>
                <a:solidFill>
                  <a:srgbClr val="000000"/>
                </a:solidFill>
                <a:effectLst/>
                <a:uLnTx/>
                <a:uFillTx/>
                <a:latin typeface="Calibri" panose="020F0502020204030204" pitchFamily="34" charset="0"/>
                <a:cs typeface="Arial"/>
                <a:sym typeface="Arial"/>
              </a:rPr>
              <a:t>Heating lithium carbonate produces lithium oxide and carbon dioxide. This reaction is represented in equation form as</a:t>
            </a:r>
          </a:p>
        </p:txBody>
      </p:sp>
      <mc:AlternateContent xmlns:mc="http://schemas.openxmlformats.org/markup-compatibility/2006" xmlns:a14="http://schemas.microsoft.com/office/drawing/2010/main">
        <mc:Choice Requires="a14">
          <p:sp>
            <p:nvSpPr>
              <p:cNvPr id="3" name="Rectangle 2"/>
              <p:cNvSpPr/>
              <p:nvPr/>
            </p:nvSpPr>
            <p:spPr>
              <a:xfrm>
                <a:off x="3612218" y="2417862"/>
                <a:ext cx="1919563" cy="307777"/>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sSub>
                        <m:sSubPr>
                          <m:ctrlPr>
                            <a:rPr kumimoji="0" lang="en-MY" sz="1400" b="0" i="1" u="none" strike="noStrike" kern="0" cap="none" spc="0" normalizeH="0" baseline="0" noProof="0">
                              <a:ln>
                                <a:noFill/>
                              </a:ln>
                              <a:solidFill>
                                <a:srgbClr val="000000"/>
                              </a:solidFill>
                              <a:effectLst/>
                              <a:uLnTx/>
                              <a:uFillTx/>
                              <a:latin typeface="Cambria Math" panose="02040503050406030204" pitchFamily="18" charset="0"/>
                              <a:sym typeface="Arial"/>
                            </a:rPr>
                          </m:ctrlPr>
                        </m:sSubPr>
                        <m:e>
                          <m:r>
                            <a:rPr kumimoji="0" lang="en-MY" sz="1400" b="0" i="1" u="none" strike="noStrike" kern="0" cap="none" spc="0" normalizeH="0" baseline="0" noProof="0">
                              <a:ln>
                                <a:noFill/>
                              </a:ln>
                              <a:solidFill>
                                <a:srgbClr val="000000"/>
                              </a:solidFill>
                              <a:effectLst/>
                              <a:uLnTx/>
                              <a:uFillTx/>
                              <a:latin typeface="Cambria Math" panose="02040503050406030204" pitchFamily="18" charset="0"/>
                              <a:sym typeface="Arial"/>
                            </a:rPr>
                            <m:t>𝐿𝑖</m:t>
                          </m:r>
                        </m:e>
                        <m:sub>
                          <m:r>
                            <a:rPr kumimoji="0" lang="en-MY" sz="1400" b="0" i="0" u="none" strike="noStrike" kern="0" cap="none" spc="0" normalizeH="0" baseline="0" noProof="0">
                              <a:ln>
                                <a:noFill/>
                              </a:ln>
                              <a:solidFill>
                                <a:srgbClr val="000000"/>
                              </a:solidFill>
                              <a:effectLst/>
                              <a:uLnTx/>
                              <a:uFillTx/>
                              <a:latin typeface="Cambria Math" panose="02040503050406030204" pitchFamily="18" charset="0"/>
                              <a:sym typeface="Arial"/>
                            </a:rPr>
                            <m:t>2</m:t>
                          </m:r>
                        </m:sub>
                      </m:sSub>
                      <m:r>
                        <a:rPr kumimoji="0" lang="en-MY" sz="1400" b="0" i="1" u="none" strike="noStrike" kern="0" cap="none" spc="0" normalizeH="0" baseline="0" noProof="0">
                          <a:ln>
                            <a:noFill/>
                          </a:ln>
                          <a:solidFill>
                            <a:srgbClr val="000000"/>
                          </a:solidFill>
                          <a:effectLst/>
                          <a:uLnTx/>
                          <a:uFillTx/>
                          <a:latin typeface="Cambria Math" panose="02040503050406030204" pitchFamily="18" charset="0"/>
                          <a:sym typeface="Arial"/>
                        </a:rPr>
                        <m:t>𝐶</m:t>
                      </m:r>
                      <m:sSub>
                        <m:sSubPr>
                          <m:ctrlPr>
                            <a:rPr kumimoji="0" lang="en-MY" sz="1400" b="0" i="1" u="none" strike="noStrike" kern="0" cap="none" spc="0" normalizeH="0" baseline="0" noProof="0">
                              <a:ln>
                                <a:noFill/>
                              </a:ln>
                              <a:solidFill>
                                <a:srgbClr val="000000"/>
                              </a:solidFill>
                              <a:effectLst/>
                              <a:uLnTx/>
                              <a:uFillTx/>
                              <a:latin typeface="Cambria Math" panose="02040503050406030204" pitchFamily="18" charset="0"/>
                              <a:sym typeface="Arial"/>
                            </a:rPr>
                          </m:ctrlPr>
                        </m:sSubPr>
                        <m:e>
                          <m:r>
                            <a:rPr kumimoji="0" lang="en-MY" sz="1400" b="0" i="1" u="none" strike="noStrike" kern="0" cap="none" spc="0" normalizeH="0" baseline="0" noProof="0">
                              <a:ln>
                                <a:noFill/>
                              </a:ln>
                              <a:solidFill>
                                <a:srgbClr val="000000"/>
                              </a:solidFill>
                              <a:effectLst/>
                              <a:uLnTx/>
                              <a:uFillTx/>
                              <a:latin typeface="Cambria Math" panose="02040503050406030204" pitchFamily="18" charset="0"/>
                              <a:sym typeface="Arial"/>
                            </a:rPr>
                            <m:t>𝑂</m:t>
                          </m:r>
                        </m:e>
                        <m:sub>
                          <m:r>
                            <a:rPr kumimoji="0" lang="en-MY" sz="1400" b="0" i="0" u="none" strike="noStrike" kern="0" cap="none" spc="0" normalizeH="0" baseline="0" noProof="0">
                              <a:ln>
                                <a:noFill/>
                              </a:ln>
                              <a:solidFill>
                                <a:srgbClr val="000000"/>
                              </a:solidFill>
                              <a:effectLst/>
                              <a:uLnTx/>
                              <a:uFillTx/>
                              <a:latin typeface="Cambria Math" panose="02040503050406030204" pitchFamily="18" charset="0"/>
                              <a:sym typeface="Arial"/>
                            </a:rPr>
                            <m:t>3</m:t>
                          </m:r>
                        </m:sub>
                      </m:sSub>
                      <m:r>
                        <a:rPr kumimoji="0" lang="en-MY" sz="1400" b="0" i="0" u="none" strike="noStrike" kern="0" cap="none" spc="0" normalizeH="0" baseline="0" noProof="0">
                          <a:ln>
                            <a:noFill/>
                          </a:ln>
                          <a:solidFill>
                            <a:srgbClr val="000000"/>
                          </a:solidFill>
                          <a:effectLst/>
                          <a:uLnTx/>
                          <a:uFillTx/>
                          <a:latin typeface="Cambria Math" panose="02040503050406030204" pitchFamily="18" charset="0"/>
                          <a:sym typeface="Arial"/>
                        </a:rPr>
                        <m:t>→</m:t>
                      </m:r>
                      <m:sSub>
                        <m:sSubPr>
                          <m:ctrlPr>
                            <a:rPr kumimoji="0" lang="en-MY" sz="1400" b="0" i="1" u="none" strike="noStrike" kern="0" cap="none" spc="0" normalizeH="0" baseline="0" noProof="0">
                              <a:ln>
                                <a:noFill/>
                              </a:ln>
                              <a:solidFill>
                                <a:srgbClr val="000000"/>
                              </a:solidFill>
                              <a:effectLst/>
                              <a:uLnTx/>
                              <a:uFillTx/>
                              <a:latin typeface="Cambria Math" panose="02040503050406030204" pitchFamily="18" charset="0"/>
                              <a:sym typeface="Arial"/>
                            </a:rPr>
                          </m:ctrlPr>
                        </m:sSubPr>
                        <m:e>
                          <m:r>
                            <a:rPr kumimoji="0" lang="en-MY" sz="1400" b="0" i="1" u="none" strike="noStrike" kern="0" cap="none" spc="0" normalizeH="0" baseline="0" noProof="0">
                              <a:ln>
                                <a:noFill/>
                              </a:ln>
                              <a:solidFill>
                                <a:srgbClr val="000000"/>
                              </a:solidFill>
                              <a:effectLst/>
                              <a:uLnTx/>
                              <a:uFillTx/>
                              <a:latin typeface="Cambria Math" panose="02040503050406030204" pitchFamily="18" charset="0"/>
                              <a:sym typeface="Arial"/>
                            </a:rPr>
                            <m:t>𝐿𝑖</m:t>
                          </m:r>
                        </m:e>
                        <m:sub>
                          <m:r>
                            <a:rPr kumimoji="0" lang="en-MY" sz="1400" b="0" i="0" u="none" strike="noStrike" kern="0" cap="none" spc="0" normalizeH="0" baseline="0" noProof="0">
                              <a:ln>
                                <a:noFill/>
                              </a:ln>
                              <a:solidFill>
                                <a:srgbClr val="000000"/>
                              </a:solidFill>
                              <a:effectLst/>
                              <a:uLnTx/>
                              <a:uFillTx/>
                              <a:latin typeface="Cambria Math" panose="02040503050406030204" pitchFamily="18" charset="0"/>
                              <a:sym typeface="Arial"/>
                            </a:rPr>
                            <m:t>2</m:t>
                          </m:r>
                        </m:sub>
                      </m:sSub>
                      <m:r>
                        <a:rPr kumimoji="0" lang="en-MY" sz="1400" b="0" i="1" u="none" strike="noStrike" kern="0" cap="none" spc="0" normalizeH="0" baseline="0" noProof="0">
                          <a:ln>
                            <a:noFill/>
                          </a:ln>
                          <a:solidFill>
                            <a:srgbClr val="000000"/>
                          </a:solidFill>
                          <a:effectLst/>
                          <a:uLnTx/>
                          <a:uFillTx/>
                          <a:latin typeface="Cambria Math" panose="02040503050406030204" pitchFamily="18" charset="0"/>
                          <a:sym typeface="Arial"/>
                        </a:rPr>
                        <m:t>𝑂</m:t>
                      </m:r>
                      <m:r>
                        <a:rPr kumimoji="0" lang="en-MY" sz="1400" b="0" i="0" u="none" strike="noStrike" kern="0" cap="none" spc="0" normalizeH="0" baseline="0" noProof="0">
                          <a:ln>
                            <a:noFill/>
                          </a:ln>
                          <a:solidFill>
                            <a:srgbClr val="000000"/>
                          </a:solidFill>
                          <a:effectLst/>
                          <a:uLnTx/>
                          <a:uFillTx/>
                          <a:latin typeface="Cambria Math" panose="02040503050406030204" pitchFamily="18" charset="0"/>
                          <a:sym typeface="Arial"/>
                        </a:rPr>
                        <m:t>+</m:t>
                      </m:r>
                      <m:r>
                        <a:rPr kumimoji="0" lang="en-MY" sz="1400" b="0" i="1" u="none" strike="noStrike" kern="0" cap="none" spc="0" normalizeH="0" baseline="0" noProof="0">
                          <a:ln>
                            <a:noFill/>
                          </a:ln>
                          <a:solidFill>
                            <a:srgbClr val="000000"/>
                          </a:solidFill>
                          <a:effectLst/>
                          <a:uLnTx/>
                          <a:uFillTx/>
                          <a:latin typeface="Cambria Math" panose="02040503050406030204" pitchFamily="18" charset="0"/>
                          <a:sym typeface="Arial"/>
                        </a:rPr>
                        <m:t>𝐶</m:t>
                      </m:r>
                      <m:sSub>
                        <m:sSubPr>
                          <m:ctrlPr>
                            <a:rPr kumimoji="0" lang="en-MY" sz="1400" b="0" i="1" u="none" strike="noStrike" kern="0" cap="none" spc="0" normalizeH="0" baseline="0" noProof="0">
                              <a:ln>
                                <a:noFill/>
                              </a:ln>
                              <a:solidFill>
                                <a:srgbClr val="000000"/>
                              </a:solidFill>
                              <a:effectLst/>
                              <a:uLnTx/>
                              <a:uFillTx/>
                              <a:latin typeface="Cambria Math" panose="02040503050406030204" pitchFamily="18" charset="0"/>
                              <a:sym typeface="Arial"/>
                            </a:rPr>
                          </m:ctrlPr>
                        </m:sSubPr>
                        <m:e>
                          <m:r>
                            <a:rPr kumimoji="0" lang="en-MY" sz="1400" b="0" i="1" u="none" strike="noStrike" kern="0" cap="none" spc="0" normalizeH="0" baseline="0" noProof="0">
                              <a:ln>
                                <a:noFill/>
                              </a:ln>
                              <a:solidFill>
                                <a:srgbClr val="000000"/>
                              </a:solidFill>
                              <a:effectLst/>
                              <a:uLnTx/>
                              <a:uFillTx/>
                              <a:latin typeface="Cambria Math" panose="02040503050406030204" pitchFamily="18" charset="0"/>
                              <a:sym typeface="Arial"/>
                            </a:rPr>
                            <m:t>𝑂</m:t>
                          </m:r>
                        </m:e>
                        <m:sub>
                          <m:r>
                            <a:rPr kumimoji="0" lang="en-MY" sz="1400" b="0" i="0" u="none" strike="noStrike" kern="0" cap="none" spc="0" normalizeH="0" baseline="0" noProof="0">
                              <a:ln>
                                <a:noFill/>
                              </a:ln>
                              <a:solidFill>
                                <a:srgbClr val="000000"/>
                              </a:solidFill>
                              <a:effectLst/>
                              <a:uLnTx/>
                              <a:uFillTx/>
                              <a:latin typeface="Cambria Math" panose="02040503050406030204" pitchFamily="18" charset="0"/>
                              <a:sym typeface="Arial"/>
                            </a:rPr>
                            <m:t>2</m:t>
                          </m:r>
                        </m:sub>
                      </m:sSub>
                    </m:oMath>
                  </m:oMathPara>
                </a14:m>
                <a:endParaRPr kumimoji="0" lang="en-MY" sz="1400" b="0" i="0" u="none" strike="noStrike" kern="0" cap="none" spc="0" normalizeH="0" baseline="0" noProof="0" dirty="0">
                  <a:ln>
                    <a:noFill/>
                  </a:ln>
                  <a:solidFill>
                    <a:srgbClr val="000000"/>
                  </a:solidFill>
                  <a:effectLst/>
                  <a:uLnTx/>
                  <a:uFillTx/>
                  <a:latin typeface="Arial"/>
                  <a:cs typeface="Arial"/>
                  <a:sym typeface="Arial"/>
                </a:endParaRPr>
              </a:p>
            </p:txBody>
          </p:sp>
        </mc:Choice>
        <mc:Fallback xmlns="">
          <p:sp>
            <p:nvSpPr>
              <p:cNvPr id="3" name="Rectangle 2"/>
              <p:cNvSpPr>
                <a:spLocks noRot="1" noChangeAspect="1" noMove="1" noResize="1" noEditPoints="1" noAdjustHandles="1" noChangeArrowheads="1" noChangeShapeType="1" noTextEdit="1"/>
              </p:cNvSpPr>
              <p:nvPr/>
            </p:nvSpPr>
            <p:spPr>
              <a:xfrm>
                <a:off x="3612218" y="2417862"/>
                <a:ext cx="1919563" cy="307777"/>
              </a:xfrm>
              <a:prstGeom prst="rect">
                <a:avLst/>
              </a:prstGeom>
              <a:blipFill rotWithShape="0">
                <a:blip r:embed="rId3"/>
                <a:stretch>
                  <a:fillRect/>
                </a:stretch>
              </a:blipFill>
            </p:spPr>
            <p:txBody>
              <a:bodyPr/>
              <a:lstStyle/>
              <a:p>
                <a:r>
                  <a:rPr lang="en-MY">
                    <a:noFill/>
                  </a:rPr>
                  <a:t> </a:t>
                </a:r>
              </a:p>
            </p:txBody>
          </p:sp>
        </mc:Fallback>
      </mc:AlternateContent>
      <p:graphicFrame>
        <p:nvGraphicFramePr>
          <p:cNvPr id="4" name="Table 3"/>
          <p:cNvGraphicFramePr>
            <a:graphicFrameLocks noGrp="1"/>
          </p:cNvGraphicFramePr>
          <p:nvPr/>
        </p:nvGraphicFramePr>
        <p:xfrm>
          <a:off x="2393999" y="2826559"/>
          <a:ext cx="4356000" cy="947547"/>
        </p:xfrm>
        <a:graphic>
          <a:graphicData uri="http://schemas.openxmlformats.org/drawingml/2006/table">
            <a:tbl>
              <a:tblPr firstRow="1" firstCol="1" bandRow="1">
                <a:tableStyleId>{5C22544A-7EE6-4342-B048-85BDC9FD1C3A}</a:tableStyleId>
              </a:tblPr>
              <a:tblGrid>
                <a:gridCol w="936000">
                  <a:extLst>
                    <a:ext uri="{9D8B030D-6E8A-4147-A177-3AD203B41FA5}">
                      <a16:colId xmlns:a16="http://schemas.microsoft.com/office/drawing/2014/main" val="20000"/>
                    </a:ext>
                  </a:extLst>
                </a:gridCol>
                <a:gridCol w="1188000">
                  <a:extLst>
                    <a:ext uri="{9D8B030D-6E8A-4147-A177-3AD203B41FA5}">
                      <a16:colId xmlns:a16="http://schemas.microsoft.com/office/drawing/2014/main" val="20001"/>
                    </a:ext>
                  </a:extLst>
                </a:gridCol>
                <a:gridCol w="1188000">
                  <a:extLst>
                    <a:ext uri="{9D8B030D-6E8A-4147-A177-3AD203B41FA5}">
                      <a16:colId xmlns:a16="http://schemas.microsoft.com/office/drawing/2014/main" val="20002"/>
                    </a:ext>
                  </a:extLst>
                </a:gridCol>
                <a:gridCol w="1044000">
                  <a:extLst>
                    <a:ext uri="{9D8B030D-6E8A-4147-A177-3AD203B41FA5}">
                      <a16:colId xmlns:a16="http://schemas.microsoft.com/office/drawing/2014/main" val="20003"/>
                    </a:ext>
                  </a:extLst>
                </a:gridCol>
              </a:tblGrid>
              <a:tr h="108490">
                <a:tc rowSpan="2">
                  <a:txBody>
                    <a:bodyPr/>
                    <a:lstStyle/>
                    <a:p>
                      <a:pPr marL="0" indent="0" algn="ctr">
                        <a:lnSpc>
                          <a:spcPct val="115000"/>
                        </a:lnSpc>
                        <a:spcAft>
                          <a:spcPts val="0"/>
                        </a:spcAft>
                        <a:tabLst>
                          <a:tab pos="900430" algn="ctr"/>
                        </a:tabLst>
                      </a:pPr>
                      <a:r>
                        <a:rPr lang="en-IN" sz="1100" b="0" dirty="0">
                          <a:solidFill>
                            <a:schemeClr val="bg1"/>
                          </a:solidFill>
                          <a:effectLst/>
                        </a:rPr>
                        <a:t>Element</a:t>
                      </a:r>
                      <a:endParaRPr lang="en-MY" sz="1100" b="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27AE60"/>
                    </a:solidFill>
                  </a:tcPr>
                </a:tc>
                <a:tc gridSpan="2">
                  <a:txBody>
                    <a:bodyPr/>
                    <a:lstStyle/>
                    <a:p>
                      <a:pPr marL="0" indent="0" algn="ctr">
                        <a:lnSpc>
                          <a:spcPct val="115000"/>
                        </a:lnSpc>
                        <a:spcAft>
                          <a:spcPts val="0"/>
                        </a:spcAft>
                      </a:pPr>
                      <a:r>
                        <a:rPr lang="en-IN" sz="1100" b="0" i="0" u="none" strike="noStrike" cap="none" dirty="0">
                          <a:solidFill>
                            <a:schemeClr val="bg1"/>
                          </a:solidFill>
                          <a:effectLst/>
                          <a:latin typeface="+mn-lt"/>
                          <a:ea typeface="+mn-ea"/>
                          <a:cs typeface="+mn-cs"/>
                          <a:sym typeface="Arial"/>
                        </a:rPr>
                        <a:t>Number of atoms</a:t>
                      </a:r>
                      <a:endParaRPr lang="en-MY" sz="1100" b="0" i="0" u="none" strike="noStrike" cap="none" dirty="0">
                        <a:solidFill>
                          <a:schemeClr val="bg1"/>
                        </a:solidFill>
                        <a:effectLst/>
                        <a:latin typeface="+mn-lt"/>
                        <a:ea typeface="+mn-ea"/>
                        <a:cs typeface="+mn-cs"/>
                        <a:sym typeface="Arial"/>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27AE60"/>
                    </a:solidFill>
                  </a:tcPr>
                </a:tc>
                <a:tc hMerge="1">
                  <a:txBody>
                    <a:bodyPr/>
                    <a:lstStyle/>
                    <a:p>
                      <a:endParaRPr lang="en-MY"/>
                    </a:p>
                  </a:txBody>
                  <a:tcPr/>
                </a:tc>
                <a:tc rowSpan="2">
                  <a:txBody>
                    <a:bodyPr/>
                    <a:lstStyle/>
                    <a:p>
                      <a:pPr marL="0" indent="0" algn="ctr">
                        <a:lnSpc>
                          <a:spcPct val="115000"/>
                        </a:lnSpc>
                        <a:spcAft>
                          <a:spcPts val="0"/>
                        </a:spcAft>
                      </a:pPr>
                      <a:r>
                        <a:rPr lang="en-IN" sz="1100" b="0" i="0" u="none" strike="noStrike" cap="none" dirty="0">
                          <a:solidFill>
                            <a:schemeClr val="bg1"/>
                          </a:solidFill>
                          <a:effectLst/>
                          <a:latin typeface="+mn-lt"/>
                          <a:ea typeface="+mn-ea"/>
                          <a:cs typeface="+mn-cs"/>
                          <a:sym typeface="Arial"/>
                        </a:rPr>
                        <a:t>Balanced?</a:t>
                      </a:r>
                      <a:endParaRPr lang="en-MY" sz="1100" b="0" i="0" u="none" strike="noStrike" cap="none" dirty="0">
                        <a:solidFill>
                          <a:schemeClr val="bg1"/>
                        </a:solidFill>
                        <a:effectLst/>
                        <a:latin typeface="+mn-lt"/>
                        <a:ea typeface="+mn-ea"/>
                        <a:cs typeface="+mn-cs"/>
                        <a:sym typeface="Arial"/>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27AE60"/>
                    </a:solidFill>
                  </a:tcPr>
                </a:tc>
                <a:extLst>
                  <a:ext uri="{0D108BD9-81ED-4DB2-BD59-A6C34878D82A}">
                    <a16:rowId xmlns:a16="http://schemas.microsoft.com/office/drawing/2014/main" val="10000"/>
                  </a:ext>
                </a:extLst>
              </a:tr>
              <a:tr h="192786">
                <a:tc vMerge="1">
                  <a:txBody>
                    <a:bodyPr/>
                    <a:lstStyle/>
                    <a:p>
                      <a:endParaRPr lang="en-MY"/>
                    </a:p>
                  </a:txBody>
                  <a:tcPr/>
                </a:tc>
                <a:tc>
                  <a:txBody>
                    <a:bodyPr/>
                    <a:lstStyle/>
                    <a:p>
                      <a:pPr marL="0" indent="0" algn="ctr">
                        <a:lnSpc>
                          <a:spcPct val="115000"/>
                        </a:lnSpc>
                        <a:spcAft>
                          <a:spcPts val="0"/>
                        </a:spcAft>
                      </a:pPr>
                      <a:r>
                        <a:rPr lang="en-IN" sz="1100" b="0" i="0" u="none" strike="noStrike" cap="none" dirty="0">
                          <a:solidFill>
                            <a:schemeClr val="bg1"/>
                          </a:solidFill>
                          <a:effectLst/>
                          <a:latin typeface="+mn-lt"/>
                          <a:ea typeface="+mn-ea"/>
                          <a:cs typeface="+mn-cs"/>
                          <a:sym typeface="Arial"/>
                        </a:rPr>
                        <a:t>Reactant side</a:t>
                      </a:r>
                      <a:endParaRPr lang="en-MY" sz="1100" b="0" i="0" u="none" strike="noStrike" cap="none" dirty="0">
                        <a:solidFill>
                          <a:schemeClr val="bg1"/>
                        </a:solidFill>
                        <a:effectLst/>
                        <a:latin typeface="+mn-lt"/>
                        <a:ea typeface="+mn-ea"/>
                        <a:cs typeface="+mn-cs"/>
                        <a:sym typeface="Arial"/>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27AE60"/>
                    </a:solidFill>
                  </a:tcPr>
                </a:tc>
                <a:tc>
                  <a:txBody>
                    <a:bodyPr/>
                    <a:lstStyle/>
                    <a:p>
                      <a:pPr marL="0" indent="0" algn="ctr">
                        <a:lnSpc>
                          <a:spcPct val="115000"/>
                        </a:lnSpc>
                        <a:spcAft>
                          <a:spcPts val="0"/>
                        </a:spcAft>
                      </a:pPr>
                      <a:r>
                        <a:rPr lang="en-IN" sz="1100" b="0" i="0" u="none" strike="noStrike" cap="none" dirty="0">
                          <a:solidFill>
                            <a:schemeClr val="bg1"/>
                          </a:solidFill>
                          <a:effectLst/>
                          <a:latin typeface="+mn-lt"/>
                          <a:ea typeface="+mn-ea"/>
                          <a:cs typeface="+mn-cs"/>
                          <a:sym typeface="Arial"/>
                        </a:rPr>
                        <a:t>Product side</a:t>
                      </a:r>
                      <a:endParaRPr lang="en-MY" sz="1100" b="0" i="0" u="none" strike="noStrike" cap="none" dirty="0">
                        <a:solidFill>
                          <a:schemeClr val="bg1"/>
                        </a:solidFill>
                        <a:effectLst/>
                        <a:latin typeface="+mn-lt"/>
                        <a:ea typeface="+mn-ea"/>
                        <a:cs typeface="+mn-cs"/>
                        <a:sym typeface="Arial"/>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27AE60"/>
                    </a:solidFill>
                  </a:tcPr>
                </a:tc>
                <a:tc vMerge="1">
                  <a:txBody>
                    <a:bodyPr/>
                    <a:lstStyle/>
                    <a:p>
                      <a:endParaRPr lang="en-MY"/>
                    </a:p>
                  </a:txBody>
                  <a:tcPr/>
                </a:tc>
                <a:extLst>
                  <a:ext uri="{0D108BD9-81ED-4DB2-BD59-A6C34878D82A}">
                    <a16:rowId xmlns:a16="http://schemas.microsoft.com/office/drawing/2014/main" val="10001"/>
                  </a:ext>
                </a:extLst>
              </a:tr>
              <a:tr h="192786">
                <a:tc>
                  <a:txBody>
                    <a:bodyPr/>
                    <a:lstStyle/>
                    <a:p>
                      <a:pPr marL="0" indent="0" algn="just">
                        <a:lnSpc>
                          <a:spcPct val="115000"/>
                        </a:lnSpc>
                        <a:spcAft>
                          <a:spcPts val="0"/>
                        </a:spcAft>
                      </a:pPr>
                      <a:r>
                        <a:rPr lang="en-IN" sz="1100" b="0" i="0" u="none" strike="noStrike" cap="none" dirty="0">
                          <a:solidFill>
                            <a:srgbClr val="000000"/>
                          </a:solidFill>
                          <a:effectLst/>
                          <a:latin typeface="+mn-lt"/>
                          <a:ea typeface="+mn-ea"/>
                          <a:cs typeface="+mn-cs"/>
                          <a:sym typeface="Arial"/>
                        </a:rPr>
                        <a:t>Li</a:t>
                      </a:r>
                      <a:endParaRPr lang="en-MY" sz="1100" b="0" i="0" u="none" strike="noStrike" cap="none" dirty="0">
                        <a:solidFill>
                          <a:srgbClr val="000000"/>
                        </a:solidFill>
                        <a:effectLst/>
                        <a:latin typeface="+mn-lt"/>
                        <a:ea typeface="+mn-ea"/>
                        <a:cs typeface="+mn-cs"/>
                        <a:sym typeface="Ari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indent="0" algn="just">
                        <a:lnSpc>
                          <a:spcPct val="115000"/>
                        </a:lnSpc>
                        <a:spcAft>
                          <a:spcPts val="0"/>
                        </a:spcAft>
                      </a:pPr>
                      <a:r>
                        <a:rPr lang="en-IN" sz="1100" b="0" i="0" u="none" strike="noStrike" cap="none" dirty="0">
                          <a:solidFill>
                            <a:srgbClr val="000000"/>
                          </a:solidFill>
                          <a:effectLst/>
                          <a:latin typeface="+mn-lt"/>
                          <a:ea typeface="+mn-ea"/>
                          <a:cs typeface="+mn-cs"/>
                          <a:sym typeface="Arial"/>
                        </a:rPr>
                        <a:t>2</a:t>
                      </a:r>
                      <a:endParaRPr lang="en-MY" sz="1100" b="0" i="0" u="none" strike="noStrike" cap="none" dirty="0">
                        <a:solidFill>
                          <a:srgbClr val="000000"/>
                        </a:solidFill>
                        <a:effectLst/>
                        <a:latin typeface="+mn-lt"/>
                        <a:ea typeface="+mn-ea"/>
                        <a:cs typeface="+mn-cs"/>
                        <a:sym typeface="Ari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indent="0" algn="just">
                        <a:lnSpc>
                          <a:spcPct val="115000"/>
                        </a:lnSpc>
                        <a:spcAft>
                          <a:spcPts val="0"/>
                        </a:spcAft>
                      </a:pPr>
                      <a:r>
                        <a:rPr lang="en-IN" sz="1100" b="0" i="0" u="none" strike="noStrike" cap="none" dirty="0">
                          <a:solidFill>
                            <a:srgbClr val="000000"/>
                          </a:solidFill>
                          <a:effectLst/>
                          <a:latin typeface="+mn-lt"/>
                          <a:ea typeface="+mn-ea"/>
                          <a:cs typeface="+mn-cs"/>
                          <a:sym typeface="Arial"/>
                        </a:rPr>
                        <a:t>2</a:t>
                      </a:r>
                      <a:endParaRPr lang="en-MY" sz="1100" b="0" i="0" u="none" strike="noStrike" cap="none" dirty="0">
                        <a:solidFill>
                          <a:srgbClr val="000000"/>
                        </a:solidFill>
                        <a:effectLst/>
                        <a:latin typeface="+mn-lt"/>
                        <a:ea typeface="+mn-ea"/>
                        <a:cs typeface="+mn-cs"/>
                        <a:sym typeface="Ari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indent="0" algn="just">
                        <a:lnSpc>
                          <a:spcPct val="115000"/>
                        </a:lnSpc>
                        <a:spcAft>
                          <a:spcPts val="0"/>
                        </a:spcAft>
                      </a:pPr>
                      <a:r>
                        <a:rPr lang="en-IN" sz="1100" b="0" i="0" u="none" strike="noStrike" cap="none" dirty="0">
                          <a:solidFill>
                            <a:srgbClr val="000000"/>
                          </a:solidFill>
                          <a:effectLst/>
                          <a:latin typeface="+mn-lt"/>
                          <a:ea typeface="+mn-ea"/>
                          <a:cs typeface="+mn-cs"/>
                          <a:sym typeface="Arial"/>
                        </a:rPr>
                        <a:t>Yes</a:t>
                      </a:r>
                      <a:endParaRPr lang="en-MY" sz="1100" b="0" i="0" u="none" strike="noStrike" cap="none" dirty="0">
                        <a:solidFill>
                          <a:srgbClr val="000000"/>
                        </a:solidFill>
                        <a:effectLst/>
                        <a:latin typeface="+mn-lt"/>
                        <a:ea typeface="+mn-ea"/>
                        <a:cs typeface="+mn-cs"/>
                        <a:sym typeface="Ari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002"/>
                  </a:ext>
                </a:extLst>
              </a:tr>
              <a:tr h="192786">
                <a:tc>
                  <a:txBody>
                    <a:bodyPr/>
                    <a:lstStyle/>
                    <a:p>
                      <a:pPr marL="0" indent="0" algn="just">
                        <a:lnSpc>
                          <a:spcPct val="115000"/>
                        </a:lnSpc>
                        <a:spcAft>
                          <a:spcPts val="0"/>
                        </a:spcAft>
                      </a:pPr>
                      <a:r>
                        <a:rPr lang="en-IN" sz="1100" b="0" i="0" u="none" strike="noStrike" cap="none" dirty="0">
                          <a:solidFill>
                            <a:srgbClr val="000000"/>
                          </a:solidFill>
                          <a:effectLst/>
                          <a:latin typeface="+mn-lt"/>
                          <a:ea typeface="+mn-ea"/>
                          <a:cs typeface="+mn-cs"/>
                          <a:sym typeface="Arial"/>
                        </a:rPr>
                        <a:t>C</a:t>
                      </a:r>
                      <a:endParaRPr lang="en-MY" sz="1100" b="0" i="0" u="none" strike="noStrike" cap="none" dirty="0">
                        <a:solidFill>
                          <a:srgbClr val="000000"/>
                        </a:solidFill>
                        <a:effectLst/>
                        <a:latin typeface="+mn-lt"/>
                        <a:ea typeface="+mn-ea"/>
                        <a:cs typeface="+mn-cs"/>
                        <a:sym typeface="Ari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indent="0" algn="just">
                        <a:lnSpc>
                          <a:spcPct val="115000"/>
                        </a:lnSpc>
                        <a:spcAft>
                          <a:spcPts val="0"/>
                        </a:spcAft>
                      </a:pPr>
                      <a:r>
                        <a:rPr lang="en-IN" sz="1100" b="0" i="0" u="none" strike="noStrike" cap="none" dirty="0">
                          <a:solidFill>
                            <a:srgbClr val="000000"/>
                          </a:solidFill>
                          <a:effectLst/>
                          <a:latin typeface="+mn-lt"/>
                          <a:ea typeface="+mn-ea"/>
                          <a:cs typeface="+mn-cs"/>
                          <a:sym typeface="Arial"/>
                        </a:rPr>
                        <a:t>1</a:t>
                      </a:r>
                      <a:endParaRPr lang="en-MY" sz="1100" b="0" i="0" u="none" strike="noStrike" cap="none" dirty="0">
                        <a:solidFill>
                          <a:srgbClr val="000000"/>
                        </a:solidFill>
                        <a:effectLst/>
                        <a:latin typeface="+mn-lt"/>
                        <a:ea typeface="+mn-ea"/>
                        <a:cs typeface="+mn-cs"/>
                        <a:sym typeface="Ari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indent="0" algn="just">
                        <a:lnSpc>
                          <a:spcPct val="115000"/>
                        </a:lnSpc>
                        <a:spcAft>
                          <a:spcPts val="0"/>
                        </a:spcAft>
                      </a:pPr>
                      <a:r>
                        <a:rPr lang="en-IN" sz="1100" b="0" i="0" u="none" strike="noStrike" cap="none" dirty="0">
                          <a:solidFill>
                            <a:srgbClr val="000000"/>
                          </a:solidFill>
                          <a:effectLst/>
                          <a:latin typeface="+mn-lt"/>
                          <a:ea typeface="+mn-ea"/>
                          <a:cs typeface="+mn-cs"/>
                          <a:sym typeface="Arial"/>
                        </a:rPr>
                        <a:t>1</a:t>
                      </a:r>
                      <a:endParaRPr lang="en-MY" sz="1100" b="0" i="0" u="none" strike="noStrike" cap="none" dirty="0">
                        <a:solidFill>
                          <a:srgbClr val="000000"/>
                        </a:solidFill>
                        <a:effectLst/>
                        <a:latin typeface="+mn-lt"/>
                        <a:ea typeface="+mn-ea"/>
                        <a:cs typeface="+mn-cs"/>
                        <a:sym typeface="Ari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indent="0" algn="just">
                        <a:lnSpc>
                          <a:spcPct val="115000"/>
                        </a:lnSpc>
                        <a:spcAft>
                          <a:spcPts val="0"/>
                        </a:spcAft>
                      </a:pPr>
                      <a:r>
                        <a:rPr lang="en-IN" sz="1100" b="0" i="0" u="none" strike="noStrike" cap="none" dirty="0">
                          <a:solidFill>
                            <a:srgbClr val="000000"/>
                          </a:solidFill>
                          <a:effectLst/>
                          <a:latin typeface="+mn-lt"/>
                          <a:ea typeface="+mn-ea"/>
                          <a:cs typeface="+mn-cs"/>
                          <a:sym typeface="Arial"/>
                        </a:rPr>
                        <a:t>Yes</a:t>
                      </a:r>
                      <a:endParaRPr lang="en-MY" sz="1100" b="0" i="0" u="none" strike="noStrike" cap="none" dirty="0">
                        <a:solidFill>
                          <a:srgbClr val="000000"/>
                        </a:solidFill>
                        <a:effectLst/>
                        <a:latin typeface="+mn-lt"/>
                        <a:ea typeface="+mn-ea"/>
                        <a:cs typeface="+mn-cs"/>
                        <a:sym typeface="Ari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003"/>
                  </a:ext>
                </a:extLst>
              </a:tr>
              <a:tr h="192786">
                <a:tc>
                  <a:txBody>
                    <a:bodyPr/>
                    <a:lstStyle/>
                    <a:p>
                      <a:pPr marL="0" indent="0" algn="just">
                        <a:lnSpc>
                          <a:spcPct val="115000"/>
                        </a:lnSpc>
                        <a:spcAft>
                          <a:spcPts val="0"/>
                        </a:spcAft>
                      </a:pPr>
                      <a:r>
                        <a:rPr lang="en-IN" sz="1100" b="0" i="0" u="none" strike="noStrike" cap="none" dirty="0">
                          <a:solidFill>
                            <a:srgbClr val="000000"/>
                          </a:solidFill>
                          <a:effectLst/>
                          <a:latin typeface="+mn-lt"/>
                          <a:ea typeface="+mn-ea"/>
                          <a:cs typeface="+mn-cs"/>
                          <a:sym typeface="Arial"/>
                        </a:rPr>
                        <a:t>O</a:t>
                      </a:r>
                      <a:endParaRPr lang="en-MY" sz="1100" b="0" i="0" u="none" strike="noStrike" cap="none" dirty="0">
                        <a:solidFill>
                          <a:srgbClr val="000000"/>
                        </a:solidFill>
                        <a:effectLst/>
                        <a:latin typeface="+mn-lt"/>
                        <a:ea typeface="+mn-ea"/>
                        <a:cs typeface="+mn-cs"/>
                        <a:sym typeface="Ari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indent="0" algn="just">
                        <a:lnSpc>
                          <a:spcPct val="115000"/>
                        </a:lnSpc>
                        <a:spcAft>
                          <a:spcPts val="0"/>
                        </a:spcAft>
                        <a:tabLst/>
                      </a:pPr>
                      <a:r>
                        <a:rPr lang="en-IN" sz="1100" b="0" dirty="0">
                          <a:solidFill>
                            <a:srgbClr val="000000"/>
                          </a:solidFill>
                          <a:effectLst/>
                        </a:rPr>
                        <a:t>3</a:t>
                      </a:r>
                      <a:endParaRPr lang="en-MY" sz="1100" b="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indent="0" algn="just">
                        <a:lnSpc>
                          <a:spcPct val="115000"/>
                        </a:lnSpc>
                        <a:spcAft>
                          <a:spcPts val="0"/>
                        </a:spcAft>
                      </a:pPr>
                      <a:r>
                        <a:rPr lang="en-IN" sz="1100" b="0" dirty="0">
                          <a:solidFill>
                            <a:srgbClr val="000000"/>
                          </a:solidFill>
                          <a:effectLst/>
                        </a:rPr>
                        <a:t>3</a:t>
                      </a:r>
                      <a:endParaRPr lang="en-MY" sz="1100" b="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indent="0" algn="just">
                        <a:lnSpc>
                          <a:spcPct val="115000"/>
                        </a:lnSpc>
                        <a:spcAft>
                          <a:spcPts val="0"/>
                        </a:spcAft>
                      </a:pPr>
                      <a:r>
                        <a:rPr lang="en-IN" sz="1100" b="0" dirty="0">
                          <a:solidFill>
                            <a:srgbClr val="000000"/>
                          </a:solidFill>
                          <a:effectLst/>
                        </a:rPr>
                        <a:t>Yes</a:t>
                      </a:r>
                      <a:endParaRPr lang="en-MY" sz="1100" b="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337040828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16"/>
        <p:cNvGrpSpPr/>
        <p:nvPr/>
      </p:nvGrpSpPr>
      <p:grpSpPr>
        <a:xfrm>
          <a:off x="0" y="0"/>
          <a:ext cx="0" cy="0"/>
          <a:chOff x="0" y="0"/>
          <a:chExt cx="0" cy="0"/>
        </a:xfrm>
      </p:grpSpPr>
      <p:sp>
        <p:nvSpPr>
          <p:cNvPr id="117" name="Google Shape;117;p26"/>
          <p:cNvSpPr txBox="1">
            <a:spLocks noGrp="1"/>
          </p:cNvSpPr>
          <p:nvPr>
            <p:ph type="title"/>
          </p:nvPr>
        </p:nvSpPr>
        <p:spPr>
          <a:xfrm>
            <a:off x="933024" y="592925"/>
            <a:ext cx="7448975" cy="767700"/>
          </a:xfrm>
          <a:prstGeom prst="rect">
            <a:avLst/>
          </a:prstGeom>
        </p:spPr>
        <p:txBody>
          <a:bodyPr spcFirstLastPara="1" wrap="square" lIns="91425" tIns="91425" rIns="91425" bIns="91425" anchor="b" anchorCtr="0">
            <a:noAutofit/>
          </a:bodyPr>
          <a:lstStyle/>
          <a:p>
            <a:pPr marL="114300" lvl="0">
              <a:buSzPts val="1800"/>
            </a:pPr>
            <a:r>
              <a:rPr lang="en-IN" dirty="0">
                <a:latin typeface="Calibri" panose="020F0502020204030204" pitchFamily="34" charset="0"/>
              </a:rPr>
              <a:t>Constructing Balanced Chemical Equations</a:t>
            </a:r>
            <a:endParaRPr lang="en-MY" dirty="0">
              <a:latin typeface="Calibri" panose="020F0502020204030204" pitchFamily="34" charset="0"/>
            </a:endParaRPr>
          </a:p>
        </p:txBody>
      </p:sp>
      <p:sp>
        <p:nvSpPr>
          <p:cNvPr id="118" name="Google Shape;118;p26"/>
          <p:cNvSpPr txBox="1"/>
          <p:nvPr/>
        </p:nvSpPr>
        <p:spPr>
          <a:xfrm>
            <a:off x="326571" y="1843168"/>
            <a:ext cx="8271329" cy="2492100"/>
          </a:xfrm>
          <a:prstGeom prst="rect">
            <a:avLst/>
          </a:prstGeom>
          <a:noFill/>
          <a:ln>
            <a:noFill/>
          </a:ln>
        </p:spPr>
        <p:txBody>
          <a:bodyPr spcFirstLastPara="1" wrap="square" lIns="91425" tIns="91425" rIns="91425" bIns="91425" anchor="t" anchorCtr="0">
            <a:noAutofit/>
          </a:bodyPr>
          <a:lstStyle/>
          <a:p>
            <a:pPr marL="114300" marR="0" lvl="0" indent="0" algn="just" defTabSz="914400" rtl="0" eaLnBrk="1" fontAlgn="auto" latinLnBrk="0" hangingPunct="1">
              <a:lnSpc>
                <a:spcPct val="100000"/>
              </a:lnSpc>
              <a:spcBef>
                <a:spcPts val="0"/>
              </a:spcBef>
              <a:spcAft>
                <a:spcPts val="0"/>
              </a:spcAft>
              <a:buClr>
                <a:srgbClr val="000000"/>
              </a:buClr>
              <a:buSzPts val="1800"/>
              <a:buFont typeface="Arial"/>
              <a:buNone/>
              <a:tabLst/>
              <a:defRPr/>
            </a:pPr>
            <a:r>
              <a:rPr kumimoji="0" lang="en-MY" sz="1400" b="1" i="0" u="none" strike="noStrike" kern="0" cap="none" spc="0" normalizeH="0" baseline="0" noProof="0" dirty="0">
                <a:ln>
                  <a:noFill/>
                </a:ln>
                <a:solidFill>
                  <a:srgbClr val="000000"/>
                </a:solidFill>
                <a:effectLst/>
                <a:uLnTx/>
                <a:uFillTx/>
                <a:latin typeface="Calibri" panose="020F0502020204030204" pitchFamily="34" charset="0"/>
                <a:cs typeface="Arial"/>
                <a:sym typeface="Arial"/>
              </a:rPr>
              <a:t>Example 6: </a:t>
            </a:r>
            <a:r>
              <a:rPr kumimoji="0" lang="en-MY" sz="1400" b="0" i="0" u="none" strike="noStrike" kern="0" cap="none" spc="0" normalizeH="0" baseline="0" noProof="0" dirty="0">
                <a:ln>
                  <a:noFill/>
                </a:ln>
                <a:solidFill>
                  <a:srgbClr val="000000"/>
                </a:solidFill>
                <a:effectLst/>
                <a:uLnTx/>
                <a:uFillTx/>
                <a:latin typeface="Calibri" panose="020F0502020204030204" pitchFamily="34" charset="0"/>
                <a:cs typeface="Arial"/>
                <a:sym typeface="Arial"/>
              </a:rPr>
              <a:t>Continued.</a:t>
            </a:r>
          </a:p>
          <a:p>
            <a:pPr marL="114300" marR="0" lvl="0" indent="0" algn="just"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lang="en-MY" sz="1400" b="0" i="0" u="none" strike="noStrike" kern="0" cap="none" spc="0" normalizeH="0" baseline="0" noProof="0" dirty="0">
              <a:ln>
                <a:noFill/>
              </a:ln>
              <a:solidFill>
                <a:srgbClr val="000000"/>
              </a:solidFill>
              <a:effectLst/>
              <a:uLnTx/>
              <a:uFillTx/>
              <a:latin typeface="Calibri" panose="020F0502020204030204" pitchFamily="34" charset="0"/>
              <a:cs typeface="Arial"/>
              <a:sym typeface="Arial"/>
            </a:endParaRPr>
          </a:p>
          <a:p>
            <a:pPr marL="114300" marR="0" lvl="0" indent="0" algn="just"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lang="en-MY" sz="1400" b="0" i="0" u="none" strike="noStrike" kern="0" cap="none" spc="0" normalizeH="0" baseline="0" noProof="0" dirty="0">
              <a:ln>
                <a:noFill/>
              </a:ln>
              <a:solidFill>
                <a:srgbClr val="000000"/>
              </a:solidFill>
              <a:effectLst/>
              <a:uLnTx/>
              <a:uFillTx/>
              <a:latin typeface="Calibri" panose="020F0502020204030204" pitchFamily="34" charset="0"/>
              <a:cs typeface="Arial"/>
              <a:sym typeface="Arial"/>
            </a:endParaRPr>
          </a:p>
          <a:p>
            <a:pPr marL="114300" marR="0" lvl="0" indent="0" algn="just" defTabSz="914400" rtl="0" eaLnBrk="1" fontAlgn="auto" latinLnBrk="0" hangingPunct="1">
              <a:lnSpc>
                <a:spcPct val="100000"/>
              </a:lnSpc>
              <a:spcBef>
                <a:spcPts val="0"/>
              </a:spcBef>
              <a:spcAft>
                <a:spcPts val="0"/>
              </a:spcAft>
              <a:buClr>
                <a:srgbClr val="000000"/>
              </a:buClr>
              <a:buSzPts val="1800"/>
              <a:buFont typeface="Arial"/>
              <a:buNone/>
              <a:tabLst/>
              <a:defRPr/>
            </a:pPr>
            <a:r>
              <a:rPr kumimoji="0" lang="en-MY" sz="1400" b="0" i="0" u="none" strike="noStrike" kern="0" cap="none" spc="0" normalizeH="0" baseline="0" noProof="0" dirty="0">
                <a:ln>
                  <a:noFill/>
                </a:ln>
                <a:solidFill>
                  <a:srgbClr val="000000"/>
                </a:solidFill>
                <a:effectLst/>
                <a:uLnTx/>
                <a:uFillTx/>
                <a:latin typeface="Calibri" panose="020F0502020204030204" pitchFamily="34" charset="0"/>
                <a:cs typeface="Arial"/>
                <a:sym typeface="Arial"/>
              </a:rPr>
              <a:t>The above chemical equation is balanced as the number of atoms for each element is the same on both the reactant and product side. It is also important to insert the information about the states of the reactants and products. Additional information such as temperature or pressure is given above the arrow mark.</a:t>
            </a:r>
          </a:p>
          <a:p>
            <a:pPr marL="114300" marR="0" lvl="0" indent="0" algn="just"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lang="en-MY" sz="1400" b="0" i="0" u="none" strike="noStrike" kern="0" cap="none" spc="0" normalizeH="0" baseline="0" noProof="0" dirty="0">
              <a:ln>
                <a:noFill/>
              </a:ln>
              <a:solidFill>
                <a:srgbClr val="000000"/>
              </a:solidFill>
              <a:effectLst/>
              <a:uLnTx/>
              <a:uFillTx/>
              <a:latin typeface="Calibri" panose="020F0502020204030204" pitchFamily="34" charset="0"/>
              <a:cs typeface="Arial"/>
              <a:sym typeface="Arial"/>
            </a:endParaRPr>
          </a:p>
        </p:txBody>
      </p:sp>
      <mc:AlternateContent xmlns:mc="http://schemas.openxmlformats.org/markup-compatibility/2006" xmlns:a14="http://schemas.microsoft.com/office/drawing/2010/main">
        <mc:Choice Requires="a14">
          <p:sp>
            <p:nvSpPr>
              <p:cNvPr id="3" name="Rectangle 2"/>
              <p:cNvSpPr/>
              <p:nvPr/>
            </p:nvSpPr>
            <p:spPr>
              <a:xfrm>
                <a:off x="3612218" y="2178376"/>
                <a:ext cx="1919563" cy="307777"/>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sSub>
                        <m:sSubPr>
                          <m:ctrlPr>
                            <a:rPr kumimoji="0" lang="en-MY" sz="1400" b="0" i="1" u="none" strike="noStrike" kern="0" cap="none" spc="0" normalizeH="0" baseline="0" noProof="0">
                              <a:ln>
                                <a:noFill/>
                              </a:ln>
                              <a:solidFill>
                                <a:srgbClr val="000000"/>
                              </a:solidFill>
                              <a:effectLst/>
                              <a:uLnTx/>
                              <a:uFillTx/>
                              <a:latin typeface="Cambria Math" panose="02040503050406030204" pitchFamily="18" charset="0"/>
                              <a:sym typeface="Arial"/>
                            </a:rPr>
                          </m:ctrlPr>
                        </m:sSubPr>
                        <m:e>
                          <m:r>
                            <a:rPr kumimoji="0" lang="en-MY" sz="1400" b="0" i="1" u="none" strike="noStrike" kern="0" cap="none" spc="0" normalizeH="0" baseline="0" noProof="0">
                              <a:ln>
                                <a:noFill/>
                              </a:ln>
                              <a:solidFill>
                                <a:srgbClr val="000000"/>
                              </a:solidFill>
                              <a:effectLst/>
                              <a:uLnTx/>
                              <a:uFillTx/>
                              <a:latin typeface="Cambria Math" panose="02040503050406030204" pitchFamily="18" charset="0"/>
                              <a:sym typeface="Arial"/>
                            </a:rPr>
                            <m:t>𝐿𝑖</m:t>
                          </m:r>
                        </m:e>
                        <m:sub>
                          <m:r>
                            <a:rPr kumimoji="0" lang="en-MY" sz="1400" b="0" i="0" u="none" strike="noStrike" kern="0" cap="none" spc="0" normalizeH="0" baseline="0" noProof="0">
                              <a:ln>
                                <a:noFill/>
                              </a:ln>
                              <a:solidFill>
                                <a:srgbClr val="000000"/>
                              </a:solidFill>
                              <a:effectLst/>
                              <a:uLnTx/>
                              <a:uFillTx/>
                              <a:latin typeface="Cambria Math" panose="02040503050406030204" pitchFamily="18" charset="0"/>
                              <a:sym typeface="Arial"/>
                            </a:rPr>
                            <m:t>2</m:t>
                          </m:r>
                        </m:sub>
                      </m:sSub>
                      <m:r>
                        <a:rPr kumimoji="0" lang="en-MY" sz="1400" b="0" i="1" u="none" strike="noStrike" kern="0" cap="none" spc="0" normalizeH="0" baseline="0" noProof="0">
                          <a:ln>
                            <a:noFill/>
                          </a:ln>
                          <a:solidFill>
                            <a:srgbClr val="000000"/>
                          </a:solidFill>
                          <a:effectLst/>
                          <a:uLnTx/>
                          <a:uFillTx/>
                          <a:latin typeface="Cambria Math" panose="02040503050406030204" pitchFamily="18" charset="0"/>
                          <a:sym typeface="Arial"/>
                        </a:rPr>
                        <m:t>𝐶</m:t>
                      </m:r>
                      <m:sSub>
                        <m:sSubPr>
                          <m:ctrlPr>
                            <a:rPr kumimoji="0" lang="en-MY" sz="1400" b="0" i="1" u="none" strike="noStrike" kern="0" cap="none" spc="0" normalizeH="0" baseline="0" noProof="0">
                              <a:ln>
                                <a:noFill/>
                              </a:ln>
                              <a:solidFill>
                                <a:srgbClr val="000000"/>
                              </a:solidFill>
                              <a:effectLst/>
                              <a:uLnTx/>
                              <a:uFillTx/>
                              <a:latin typeface="Cambria Math" panose="02040503050406030204" pitchFamily="18" charset="0"/>
                              <a:sym typeface="Arial"/>
                            </a:rPr>
                          </m:ctrlPr>
                        </m:sSubPr>
                        <m:e>
                          <m:r>
                            <a:rPr kumimoji="0" lang="en-MY" sz="1400" b="0" i="1" u="none" strike="noStrike" kern="0" cap="none" spc="0" normalizeH="0" baseline="0" noProof="0">
                              <a:ln>
                                <a:noFill/>
                              </a:ln>
                              <a:solidFill>
                                <a:srgbClr val="000000"/>
                              </a:solidFill>
                              <a:effectLst/>
                              <a:uLnTx/>
                              <a:uFillTx/>
                              <a:latin typeface="Cambria Math" panose="02040503050406030204" pitchFamily="18" charset="0"/>
                              <a:sym typeface="Arial"/>
                            </a:rPr>
                            <m:t>𝑂</m:t>
                          </m:r>
                        </m:e>
                        <m:sub>
                          <m:r>
                            <a:rPr kumimoji="0" lang="en-MY" sz="1400" b="0" i="0" u="none" strike="noStrike" kern="0" cap="none" spc="0" normalizeH="0" baseline="0" noProof="0">
                              <a:ln>
                                <a:noFill/>
                              </a:ln>
                              <a:solidFill>
                                <a:srgbClr val="000000"/>
                              </a:solidFill>
                              <a:effectLst/>
                              <a:uLnTx/>
                              <a:uFillTx/>
                              <a:latin typeface="Cambria Math" panose="02040503050406030204" pitchFamily="18" charset="0"/>
                              <a:sym typeface="Arial"/>
                            </a:rPr>
                            <m:t>3</m:t>
                          </m:r>
                        </m:sub>
                      </m:sSub>
                      <m:r>
                        <a:rPr kumimoji="0" lang="en-MY" sz="1400" b="0" i="0" u="none" strike="noStrike" kern="0" cap="none" spc="0" normalizeH="0" baseline="0" noProof="0">
                          <a:ln>
                            <a:noFill/>
                          </a:ln>
                          <a:solidFill>
                            <a:srgbClr val="000000"/>
                          </a:solidFill>
                          <a:effectLst/>
                          <a:uLnTx/>
                          <a:uFillTx/>
                          <a:latin typeface="Cambria Math" panose="02040503050406030204" pitchFamily="18" charset="0"/>
                          <a:sym typeface="Arial"/>
                        </a:rPr>
                        <m:t>→</m:t>
                      </m:r>
                      <m:sSub>
                        <m:sSubPr>
                          <m:ctrlPr>
                            <a:rPr kumimoji="0" lang="en-MY" sz="1400" b="0" i="1" u="none" strike="noStrike" kern="0" cap="none" spc="0" normalizeH="0" baseline="0" noProof="0">
                              <a:ln>
                                <a:noFill/>
                              </a:ln>
                              <a:solidFill>
                                <a:srgbClr val="000000"/>
                              </a:solidFill>
                              <a:effectLst/>
                              <a:uLnTx/>
                              <a:uFillTx/>
                              <a:latin typeface="Cambria Math" panose="02040503050406030204" pitchFamily="18" charset="0"/>
                              <a:sym typeface="Arial"/>
                            </a:rPr>
                          </m:ctrlPr>
                        </m:sSubPr>
                        <m:e>
                          <m:r>
                            <a:rPr kumimoji="0" lang="en-MY" sz="1400" b="0" i="1" u="none" strike="noStrike" kern="0" cap="none" spc="0" normalizeH="0" baseline="0" noProof="0">
                              <a:ln>
                                <a:noFill/>
                              </a:ln>
                              <a:solidFill>
                                <a:srgbClr val="000000"/>
                              </a:solidFill>
                              <a:effectLst/>
                              <a:uLnTx/>
                              <a:uFillTx/>
                              <a:latin typeface="Cambria Math" panose="02040503050406030204" pitchFamily="18" charset="0"/>
                              <a:sym typeface="Arial"/>
                            </a:rPr>
                            <m:t>𝐿𝑖</m:t>
                          </m:r>
                        </m:e>
                        <m:sub>
                          <m:r>
                            <a:rPr kumimoji="0" lang="en-MY" sz="1400" b="0" i="0" u="none" strike="noStrike" kern="0" cap="none" spc="0" normalizeH="0" baseline="0" noProof="0">
                              <a:ln>
                                <a:noFill/>
                              </a:ln>
                              <a:solidFill>
                                <a:srgbClr val="000000"/>
                              </a:solidFill>
                              <a:effectLst/>
                              <a:uLnTx/>
                              <a:uFillTx/>
                              <a:latin typeface="Cambria Math" panose="02040503050406030204" pitchFamily="18" charset="0"/>
                              <a:sym typeface="Arial"/>
                            </a:rPr>
                            <m:t>2</m:t>
                          </m:r>
                        </m:sub>
                      </m:sSub>
                      <m:r>
                        <a:rPr kumimoji="0" lang="en-MY" sz="1400" b="0" i="1" u="none" strike="noStrike" kern="0" cap="none" spc="0" normalizeH="0" baseline="0" noProof="0">
                          <a:ln>
                            <a:noFill/>
                          </a:ln>
                          <a:solidFill>
                            <a:srgbClr val="000000"/>
                          </a:solidFill>
                          <a:effectLst/>
                          <a:uLnTx/>
                          <a:uFillTx/>
                          <a:latin typeface="Cambria Math" panose="02040503050406030204" pitchFamily="18" charset="0"/>
                          <a:sym typeface="Arial"/>
                        </a:rPr>
                        <m:t>𝑂</m:t>
                      </m:r>
                      <m:r>
                        <a:rPr kumimoji="0" lang="en-MY" sz="1400" b="0" i="0" u="none" strike="noStrike" kern="0" cap="none" spc="0" normalizeH="0" baseline="0" noProof="0">
                          <a:ln>
                            <a:noFill/>
                          </a:ln>
                          <a:solidFill>
                            <a:srgbClr val="000000"/>
                          </a:solidFill>
                          <a:effectLst/>
                          <a:uLnTx/>
                          <a:uFillTx/>
                          <a:latin typeface="Cambria Math" panose="02040503050406030204" pitchFamily="18" charset="0"/>
                          <a:sym typeface="Arial"/>
                        </a:rPr>
                        <m:t>+</m:t>
                      </m:r>
                      <m:r>
                        <a:rPr kumimoji="0" lang="en-MY" sz="1400" b="0" i="1" u="none" strike="noStrike" kern="0" cap="none" spc="0" normalizeH="0" baseline="0" noProof="0">
                          <a:ln>
                            <a:noFill/>
                          </a:ln>
                          <a:solidFill>
                            <a:srgbClr val="000000"/>
                          </a:solidFill>
                          <a:effectLst/>
                          <a:uLnTx/>
                          <a:uFillTx/>
                          <a:latin typeface="Cambria Math" panose="02040503050406030204" pitchFamily="18" charset="0"/>
                          <a:sym typeface="Arial"/>
                        </a:rPr>
                        <m:t>𝐶</m:t>
                      </m:r>
                      <m:sSub>
                        <m:sSubPr>
                          <m:ctrlPr>
                            <a:rPr kumimoji="0" lang="en-MY" sz="1400" b="0" i="1" u="none" strike="noStrike" kern="0" cap="none" spc="0" normalizeH="0" baseline="0" noProof="0">
                              <a:ln>
                                <a:noFill/>
                              </a:ln>
                              <a:solidFill>
                                <a:srgbClr val="000000"/>
                              </a:solidFill>
                              <a:effectLst/>
                              <a:uLnTx/>
                              <a:uFillTx/>
                              <a:latin typeface="Cambria Math" panose="02040503050406030204" pitchFamily="18" charset="0"/>
                              <a:sym typeface="Arial"/>
                            </a:rPr>
                          </m:ctrlPr>
                        </m:sSubPr>
                        <m:e>
                          <m:r>
                            <a:rPr kumimoji="0" lang="en-MY" sz="1400" b="0" i="1" u="none" strike="noStrike" kern="0" cap="none" spc="0" normalizeH="0" baseline="0" noProof="0">
                              <a:ln>
                                <a:noFill/>
                              </a:ln>
                              <a:solidFill>
                                <a:srgbClr val="000000"/>
                              </a:solidFill>
                              <a:effectLst/>
                              <a:uLnTx/>
                              <a:uFillTx/>
                              <a:latin typeface="Cambria Math" panose="02040503050406030204" pitchFamily="18" charset="0"/>
                              <a:sym typeface="Arial"/>
                            </a:rPr>
                            <m:t>𝑂</m:t>
                          </m:r>
                        </m:e>
                        <m:sub>
                          <m:r>
                            <a:rPr kumimoji="0" lang="en-MY" sz="1400" b="0" i="0" u="none" strike="noStrike" kern="0" cap="none" spc="0" normalizeH="0" baseline="0" noProof="0">
                              <a:ln>
                                <a:noFill/>
                              </a:ln>
                              <a:solidFill>
                                <a:srgbClr val="000000"/>
                              </a:solidFill>
                              <a:effectLst/>
                              <a:uLnTx/>
                              <a:uFillTx/>
                              <a:latin typeface="Cambria Math" panose="02040503050406030204" pitchFamily="18" charset="0"/>
                              <a:sym typeface="Arial"/>
                            </a:rPr>
                            <m:t>2</m:t>
                          </m:r>
                        </m:sub>
                      </m:sSub>
                    </m:oMath>
                  </m:oMathPara>
                </a14:m>
                <a:endParaRPr kumimoji="0" lang="en-MY" sz="1400" b="0" i="0" u="none" strike="noStrike" kern="0" cap="none" spc="0" normalizeH="0" baseline="0" noProof="0" dirty="0">
                  <a:ln>
                    <a:noFill/>
                  </a:ln>
                  <a:solidFill>
                    <a:srgbClr val="000000"/>
                  </a:solidFill>
                  <a:effectLst/>
                  <a:uLnTx/>
                  <a:uFillTx/>
                  <a:latin typeface="Arial"/>
                  <a:cs typeface="Arial"/>
                  <a:sym typeface="Arial"/>
                </a:endParaRPr>
              </a:p>
            </p:txBody>
          </p:sp>
        </mc:Choice>
        <mc:Fallback xmlns="">
          <p:sp>
            <p:nvSpPr>
              <p:cNvPr id="3" name="Rectangle 2"/>
              <p:cNvSpPr>
                <a:spLocks noRot="1" noChangeAspect="1" noMove="1" noResize="1" noEditPoints="1" noAdjustHandles="1" noChangeArrowheads="1" noChangeShapeType="1" noTextEdit="1"/>
              </p:cNvSpPr>
              <p:nvPr/>
            </p:nvSpPr>
            <p:spPr>
              <a:xfrm>
                <a:off x="3612218" y="2178376"/>
                <a:ext cx="1919563" cy="307777"/>
              </a:xfrm>
              <a:prstGeom prst="rect">
                <a:avLst/>
              </a:prstGeom>
              <a:blipFill rotWithShape="0">
                <a:blip r:embed="rId3"/>
                <a:stretch>
                  <a:fillRect/>
                </a:stretch>
              </a:blipFill>
            </p:spPr>
            <p:txBody>
              <a:bodyPr/>
              <a:lstStyle/>
              <a:p>
                <a:r>
                  <a:rPr lang="en-MY">
                    <a:noFill/>
                  </a:rPr>
                  <a:t> </a:t>
                </a:r>
              </a:p>
            </p:txBody>
          </p:sp>
        </mc:Fallback>
      </mc:AlternateContent>
      <mc:AlternateContent xmlns:mc="http://schemas.openxmlformats.org/markup-compatibility/2006" xmlns:a14="http://schemas.microsoft.com/office/drawing/2010/main">
        <mc:Choice Requires="a14">
          <p:sp>
            <p:nvSpPr>
              <p:cNvPr id="7" name="Rectangle 6"/>
              <p:cNvSpPr/>
              <p:nvPr/>
            </p:nvSpPr>
            <p:spPr>
              <a:xfrm>
                <a:off x="2997947" y="3372659"/>
                <a:ext cx="3148106" cy="430182"/>
              </a:xfrm>
              <a:prstGeom prst="rect">
                <a:avLst/>
              </a:prstGeom>
            </p:spPr>
            <p:txBody>
              <a:bodyPr wrap="none">
                <a:spAutoFit/>
              </a:bodyPr>
              <a:lstStyle/>
              <a:p>
                <a:pPr marL="457200" marR="0" lvl="0" indent="0" algn="just" defTabSz="914400" rtl="0" eaLnBrk="1" fontAlgn="auto" latinLnBrk="0" hangingPunct="1">
                  <a:lnSpc>
                    <a:spcPct val="115000"/>
                  </a:lnSpc>
                  <a:spcBef>
                    <a:spcPts val="0"/>
                  </a:spcBef>
                  <a:spcAft>
                    <a:spcPts val="1000"/>
                  </a:spcAft>
                  <a:buClr>
                    <a:srgbClr val="000000"/>
                  </a:buClr>
                  <a:buSzTx/>
                  <a:buFont typeface="Arial"/>
                  <a:buNone/>
                  <a:tabLst/>
                  <a:defRPr/>
                </a:pPr>
                <a14:m>
                  <m:oMath xmlns:m="http://schemas.openxmlformats.org/officeDocument/2006/math">
                    <m:sSub>
                      <m:sSubPr>
                        <m:ctrlPr>
                          <a:rPr kumimoji="0" lang="en-MY" sz="1400" b="0" i="1" u="none" strike="noStrike" kern="0" cap="none" spc="0" normalizeH="0" baseline="0" noProof="0">
                            <a:ln>
                              <a:noFill/>
                            </a:ln>
                            <a:solidFill>
                              <a:srgbClr val="000000"/>
                            </a:solidFill>
                            <a:effectLst/>
                            <a:uLnTx/>
                            <a:uFillTx/>
                            <a:latin typeface="Cambria Math" panose="02040503050406030204" pitchFamily="18" charset="0"/>
                            <a:ea typeface="Calibri" panose="020F0502020204030204" pitchFamily="34" charset="0"/>
                            <a:cs typeface="Times New Roman" panose="02020603050405020304" pitchFamily="18" charset="0"/>
                            <a:sym typeface="Arial"/>
                          </a:rPr>
                        </m:ctrlPr>
                      </m:sSubPr>
                      <m:e>
                        <m:r>
                          <a:rPr kumimoji="0" lang="en-IN" sz="1400" b="0" i="1" u="none" strike="noStrike" kern="0" cap="none" spc="0" normalizeH="0" baseline="0" noProof="0">
                            <a:ln>
                              <a:noFill/>
                            </a:ln>
                            <a:solidFill>
                              <a:srgbClr val="000000"/>
                            </a:solidFill>
                            <a:effectLst/>
                            <a:uLnTx/>
                            <a:uFillTx/>
                            <a:latin typeface="Cambria Math" panose="02040503050406030204" pitchFamily="18" charset="0"/>
                            <a:ea typeface="Calibri" panose="020F0502020204030204" pitchFamily="34" charset="0"/>
                            <a:cs typeface="Times New Roman" panose="02020603050405020304" pitchFamily="18" charset="0"/>
                            <a:sym typeface="Arial"/>
                          </a:rPr>
                          <m:t>𝐿𝑖</m:t>
                        </m:r>
                      </m:e>
                      <m:sub>
                        <m:r>
                          <a:rPr kumimoji="0" lang="en-IN" sz="1400" b="0" i="1" u="none" strike="noStrike" kern="0" cap="none" spc="0" normalizeH="0" baseline="0" noProof="0">
                            <a:ln>
                              <a:noFill/>
                            </a:ln>
                            <a:solidFill>
                              <a:srgbClr val="000000"/>
                            </a:solidFill>
                            <a:effectLst/>
                            <a:uLnTx/>
                            <a:uFillTx/>
                            <a:latin typeface="Cambria Math" panose="02040503050406030204" pitchFamily="18" charset="0"/>
                            <a:ea typeface="Calibri" panose="020F0502020204030204" pitchFamily="34" charset="0"/>
                            <a:cs typeface="Times New Roman" panose="02020603050405020304" pitchFamily="18" charset="0"/>
                            <a:sym typeface="Arial"/>
                          </a:rPr>
                          <m:t>2</m:t>
                        </m:r>
                      </m:sub>
                    </m:sSub>
                    <m:r>
                      <a:rPr kumimoji="0" lang="en-IN" sz="1400" b="0" i="1" u="none" strike="noStrike" kern="0" cap="none" spc="0" normalizeH="0" baseline="0" noProof="0">
                        <a:ln>
                          <a:noFill/>
                        </a:ln>
                        <a:solidFill>
                          <a:srgbClr val="000000"/>
                        </a:solidFill>
                        <a:effectLst/>
                        <a:uLnTx/>
                        <a:uFillTx/>
                        <a:latin typeface="Cambria Math" panose="02040503050406030204" pitchFamily="18" charset="0"/>
                        <a:ea typeface="Calibri" panose="020F0502020204030204" pitchFamily="34" charset="0"/>
                        <a:cs typeface="Times New Roman" panose="02020603050405020304" pitchFamily="18" charset="0"/>
                        <a:sym typeface="Arial"/>
                      </a:rPr>
                      <m:t>𝐶</m:t>
                    </m:r>
                    <m:sSub>
                      <m:sSubPr>
                        <m:ctrlPr>
                          <a:rPr kumimoji="0" lang="en-MY" sz="1400" b="0" i="1" u="none" strike="noStrike" kern="0" cap="none" spc="0" normalizeH="0" baseline="0" noProof="0">
                            <a:ln>
                              <a:noFill/>
                            </a:ln>
                            <a:solidFill>
                              <a:srgbClr val="000000"/>
                            </a:solidFill>
                            <a:effectLst/>
                            <a:uLnTx/>
                            <a:uFillTx/>
                            <a:latin typeface="Cambria Math" panose="02040503050406030204" pitchFamily="18" charset="0"/>
                            <a:ea typeface="Calibri" panose="020F0502020204030204" pitchFamily="34" charset="0"/>
                            <a:cs typeface="Times New Roman" panose="02020603050405020304" pitchFamily="18" charset="0"/>
                            <a:sym typeface="Arial"/>
                          </a:rPr>
                        </m:ctrlPr>
                      </m:sSubPr>
                      <m:e>
                        <m:r>
                          <a:rPr kumimoji="0" lang="en-IN" sz="1400" b="0" i="1" u="none" strike="noStrike" kern="0" cap="none" spc="0" normalizeH="0" baseline="0" noProof="0">
                            <a:ln>
                              <a:noFill/>
                            </a:ln>
                            <a:solidFill>
                              <a:srgbClr val="000000"/>
                            </a:solidFill>
                            <a:effectLst/>
                            <a:uLnTx/>
                            <a:uFillTx/>
                            <a:latin typeface="Cambria Math" panose="02040503050406030204" pitchFamily="18" charset="0"/>
                            <a:ea typeface="Calibri" panose="020F0502020204030204" pitchFamily="34" charset="0"/>
                            <a:cs typeface="Times New Roman" panose="02020603050405020304" pitchFamily="18" charset="0"/>
                            <a:sym typeface="Arial"/>
                          </a:rPr>
                          <m:t>𝑂</m:t>
                        </m:r>
                      </m:e>
                      <m:sub>
                        <m:r>
                          <a:rPr kumimoji="0" lang="en-IN" sz="1400" b="0" i="1" u="none" strike="noStrike" kern="0" cap="none" spc="0" normalizeH="0" baseline="0" noProof="0">
                            <a:ln>
                              <a:noFill/>
                            </a:ln>
                            <a:solidFill>
                              <a:srgbClr val="000000"/>
                            </a:solidFill>
                            <a:effectLst/>
                            <a:uLnTx/>
                            <a:uFillTx/>
                            <a:latin typeface="Cambria Math" panose="02040503050406030204" pitchFamily="18" charset="0"/>
                            <a:ea typeface="Calibri" panose="020F0502020204030204" pitchFamily="34" charset="0"/>
                            <a:cs typeface="Times New Roman" panose="02020603050405020304" pitchFamily="18" charset="0"/>
                            <a:sym typeface="Arial"/>
                          </a:rPr>
                          <m:t>3</m:t>
                        </m:r>
                      </m:sub>
                    </m:sSub>
                    <m:d>
                      <m:dPr>
                        <m:ctrlPr>
                          <a:rPr kumimoji="0" lang="en-MY" sz="1400" b="0" i="1" u="none" strike="noStrike" kern="0" cap="none" spc="0" normalizeH="0" baseline="0" noProof="0">
                            <a:ln>
                              <a:noFill/>
                            </a:ln>
                            <a:solidFill>
                              <a:srgbClr val="000000"/>
                            </a:solidFill>
                            <a:effectLst/>
                            <a:uLnTx/>
                            <a:uFillTx/>
                            <a:latin typeface="Cambria Math" panose="02040503050406030204" pitchFamily="18" charset="0"/>
                            <a:ea typeface="Calibri" panose="020F0502020204030204" pitchFamily="34" charset="0"/>
                            <a:cs typeface="Times New Roman" panose="02020603050405020304" pitchFamily="18" charset="0"/>
                            <a:sym typeface="Arial"/>
                          </a:rPr>
                        </m:ctrlPr>
                      </m:dPr>
                      <m:e>
                        <m:r>
                          <a:rPr kumimoji="0" lang="en-IN" sz="1400" b="0" i="1" u="none" strike="noStrike" kern="0" cap="none" spc="0" normalizeH="0" baseline="0" noProof="0">
                            <a:ln>
                              <a:noFill/>
                            </a:ln>
                            <a:solidFill>
                              <a:srgbClr val="000000"/>
                            </a:solidFill>
                            <a:effectLst/>
                            <a:uLnTx/>
                            <a:uFillTx/>
                            <a:latin typeface="Cambria Math" panose="02040503050406030204" pitchFamily="18" charset="0"/>
                            <a:ea typeface="Calibri" panose="020F0502020204030204" pitchFamily="34" charset="0"/>
                            <a:cs typeface="Times New Roman" panose="02020603050405020304" pitchFamily="18" charset="0"/>
                            <a:sym typeface="Arial"/>
                          </a:rPr>
                          <m:t>𝑠</m:t>
                        </m:r>
                      </m:e>
                    </m:d>
                    <m:box>
                      <m:boxPr>
                        <m:ctrlPr>
                          <a:rPr kumimoji="0" lang="en-MY" sz="1400" b="0" i="1" u="none" strike="noStrike" kern="0" cap="none" spc="0" normalizeH="0" baseline="0" noProof="0">
                            <a:ln>
                              <a:noFill/>
                            </a:ln>
                            <a:solidFill>
                              <a:srgbClr val="000000"/>
                            </a:solidFill>
                            <a:effectLst/>
                            <a:uLnTx/>
                            <a:uFillTx/>
                            <a:latin typeface="Cambria Math" panose="02040503050406030204" pitchFamily="18" charset="0"/>
                            <a:ea typeface="Calibri" panose="020F0502020204030204" pitchFamily="34" charset="0"/>
                            <a:cs typeface="Times New Roman" panose="02020603050405020304" pitchFamily="18" charset="0"/>
                            <a:sym typeface="Arial"/>
                          </a:rPr>
                        </m:ctrlPr>
                      </m:boxPr>
                      <m:e>
                        <m:groupChr>
                          <m:groupChrPr>
                            <m:chr m:val="→"/>
                            <m:vertJc m:val="bot"/>
                            <m:ctrlPr>
                              <a:rPr kumimoji="0" lang="en-MY" sz="1400" b="0" i="1" u="none" strike="noStrike" kern="0" cap="none" spc="0" normalizeH="0" baseline="0" noProof="0">
                                <a:ln>
                                  <a:noFill/>
                                </a:ln>
                                <a:solidFill>
                                  <a:srgbClr val="000000"/>
                                </a:solidFill>
                                <a:effectLst/>
                                <a:uLnTx/>
                                <a:uFillTx/>
                                <a:latin typeface="Cambria Math" panose="02040503050406030204" pitchFamily="18" charset="0"/>
                                <a:ea typeface="Calibri" panose="020F0502020204030204" pitchFamily="34" charset="0"/>
                                <a:cs typeface="Times New Roman" panose="02020603050405020304" pitchFamily="18" charset="0"/>
                                <a:sym typeface="Arial"/>
                              </a:rPr>
                            </m:ctrlPr>
                          </m:groupChrPr>
                          <m:e>
                            <m:r>
                              <a:rPr kumimoji="0" lang="en-IN" sz="1400" b="0" i="1" u="none" strike="noStrike" kern="0" cap="none" spc="0" normalizeH="0" baseline="0" noProof="0">
                                <a:ln>
                                  <a:noFill/>
                                </a:ln>
                                <a:solidFill>
                                  <a:srgbClr val="000000"/>
                                </a:solidFill>
                                <a:effectLst/>
                                <a:uLnTx/>
                                <a:uFillTx/>
                                <a:latin typeface="Cambria Math" panose="02040503050406030204" pitchFamily="18" charset="0"/>
                                <a:ea typeface="Calibri" panose="020F0502020204030204" pitchFamily="34" charset="0"/>
                                <a:cs typeface="Times New Roman" panose="02020603050405020304" pitchFamily="18" charset="0"/>
                                <a:sym typeface="Arial"/>
                              </a:rPr>
                              <m:t>h</m:t>
                            </m:r>
                            <m:r>
                              <a:rPr kumimoji="0" lang="en-IN" sz="1400" b="0" i="1" u="none" strike="noStrike" kern="0" cap="none" spc="0" normalizeH="0" baseline="0" noProof="0">
                                <a:ln>
                                  <a:noFill/>
                                </a:ln>
                                <a:solidFill>
                                  <a:srgbClr val="000000"/>
                                </a:solidFill>
                                <a:effectLst/>
                                <a:uLnTx/>
                                <a:uFillTx/>
                                <a:latin typeface="Cambria Math" panose="02040503050406030204" pitchFamily="18" charset="0"/>
                                <a:ea typeface="Calibri" panose="020F0502020204030204" pitchFamily="34" charset="0"/>
                                <a:cs typeface="Times New Roman" panose="02020603050405020304" pitchFamily="18" charset="0"/>
                                <a:sym typeface="Arial"/>
                              </a:rPr>
                              <m:t>𝑒𝑎𝑡</m:t>
                            </m:r>
                          </m:e>
                        </m:groupChr>
                      </m:e>
                    </m:box>
                    <m:sSub>
                      <m:sSubPr>
                        <m:ctrlPr>
                          <a:rPr kumimoji="0" lang="en-MY" sz="1400" b="0" i="1" u="none" strike="noStrike" kern="0" cap="none" spc="0" normalizeH="0" baseline="0" noProof="0">
                            <a:ln>
                              <a:noFill/>
                            </a:ln>
                            <a:solidFill>
                              <a:srgbClr val="000000"/>
                            </a:solidFill>
                            <a:effectLst/>
                            <a:uLnTx/>
                            <a:uFillTx/>
                            <a:latin typeface="Cambria Math" panose="02040503050406030204" pitchFamily="18" charset="0"/>
                            <a:ea typeface="Calibri" panose="020F0502020204030204" pitchFamily="34" charset="0"/>
                            <a:cs typeface="Times New Roman" panose="02020603050405020304" pitchFamily="18" charset="0"/>
                            <a:sym typeface="Arial"/>
                          </a:rPr>
                        </m:ctrlPr>
                      </m:sSubPr>
                      <m:e>
                        <m:r>
                          <a:rPr kumimoji="0" lang="en-IN" sz="1400" b="0" i="1" u="none" strike="noStrike" kern="0" cap="none" spc="0" normalizeH="0" baseline="0" noProof="0">
                            <a:ln>
                              <a:noFill/>
                            </a:ln>
                            <a:solidFill>
                              <a:srgbClr val="000000"/>
                            </a:solidFill>
                            <a:effectLst/>
                            <a:uLnTx/>
                            <a:uFillTx/>
                            <a:latin typeface="Cambria Math" panose="02040503050406030204" pitchFamily="18" charset="0"/>
                            <a:ea typeface="Calibri" panose="020F0502020204030204" pitchFamily="34" charset="0"/>
                            <a:cs typeface="Times New Roman" panose="02020603050405020304" pitchFamily="18" charset="0"/>
                            <a:sym typeface="Arial"/>
                          </a:rPr>
                          <m:t>𝐿𝑖</m:t>
                        </m:r>
                      </m:e>
                      <m:sub>
                        <m:r>
                          <a:rPr kumimoji="0" lang="en-IN" sz="1400" b="0" i="1" u="none" strike="noStrike" kern="0" cap="none" spc="0" normalizeH="0" baseline="0" noProof="0">
                            <a:ln>
                              <a:noFill/>
                            </a:ln>
                            <a:solidFill>
                              <a:srgbClr val="000000"/>
                            </a:solidFill>
                            <a:effectLst/>
                            <a:uLnTx/>
                            <a:uFillTx/>
                            <a:latin typeface="Cambria Math" panose="02040503050406030204" pitchFamily="18" charset="0"/>
                            <a:ea typeface="Calibri" panose="020F0502020204030204" pitchFamily="34" charset="0"/>
                            <a:cs typeface="Times New Roman" panose="02020603050405020304" pitchFamily="18" charset="0"/>
                            <a:sym typeface="Arial"/>
                          </a:rPr>
                          <m:t>2</m:t>
                        </m:r>
                      </m:sub>
                    </m:sSub>
                    <m:r>
                      <a:rPr kumimoji="0" lang="en-IN" sz="1400" b="0" i="1" u="none" strike="noStrike" kern="0" cap="none" spc="0" normalizeH="0" baseline="0" noProof="0">
                        <a:ln>
                          <a:noFill/>
                        </a:ln>
                        <a:solidFill>
                          <a:srgbClr val="000000"/>
                        </a:solidFill>
                        <a:effectLst/>
                        <a:uLnTx/>
                        <a:uFillTx/>
                        <a:latin typeface="Cambria Math" panose="02040503050406030204" pitchFamily="18" charset="0"/>
                        <a:ea typeface="Calibri" panose="020F0502020204030204" pitchFamily="34" charset="0"/>
                        <a:cs typeface="Times New Roman" panose="02020603050405020304" pitchFamily="18" charset="0"/>
                        <a:sym typeface="Arial"/>
                      </a:rPr>
                      <m:t>𝑂</m:t>
                    </m:r>
                    <m:r>
                      <a:rPr kumimoji="0" lang="en-IN" sz="1400" b="0" i="1" u="none" strike="noStrike" kern="0" cap="none" spc="0" normalizeH="0" baseline="0" noProof="0">
                        <a:ln>
                          <a:noFill/>
                        </a:ln>
                        <a:solidFill>
                          <a:srgbClr val="000000"/>
                        </a:solidFill>
                        <a:effectLst/>
                        <a:uLnTx/>
                        <a:uFillTx/>
                        <a:latin typeface="Cambria Math" panose="02040503050406030204" pitchFamily="18" charset="0"/>
                        <a:ea typeface="Calibri" panose="020F0502020204030204" pitchFamily="34" charset="0"/>
                        <a:cs typeface="Times New Roman" panose="02020603050405020304" pitchFamily="18" charset="0"/>
                        <a:sym typeface="Arial"/>
                      </a:rPr>
                      <m:t>(</m:t>
                    </m:r>
                    <m:r>
                      <a:rPr kumimoji="0" lang="en-IN" sz="1400" b="0" i="1" u="none" strike="noStrike" kern="0" cap="none" spc="0" normalizeH="0" baseline="0" noProof="0">
                        <a:ln>
                          <a:noFill/>
                        </a:ln>
                        <a:solidFill>
                          <a:srgbClr val="000000"/>
                        </a:solidFill>
                        <a:effectLst/>
                        <a:uLnTx/>
                        <a:uFillTx/>
                        <a:latin typeface="Cambria Math" panose="02040503050406030204" pitchFamily="18" charset="0"/>
                        <a:ea typeface="Calibri" panose="020F0502020204030204" pitchFamily="34" charset="0"/>
                        <a:cs typeface="Times New Roman" panose="02020603050405020304" pitchFamily="18" charset="0"/>
                        <a:sym typeface="Arial"/>
                      </a:rPr>
                      <m:t>𝑠</m:t>
                    </m:r>
                    <m:r>
                      <a:rPr kumimoji="0" lang="en-IN" sz="1400" b="0" i="1" u="none" strike="noStrike" kern="0" cap="none" spc="0" normalizeH="0" baseline="0" noProof="0">
                        <a:ln>
                          <a:noFill/>
                        </a:ln>
                        <a:solidFill>
                          <a:srgbClr val="000000"/>
                        </a:solidFill>
                        <a:effectLst/>
                        <a:uLnTx/>
                        <a:uFillTx/>
                        <a:latin typeface="Cambria Math" panose="02040503050406030204" pitchFamily="18" charset="0"/>
                        <a:ea typeface="Calibri" panose="020F0502020204030204" pitchFamily="34" charset="0"/>
                        <a:cs typeface="Times New Roman" panose="02020603050405020304" pitchFamily="18" charset="0"/>
                        <a:sym typeface="Arial"/>
                      </a:rPr>
                      <m:t>)+</m:t>
                    </m:r>
                    <m:r>
                      <a:rPr kumimoji="0" lang="en-IN" sz="1400" b="0" i="1" u="none" strike="noStrike" kern="0" cap="none" spc="0" normalizeH="0" baseline="0" noProof="0">
                        <a:ln>
                          <a:noFill/>
                        </a:ln>
                        <a:solidFill>
                          <a:srgbClr val="000000"/>
                        </a:solidFill>
                        <a:effectLst/>
                        <a:uLnTx/>
                        <a:uFillTx/>
                        <a:latin typeface="Cambria Math" panose="02040503050406030204" pitchFamily="18" charset="0"/>
                        <a:ea typeface="Calibri" panose="020F0502020204030204" pitchFamily="34" charset="0"/>
                        <a:cs typeface="Times New Roman" panose="02020603050405020304" pitchFamily="18" charset="0"/>
                        <a:sym typeface="Arial"/>
                      </a:rPr>
                      <m:t>𝐶</m:t>
                    </m:r>
                    <m:sSub>
                      <m:sSubPr>
                        <m:ctrlPr>
                          <a:rPr kumimoji="0" lang="en-MY" sz="1400" b="0" i="1" u="none" strike="noStrike" kern="0" cap="none" spc="0" normalizeH="0" baseline="0" noProof="0">
                            <a:ln>
                              <a:noFill/>
                            </a:ln>
                            <a:solidFill>
                              <a:srgbClr val="000000"/>
                            </a:solidFill>
                            <a:effectLst/>
                            <a:uLnTx/>
                            <a:uFillTx/>
                            <a:latin typeface="Cambria Math" panose="02040503050406030204" pitchFamily="18" charset="0"/>
                            <a:ea typeface="Calibri" panose="020F0502020204030204" pitchFamily="34" charset="0"/>
                            <a:cs typeface="Times New Roman" panose="02020603050405020304" pitchFamily="18" charset="0"/>
                            <a:sym typeface="Arial"/>
                          </a:rPr>
                        </m:ctrlPr>
                      </m:sSubPr>
                      <m:e>
                        <m:r>
                          <a:rPr kumimoji="0" lang="en-IN" sz="1400" b="0" i="1" u="none" strike="noStrike" kern="0" cap="none" spc="0" normalizeH="0" baseline="0" noProof="0">
                            <a:ln>
                              <a:noFill/>
                            </a:ln>
                            <a:solidFill>
                              <a:srgbClr val="000000"/>
                            </a:solidFill>
                            <a:effectLst/>
                            <a:uLnTx/>
                            <a:uFillTx/>
                            <a:latin typeface="Cambria Math" panose="02040503050406030204" pitchFamily="18" charset="0"/>
                            <a:ea typeface="Calibri" panose="020F0502020204030204" pitchFamily="34" charset="0"/>
                            <a:cs typeface="Times New Roman" panose="02020603050405020304" pitchFamily="18" charset="0"/>
                            <a:sym typeface="Arial"/>
                          </a:rPr>
                          <m:t>𝑂</m:t>
                        </m:r>
                      </m:e>
                      <m:sub>
                        <m:r>
                          <a:rPr kumimoji="0" lang="en-IN" sz="1400" b="0" i="1" u="none" strike="noStrike" kern="0" cap="none" spc="0" normalizeH="0" baseline="0" noProof="0">
                            <a:ln>
                              <a:noFill/>
                            </a:ln>
                            <a:solidFill>
                              <a:srgbClr val="000000"/>
                            </a:solidFill>
                            <a:effectLst/>
                            <a:uLnTx/>
                            <a:uFillTx/>
                            <a:latin typeface="Cambria Math" panose="02040503050406030204" pitchFamily="18" charset="0"/>
                            <a:ea typeface="Calibri" panose="020F0502020204030204" pitchFamily="34" charset="0"/>
                            <a:cs typeface="Times New Roman" panose="02020603050405020304" pitchFamily="18" charset="0"/>
                            <a:sym typeface="Arial"/>
                          </a:rPr>
                          <m:t>2</m:t>
                        </m:r>
                      </m:sub>
                    </m:sSub>
                    <m:r>
                      <a:rPr kumimoji="0" lang="en-IN" sz="1400" b="0" i="1" u="none" strike="noStrike" kern="0" cap="none" spc="0" normalizeH="0" baseline="0" noProof="0">
                        <a:ln>
                          <a:noFill/>
                        </a:ln>
                        <a:solidFill>
                          <a:srgbClr val="000000"/>
                        </a:solidFill>
                        <a:effectLst/>
                        <a:uLnTx/>
                        <a:uFillTx/>
                        <a:latin typeface="Cambria Math" panose="02040503050406030204" pitchFamily="18" charset="0"/>
                        <a:ea typeface="Calibri" panose="020F0502020204030204" pitchFamily="34" charset="0"/>
                        <a:cs typeface="Times New Roman" panose="02020603050405020304" pitchFamily="18" charset="0"/>
                        <a:sym typeface="Arial"/>
                      </a:rPr>
                      <m:t>(</m:t>
                    </m:r>
                    <m:r>
                      <a:rPr kumimoji="0" lang="en-IN" sz="1400" b="0" i="1" u="none" strike="noStrike" kern="0" cap="none" spc="0" normalizeH="0" baseline="0" noProof="0">
                        <a:ln>
                          <a:noFill/>
                        </a:ln>
                        <a:solidFill>
                          <a:srgbClr val="000000"/>
                        </a:solidFill>
                        <a:effectLst/>
                        <a:uLnTx/>
                        <a:uFillTx/>
                        <a:latin typeface="Cambria Math" panose="02040503050406030204" pitchFamily="18" charset="0"/>
                        <a:ea typeface="Calibri" panose="020F0502020204030204" pitchFamily="34" charset="0"/>
                        <a:cs typeface="Times New Roman" panose="02020603050405020304" pitchFamily="18" charset="0"/>
                        <a:sym typeface="Arial"/>
                      </a:rPr>
                      <m:t>𝑔</m:t>
                    </m:r>
                    <m:r>
                      <a:rPr kumimoji="0" lang="en-IN" sz="1400" b="0" i="1" u="none" strike="noStrike" kern="0" cap="none" spc="0" normalizeH="0" baseline="0" noProof="0">
                        <a:ln>
                          <a:noFill/>
                        </a:ln>
                        <a:solidFill>
                          <a:srgbClr val="000000"/>
                        </a:solidFill>
                        <a:effectLst/>
                        <a:uLnTx/>
                        <a:uFillTx/>
                        <a:latin typeface="Cambria Math" panose="02040503050406030204" pitchFamily="18" charset="0"/>
                        <a:ea typeface="Calibri" panose="020F0502020204030204" pitchFamily="34" charset="0"/>
                        <a:cs typeface="Times New Roman" panose="02020603050405020304" pitchFamily="18" charset="0"/>
                        <a:sym typeface="Arial"/>
                      </a:rPr>
                      <m:t>)</m:t>
                    </m:r>
                  </m:oMath>
                </a14:m>
                <a:r>
                  <a:rPr kumimoji="0" lang="en-IN" sz="1400" b="0" i="0" u="none" strike="noStrike" kern="0" cap="none" spc="0" normalizeH="0" baseline="0" noProof="0" dirty="0">
                    <a:ln>
                      <a:noFill/>
                    </a:ln>
                    <a:solidFill>
                      <a:srgbClr val="000000"/>
                    </a:solidFill>
                    <a:effectLst/>
                    <a:uLnTx/>
                    <a:uFillTx/>
                    <a:latin typeface="Calibri" panose="020F0502020204030204" pitchFamily="34" charset="0"/>
                    <a:ea typeface="Times New Roman" panose="02020603050405020304" pitchFamily="18" charset="0"/>
                    <a:cs typeface="Times New Roman" panose="02020603050405020304" pitchFamily="18" charset="0"/>
                    <a:sym typeface="Arial"/>
                  </a:rPr>
                  <a:t> </a:t>
                </a:r>
                <a:endParaRPr kumimoji="0" lang="en-MY" sz="1400" b="0" i="0" u="none" strike="noStrike" kern="0" cap="none" spc="0" normalizeH="0" baseline="0" noProof="0" dirty="0">
                  <a:ln>
                    <a:noFill/>
                  </a:ln>
                  <a:solidFill>
                    <a:srgbClr val="000000"/>
                  </a:solidFill>
                  <a:effectLst/>
                  <a:uLnTx/>
                  <a:uFillTx/>
                  <a:latin typeface="Calibri" panose="020F0502020204030204" pitchFamily="34" charset="0"/>
                  <a:ea typeface="Calibri" panose="020F0502020204030204" pitchFamily="34" charset="0"/>
                  <a:cs typeface="Times New Roman" panose="02020603050405020304" pitchFamily="18" charset="0"/>
                  <a:sym typeface="Arial"/>
                </a:endParaRPr>
              </a:p>
            </p:txBody>
          </p:sp>
        </mc:Choice>
        <mc:Fallback xmlns="">
          <p:sp>
            <p:nvSpPr>
              <p:cNvPr id="7" name="Rectangle 6"/>
              <p:cNvSpPr>
                <a:spLocks noRot="1" noChangeAspect="1" noMove="1" noResize="1" noEditPoints="1" noAdjustHandles="1" noChangeArrowheads="1" noChangeShapeType="1" noTextEdit="1"/>
              </p:cNvSpPr>
              <p:nvPr/>
            </p:nvSpPr>
            <p:spPr>
              <a:xfrm>
                <a:off x="2997947" y="3372659"/>
                <a:ext cx="3148106" cy="430182"/>
              </a:xfrm>
              <a:prstGeom prst="rect">
                <a:avLst/>
              </a:prstGeom>
              <a:blipFill rotWithShape="0">
                <a:blip r:embed="rId4"/>
                <a:stretch>
                  <a:fillRect/>
                </a:stretch>
              </a:blipFill>
            </p:spPr>
            <p:txBody>
              <a:bodyPr/>
              <a:lstStyle/>
              <a:p>
                <a:r>
                  <a:rPr lang="en-MY">
                    <a:noFill/>
                  </a:rPr>
                  <a:t> </a:t>
                </a:r>
              </a:p>
            </p:txBody>
          </p:sp>
        </mc:Fallback>
      </mc:AlternateContent>
    </p:spTree>
    <p:extLst>
      <p:ext uri="{BB962C8B-B14F-4D97-AF65-F5344CB8AC3E}">
        <p14:creationId xmlns:p14="http://schemas.microsoft.com/office/powerpoint/2010/main" val="82273572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16"/>
        <p:cNvGrpSpPr/>
        <p:nvPr/>
      </p:nvGrpSpPr>
      <p:grpSpPr>
        <a:xfrm>
          <a:off x="0" y="0"/>
          <a:ext cx="0" cy="0"/>
          <a:chOff x="0" y="0"/>
          <a:chExt cx="0" cy="0"/>
        </a:xfrm>
      </p:grpSpPr>
      <p:sp>
        <p:nvSpPr>
          <p:cNvPr id="117" name="Google Shape;117;p26"/>
          <p:cNvSpPr txBox="1">
            <a:spLocks noGrp="1"/>
          </p:cNvSpPr>
          <p:nvPr>
            <p:ph type="title"/>
          </p:nvPr>
        </p:nvSpPr>
        <p:spPr>
          <a:xfrm>
            <a:off x="933024" y="592925"/>
            <a:ext cx="7448975" cy="767700"/>
          </a:xfrm>
          <a:prstGeom prst="rect">
            <a:avLst/>
          </a:prstGeom>
        </p:spPr>
        <p:txBody>
          <a:bodyPr spcFirstLastPara="1" wrap="square" lIns="91425" tIns="91425" rIns="91425" bIns="91425" anchor="b" anchorCtr="0">
            <a:noAutofit/>
          </a:bodyPr>
          <a:lstStyle/>
          <a:p>
            <a:pPr marL="114300" lvl="0">
              <a:buSzPts val="1800"/>
            </a:pPr>
            <a:r>
              <a:rPr lang="en-IN" dirty="0">
                <a:latin typeface="Calibri" panose="020F0502020204030204" pitchFamily="34" charset="0"/>
              </a:rPr>
              <a:t>Constructing Balanced Chemical Equations</a:t>
            </a:r>
            <a:endParaRPr lang="en-MY" dirty="0">
              <a:latin typeface="Calibri" panose="020F0502020204030204" pitchFamily="34" charset="0"/>
            </a:endParaRPr>
          </a:p>
        </p:txBody>
      </p:sp>
      <mc:AlternateContent xmlns:mc="http://schemas.openxmlformats.org/markup-compatibility/2006" xmlns:a14="http://schemas.microsoft.com/office/drawing/2010/main">
        <mc:Choice Requires="a14">
          <p:sp>
            <p:nvSpPr>
              <p:cNvPr id="118" name="Google Shape;118;p26"/>
              <p:cNvSpPr txBox="1"/>
              <p:nvPr/>
            </p:nvSpPr>
            <p:spPr>
              <a:xfrm>
                <a:off x="326571" y="1843168"/>
                <a:ext cx="8271329" cy="3300332"/>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IN" sz="1400" b="1" i="0" u="none" strike="noStrike" kern="0" cap="none" spc="0" normalizeH="0" baseline="0" noProof="0" dirty="0">
                    <a:ln>
                      <a:noFill/>
                    </a:ln>
                    <a:solidFill>
                      <a:srgbClr val="000000"/>
                    </a:solidFill>
                    <a:effectLst/>
                    <a:uLnTx/>
                    <a:uFillTx/>
                    <a:latin typeface="Calibri" panose="020F0502020204030204" pitchFamily="34" charset="0"/>
                    <a:cs typeface="Arial"/>
                    <a:sym typeface="Arial"/>
                  </a:rPr>
                  <a:t>Example 7</a:t>
                </a:r>
                <a:r>
                  <a:rPr kumimoji="0" lang="en-IN" sz="1400" b="0" i="0" u="none" strike="noStrike" kern="0" cap="none" spc="0" normalizeH="0" baseline="0" noProof="0" dirty="0">
                    <a:ln>
                      <a:noFill/>
                    </a:ln>
                    <a:solidFill>
                      <a:srgbClr val="000000"/>
                    </a:solidFill>
                    <a:effectLst/>
                    <a:uLnTx/>
                    <a:uFillTx/>
                    <a:latin typeface="Calibri" panose="020F0502020204030204" pitchFamily="34" charset="0"/>
                    <a:cs typeface="Arial"/>
                    <a:sym typeface="Arial"/>
                  </a:rPr>
                  <a:t>: Methane burns in oxygen to form carbon dioxide and water. Writing this reaction using the formula of reactants and products</a:t>
                </a:r>
                <a:endParaRPr kumimoji="0" lang="en-MY" sz="1400" b="0" i="0" u="none" strike="noStrike" kern="0" cap="none" spc="0" normalizeH="0" baseline="0" noProof="0" dirty="0">
                  <a:ln>
                    <a:noFill/>
                  </a:ln>
                  <a:solidFill>
                    <a:srgbClr val="000000"/>
                  </a:solidFill>
                  <a:effectLst/>
                  <a:uLnTx/>
                  <a:uFillTx/>
                  <a:latin typeface="Calibri" panose="020F0502020204030204" pitchFamily="34" charset="0"/>
                  <a:cs typeface="Arial"/>
                  <a:sym typeface="Arial"/>
                </a:endParaRPr>
              </a:p>
              <a:p>
                <a:pPr marL="0" marR="0" lvl="0" indent="0" algn="l" defTabSz="914400" rtl="0" eaLnBrk="1" fontAlgn="auto" latinLnBrk="0" hangingPunct="1">
                  <a:lnSpc>
                    <a:spcPct val="100000"/>
                  </a:lnSpc>
                  <a:spcBef>
                    <a:spcPts val="0"/>
                  </a:spcBef>
                  <a:spcAft>
                    <a:spcPts val="120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kumimoji="0" lang="en-IN" sz="1400" b="0" i="1" u="none" strike="noStrike" kern="0" cap="none" spc="0" normalizeH="0" baseline="0" noProof="0">
                          <a:ln>
                            <a:noFill/>
                          </a:ln>
                          <a:solidFill>
                            <a:srgbClr val="000000"/>
                          </a:solidFill>
                          <a:effectLst/>
                          <a:uLnTx/>
                          <a:uFillTx/>
                          <a:latin typeface="Cambria Math" panose="02040503050406030204" pitchFamily="18" charset="0"/>
                          <a:sym typeface="Arial"/>
                        </a:rPr>
                        <m:t>𝐶</m:t>
                      </m:r>
                      <m:sSub>
                        <m:sSubPr>
                          <m:ctrlPr>
                            <a:rPr kumimoji="0" lang="en-MY" sz="1400" b="0" i="1" u="none" strike="noStrike" kern="0" cap="none" spc="0" normalizeH="0" baseline="0" noProof="0">
                              <a:ln>
                                <a:noFill/>
                              </a:ln>
                              <a:solidFill>
                                <a:srgbClr val="000000"/>
                              </a:solidFill>
                              <a:effectLst/>
                              <a:uLnTx/>
                              <a:uFillTx/>
                              <a:latin typeface="Cambria Math" panose="02040503050406030204" pitchFamily="18" charset="0"/>
                              <a:sym typeface="Arial"/>
                            </a:rPr>
                          </m:ctrlPr>
                        </m:sSubPr>
                        <m:e>
                          <m:r>
                            <a:rPr kumimoji="0" lang="en-IN" sz="1400" b="0" i="1" u="none" strike="noStrike" kern="0" cap="none" spc="0" normalizeH="0" baseline="0" noProof="0">
                              <a:ln>
                                <a:noFill/>
                              </a:ln>
                              <a:solidFill>
                                <a:srgbClr val="000000"/>
                              </a:solidFill>
                              <a:effectLst/>
                              <a:uLnTx/>
                              <a:uFillTx/>
                              <a:latin typeface="Cambria Math" panose="02040503050406030204" pitchFamily="18" charset="0"/>
                              <a:sym typeface="Arial"/>
                            </a:rPr>
                            <m:t>𝐻</m:t>
                          </m:r>
                        </m:e>
                        <m:sub>
                          <m:r>
                            <a:rPr kumimoji="0" lang="en-IN" sz="1400" b="0" i="1" u="none" strike="noStrike" kern="0" cap="none" spc="0" normalizeH="0" baseline="0" noProof="0">
                              <a:ln>
                                <a:noFill/>
                              </a:ln>
                              <a:solidFill>
                                <a:srgbClr val="000000"/>
                              </a:solidFill>
                              <a:effectLst/>
                              <a:uLnTx/>
                              <a:uFillTx/>
                              <a:latin typeface="Cambria Math" panose="02040503050406030204" pitchFamily="18" charset="0"/>
                              <a:sym typeface="Arial"/>
                            </a:rPr>
                            <m:t>4</m:t>
                          </m:r>
                        </m:sub>
                      </m:sSub>
                      <m:r>
                        <a:rPr kumimoji="0" lang="en-IN" sz="1400" b="0" i="1" u="none" strike="noStrike" kern="0" cap="none" spc="0" normalizeH="0" baseline="0" noProof="0">
                          <a:ln>
                            <a:noFill/>
                          </a:ln>
                          <a:solidFill>
                            <a:srgbClr val="000000"/>
                          </a:solidFill>
                          <a:effectLst/>
                          <a:uLnTx/>
                          <a:uFillTx/>
                          <a:latin typeface="Cambria Math" panose="02040503050406030204" pitchFamily="18" charset="0"/>
                          <a:sym typeface="Arial"/>
                        </a:rPr>
                        <m:t>+</m:t>
                      </m:r>
                      <m:sSub>
                        <m:sSubPr>
                          <m:ctrlPr>
                            <a:rPr kumimoji="0" lang="en-MY" sz="1400" b="0" i="1" u="none" strike="noStrike" kern="0" cap="none" spc="0" normalizeH="0" baseline="0" noProof="0">
                              <a:ln>
                                <a:noFill/>
                              </a:ln>
                              <a:solidFill>
                                <a:srgbClr val="000000"/>
                              </a:solidFill>
                              <a:effectLst/>
                              <a:uLnTx/>
                              <a:uFillTx/>
                              <a:latin typeface="Cambria Math" panose="02040503050406030204" pitchFamily="18" charset="0"/>
                              <a:sym typeface="Arial"/>
                            </a:rPr>
                          </m:ctrlPr>
                        </m:sSubPr>
                        <m:e>
                          <m:r>
                            <a:rPr kumimoji="0" lang="en-IN" sz="1400" b="0" i="1" u="none" strike="noStrike" kern="0" cap="none" spc="0" normalizeH="0" baseline="0" noProof="0">
                              <a:ln>
                                <a:noFill/>
                              </a:ln>
                              <a:solidFill>
                                <a:srgbClr val="000000"/>
                              </a:solidFill>
                              <a:effectLst/>
                              <a:uLnTx/>
                              <a:uFillTx/>
                              <a:latin typeface="Cambria Math" panose="02040503050406030204" pitchFamily="18" charset="0"/>
                              <a:sym typeface="Arial"/>
                            </a:rPr>
                            <m:t>𝑂</m:t>
                          </m:r>
                        </m:e>
                        <m:sub>
                          <m:r>
                            <a:rPr kumimoji="0" lang="en-IN" sz="1400" b="0" i="1" u="none" strike="noStrike" kern="0" cap="none" spc="0" normalizeH="0" baseline="0" noProof="0">
                              <a:ln>
                                <a:noFill/>
                              </a:ln>
                              <a:solidFill>
                                <a:srgbClr val="000000"/>
                              </a:solidFill>
                              <a:effectLst/>
                              <a:uLnTx/>
                              <a:uFillTx/>
                              <a:latin typeface="Cambria Math" panose="02040503050406030204" pitchFamily="18" charset="0"/>
                              <a:sym typeface="Arial"/>
                            </a:rPr>
                            <m:t>2</m:t>
                          </m:r>
                        </m:sub>
                      </m:sSub>
                      <m:r>
                        <a:rPr kumimoji="0" lang="en-IN" sz="1400" b="0" i="1" u="none" strike="noStrike" kern="0" cap="none" spc="0" normalizeH="0" baseline="0" noProof="0">
                          <a:ln>
                            <a:noFill/>
                          </a:ln>
                          <a:solidFill>
                            <a:srgbClr val="000000"/>
                          </a:solidFill>
                          <a:effectLst/>
                          <a:uLnTx/>
                          <a:uFillTx/>
                          <a:latin typeface="Cambria Math" panose="02040503050406030204" pitchFamily="18" charset="0"/>
                          <a:sym typeface="Arial"/>
                        </a:rPr>
                        <m:t>→</m:t>
                      </m:r>
                      <m:r>
                        <a:rPr kumimoji="0" lang="en-IN" sz="1400" b="0" i="1" u="none" strike="noStrike" kern="0" cap="none" spc="0" normalizeH="0" baseline="0" noProof="0">
                          <a:ln>
                            <a:noFill/>
                          </a:ln>
                          <a:solidFill>
                            <a:srgbClr val="000000"/>
                          </a:solidFill>
                          <a:effectLst/>
                          <a:uLnTx/>
                          <a:uFillTx/>
                          <a:latin typeface="Cambria Math" panose="02040503050406030204" pitchFamily="18" charset="0"/>
                          <a:sym typeface="Arial"/>
                        </a:rPr>
                        <m:t>𝐶</m:t>
                      </m:r>
                      <m:sSub>
                        <m:sSubPr>
                          <m:ctrlPr>
                            <a:rPr kumimoji="0" lang="en-MY" sz="1400" b="0" i="1" u="none" strike="noStrike" kern="0" cap="none" spc="0" normalizeH="0" baseline="0" noProof="0">
                              <a:ln>
                                <a:noFill/>
                              </a:ln>
                              <a:solidFill>
                                <a:srgbClr val="000000"/>
                              </a:solidFill>
                              <a:effectLst/>
                              <a:uLnTx/>
                              <a:uFillTx/>
                              <a:latin typeface="Cambria Math" panose="02040503050406030204" pitchFamily="18" charset="0"/>
                              <a:sym typeface="Arial"/>
                            </a:rPr>
                          </m:ctrlPr>
                        </m:sSubPr>
                        <m:e>
                          <m:r>
                            <a:rPr kumimoji="0" lang="en-IN" sz="1400" b="0" i="1" u="none" strike="noStrike" kern="0" cap="none" spc="0" normalizeH="0" baseline="0" noProof="0">
                              <a:ln>
                                <a:noFill/>
                              </a:ln>
                              <a:solidFill>
                                <a:srgbClr val="000000"/>
                              </a:solidFill>
                              <a:effectLst/>
                              <a:uLnTx/>
                              <a:uFillTx/>
                              <a:latin typeface="Cambria Math" panose="02040503050406030204" pitchFamily="18" charset="0"/>
                              <a:sym typeface="Arial"/>
                            </a:rPr>
                            <m:t>𝑂</m:t>
                          </m:r>
                        </m:e>
                        <m:sub>
                          <m:r>
                            <a:rPr kumimoji="0" lang="en-IN" sz="1400" b="0" i="1" u="none" strike="noStrike" kern="0" cap="none" spc="0" normalizeH="0" baseline="0" noProof="0">
                              <a:ln>
                                <a:noFill/>
                              </a:ln>
                              <a:solidFill>
                                <a:srgbClr val="000000"/>
                              </a:solidFill>
                              <a:effectLst/>
                              <a:uLnTx/>
                              <a:uFillTx/>
                              <a:latin typeface="Cambria Math" panose="02040503050406030204" pitchFamily="18" charset="0"/>
                              <a:sym typeface="Arial"/>
                            </a:rPr>
                            <m:t>2</m:t>
                          </m:r>
                        </m:sub>
                      </m:sSub>
                      <m:r>
                        <a:rPr kumimoji="0" lang="en-IN" sz="1400" b="0" i="1" u="none" strike="noStrike" kern="0" cap="none" spc="0" normalizeH="0" baseline="0" noProof="0">
                          <a:ln>
                            <a:noFill/>
                          </a:ln>
                          <a:solidFill>
                            <a:srgbClr val="000000"/>
                          </a:solidFill>
                          <a:effectLst/>
                          <a:uLnTx/>
                          <a:uFillTx/>
                          <a:latin typeface="Cambria Math" panose="02040503050406030204" pitchFamily="18" charset="0"/>
                          <a:sym typeface="Arial"/>
                        </a:rPr>
                        <m:t>+</m:t>
                      </m:r>
                      <m:sSub>
                        <m:sSubPr>
                          <m:ctrlPr>
                            <a:rPr kumimoji="0" lang="en-MY" sz="1400" b="0" i="1" u="none" strike="noStrike" kern="0" cap="none" spc="0" normalizeH="0" baseline="0" noProof="0">
                              <a:ln>
                                <a:noFill/>
                              </a:ln>
                              <a:solidFill>
                                <a:srgbClr val="000000"/>
                              </a:solidFill>
                              <a:effectLst/>
                              <a:uLnTx/>
                              <a:uFillTx/>
                              <a:latin typeface="Cambria Math" panose="02040503050406030204" pitchFamily="18" charset="0"/>
                              <a:sym typeface="Arial"/>
                            </a:rPr>
                          </m:ctrlPr>
                        </m:sSubPr>
                        <m:e>
                          <m:r>
                            <a:rPr kumimoji="0" lang="en-IN" sz="1400" b="0" i="1" u="none" strike="noStrike" kern="0" cap="none" spc="0" normalizeH="0" baseline="0" noProof="0">
                              <a:ln>
                                <a:noFill/>
                              </a:ln>
                              <a:solidFill>
                                <a:srgbClr val="000000"/>
                              </a:solidFill>
                              <a:effectLst/>
                              <a:uLnTx/>
                              <a:uFillTx/>
                              <a:latin typeface="Cambria Math" panose="02040503050406030204" pitchFamily="18" charset="0"/>
                              <a:sym typeface="Arial"/>
                            </a:rPr>
                            <m:t>𝐻</m:t>
                          </m:r>
                        </m:e>
                        <m:sub>
                          <m:r>
                            <a:rPr kumimoji="0" lang="en-IN" sz="1400" b="0" i="1" u="none" strike="noStrike" kern="0" cap="none" spc="0" normalizeH="0" baseline="0" noProof="0">
                              <a:ln>
                                <a:noFill/>
                              </a:ln>
                              <a:solidFill>
                                <a:srgbClr val="000000"/>
                              </a:solidFill>
                              <a:effectLst/>
                              <a:uLnTx/>
                              <a:uFillTx/>
                              <a:latin typeface="Cambria Math" panose="02040503050406030204" pitchFamily="18" charset="0"/>
                              <a:sym typeface="Arial"/>
                            </a:rPr>
                            <m:t>2</m:t>
                          </m:r>
                        </m:sub>
                      </m:sSub>
                      <m:r>
                        <a:rPr kumimoji="0" lang="en-IN" sz="1400" b="0" i="1" u="none" strike="noStrike" kern="0" cap="none" spc="0" normalizeH="0" baseline="0" noProof="0">
                          <a:ln>
                            <a:noFill/>
                          </a:ln>
                          <a:solidFill>
                            <a:srgbClr val="000000"/>
                          </a:solidFill>
                          <a:effectLst/>
                          <a:uLnTx/>
                          <a:uFillTx/>
                          <a:latin typeface="Cambria Math" panose="02040503050406030204" pitchFamily="18" charset="0"/>
                          <a:sym typeface="Arial"/>
                        </a:rPr>
                        <m:t>𝑂</m:t>
                      </m:r>
                    </m:oMath>
                  </m:oMathPara>
                </a14:m>
                <a:endParaRPr kumimoji="0" lang="en-MY" sz="1400" b="0" i="0" u="none" strike="noStrike" kern="0" cap="none" spc="0" normalizeH="0" baseline="0" noProof="0" dirty="0">
                  <a:ln>
                    <a:noFill/>
                  </a:ln>
                  <a:solidFill>
                    <a:srgbClr val="000000"/>
                  </a:solidFill>
                  <a:effectLst/>
                  <a:uLnTx/>
                  <a:uFillTx/>
                  <a:latin typeface="Calibri" panose="020F0502020204030204" pitchFamily="34" charset="0"/>
                  <a:cs typeface="Arial"/>
                  <a:sym typeface="Arial"/>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IN" sz="1400" b="0" i="0" u="none" strike="noStrike" kern="0" cap="none" spc="0" normalizeH="0" baseline="0" noProof="0" dirty="0">
                    <a:ln>
                      <a:noFill/>
                    </a:ln>
                    <a:solidFill>
                      <a:srgbClr val="000000"/>
                    </a:solidFill>
                    <a:effectLst/>
                    <a:uLnTx/>
                    <a:uFillTx/>
                    <a:latin typeface="Calibri" panose="020F0502020204030204" pitchFamily="34" charset="0"/>
                    <a:cs typeface="Arial"/>
                    <a:sym typeface="Arial"/>
                  </a:rPr>
                  <a:t>The number of atoms of carbon are same on both reactant side and product side. The number of hydrogen and oxygen atoms are not the same on the reactant and product sides and, hence, the equation is unbalanced.</a:t>
                </a:r>
                <a:endParaRPr kumimoji="0" lang="en-MY" sz="1400" b="0" i="0" u="none" strike="noStrike" kern="0" cap="none" spc="0" normalizeH="0" baseline="0" noProof="0" dirty="0">
                  <a:ln>
                    <a:noFill/>
                  </a:ln>
                  <a:solidFill>
                    <a:srgbClr val="000000"/>
                  </a:solidFill>
                  <a:effectLst/>
                  <a:uLnTx/>
                  <a:uFillTx/>
                  <a:latin typeface="Calibri" panose="020F0502020204030204" pitchFamily="34" charset="0"/>
                  <a:cs typeface="Arial"/>
                  <a:sym typeface="Arial"/>
                </a:endParaRPr>
              </a:p>
              <a:p>
                <a:pPr marL="0" marR="0" lvl="0" indent="0" algn="l" defTabSz="914400" rtl="0" eaLnBrk="1" fontAlgn="auto" latinLnBrk="0" hangingPunct="1">
                  <a:lnSpc>
                    <a:spcPct val="100000"/>
                  </a:lnSpc>
                  <a:spcBef>
                    <a:spcPts val="0"/>
                  </a:spcBef>
                  <a:spcAft>
                    <a:spcPts val="600"/>
                  </a:spcAft>
                  <a:buClr>
                    <a:srgbClr val="000000"/>
                  </a:buClr>
                  <a:buSzTx/>
                  <a:buFont typeface="Arial"/>
                  <a:buNone/>
                  <a:tabLst/>
                  <a:defRPr/>
                </a:pPr>
                <a:r>
                  <a:rPr kumimoji="0" lang="en-IN" sz="1400" b="0" i="0" u="none" strike="noStrike" kern="0" cap="none" spc="0" normalizeH="0" baseline="0" noProof="0" dirty="0">
                    <a:ln>
                      <a:noFill/>
                    </a:ln>
                    <a:solidFill>
                      <a:srgbClr val="000000"/>
                    </a:solidFill>
                    <a:effectLst/>
                    <a:uLnTx/>
                    <a:uFillTx/>
                    <a:latin typeface="Calibri" panose="020F0502020204030204" pitchFamily="34" charset="0"/>
                    <a:cs typeface="Arial"/>
                    <a:sym typeface="Arial"/>
                  </a:rPr>
                  <a:t>To balance the equation, we make the number of molecules of water 2.</a:t>
                </a:r>
                <a:endParaRPr kumimoji="0" lang="en-MY" sz="1400" b="0" i="0" u="none" strike="noStrike" kern="0" cap="none" spc="0" normalizeH="0" baseline="0" noProof="0" dirty="0">
                  <a:ln>
                    <a:noFill/>
                  </a:ln>
                  <a:solidFill>
                    <a:srgbClr val="000000"/>
                  </a:solidFill>
                  <a:effectLst/>
                  <a:uLnTx/>
                  <a:uFillTx/>
                  <a:latin typeface="Calibri" panose="020F0502020204030204" pitchFamily="34" charset="0"/>
                  <a:cs typeface="Arial"/>
                  <a:sym typeface="Arial"/>
                </a:endParaRPr>
              </a:p>
              <a:p>
                <a:pPr marL="0" marR="0" lvl="0" indent="0" algn="l" defTabSz="914400" rtl="0" eaLnBrk="1" fontAlgn="auto" latinLnBrk="0" hangingPunct="1">
                  <a:lnSpc>
                    <a:spcPct val="100000"/>
                  </a:lnSpc>
                  <a:spcBef>
                    <a:spcPts val="600"/>
                  </a:spcBef>
                  <a:spcAft>
                    <a:spcPts val="60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kumimoji="0" lang="en-IN" sz="1400" b="0" i="1" u="none" strike="noStrike" kern="0" cap="none" spc="0" normalizeH="0" baseline="0" noProof="0">
                          <a:ln>
                            <a:noFill/>
                          </a:ln>
                          <a:solidFill>
                            <a:srgbClr val="000000"/>
                          </a:solidFill>
                          <a:effectLst/>
                          <a:uLnTx/>
                          <a:uFillTx/>
                          <a:latin typeface="Cambria Math" panose="02040503050406030204" pitchFamily="18" charset="0"/>
                          <a:sym typeface="Arial"/>
                        </a:rPr>
                        <m:t>𝐶</m:t>
                      </m:r>
                      <m:sSub>
                        <m:sSubPr>
                          <m:ctrlPr>
                            <a:rPr kumimoji="0" lang="en-MY" sz="1400" b="0" i="1" u="none" strike="noStrike" kern="0" cap="none" spc="0" normalizeH="0" baseline="0" noProof="0">
                              <a:ln>
                                <a:noFill/>
                              </a:ln>
                              <a:solidFill>
                                <a:srgbClr val="000000"/>
                              </a:solidFill>
                              <a:effectLst/>
                              <a:uLnTx/>
                              <a:uFillTx/>
                              <a:latin typeface="Cambria Math" panose="02040503050406030204" pitchFamily="18" charset="0"/>
                              <a:sym typeface="Arial"/>
                            </a:rPr>
                          </m:ctrlPr>
                        </m:sSubPr>
                        <m:e>
                          <m:r>
                            <a:rPr kumimoji="0" lang="en-IN" sz="1400" b="0" i="1" u="none" strike="noStrike" kern="0" cap="none" spc="0" normalizeH="0" baseline="0" noProof="0">
                              <a:ln>
                                <a:noFill/>
                              </a:ln>
                              <a:solidFill>
                                <a:srgbClr val="000000"/>
                              </a:solidFill>
                              <a:effectLst/>
                              <a:uLnTx/>
                              <a:uFillTx/>
                              <a:latin typeface="Cambria Math" panose="02040503050406030204" pitchFamily="18" charset="0"/>
                              <a:sym typeface="Arial"/>
                            </a:rPr>
                            <m:t>𝐻</m:t>
                          </m:r>
                        </m:e>
                        <m:sub>
                          <m:r>
                            <a:rPr kumimoji="0" lang="en-IN" sz="1400" b="0" i="1" u="none" strike="noStrike" kern="0" cap="none" spc="0" normalizeH="0" baseline="0" noProof="0">
                              <a:ln>
                                <a:noFill/>
                              </a:ln>
                              <a:solidFill>
                                <a:srgbClr val="000000"/>
                              </a:solidFill>
                              <a:effectLst/>
                              <a:uLnTx/>
                              <a:uFillTx/>
                              <a:latin typeface="Cambria Math" panose="02040503050406030204" pitchFamily="18" charset="0"/>
                              <a:sym typeface="Arial"/>
                            </a:rPr>
                            <m:t>4</m:t>
                          </m:r>
                        </m:sub>
                      </m:sSub>
                      <m:r>
                        <a:rPr kumimoji="0" lang="en-IN" sz="1400" b="0" i="1" u="none" strike="noStrike" kern="0" cap="none" spc="0" normalizeH="0" baseline="0" noProof="0">
                          <a:ln>
                            <a:noFill/>
                          </a:ln>
                          <a:solidFill>
                            <a:srgbClr val="000000"/>
                          </a:solidFill>
                          <a:effectLst/>
                          <a:uLnTx/>
                          <a:uFillTx/>
                          <a:latin typeface="Cambria Math" panose="02040503050406030204" pitchFamily="18" charset="0"/>
                          <a:sym typeface="Arial"/>
                        </a:rPr>
                        <m:t>+</m:t>
                      </m:r>
                      <m:sSub>
                        <m:sSubPr>
                          <m:ctrlPr>
                            <a:rPr kumimoji="0" lang="en-MY" sz="1400" b="0" i="1" u="none" strike="noStrike" kern="0" cap="none" spc="0" normalizeH="0" baseline="0" noProof="0">
                              <a:ln>
                                <a:noFill/>
                              </a:ln>
                              <a:solidFill>
                                <a:srgbClr val="000000"/>
                              </a:solidFill>
                              <a:effectLst/>
                              <a:uLnTx/>
                              <a:uFillTx/>
                              <a:latin typeface="Cambria Math" panose="02040503050406030204" pitchFamily="18" charset="0"/>
                              <a:sym typeface="Arial"/>
                            </a:rPr>
                          </m:ctrlPr>
                        </m:sSubPr>
                        <m:e>
                          <m:r>
                            <a:rPr kumimoji="0" lang="en-IN" sz="1400" b="0" i="1" u="none" strike="noStrike" kern="0" cap="none" spc="0" normalizeH="0" baseline="0" noProof="0">
                              <a:ln>
                                <a:noFill/>
                              </a:ln>
                              <a:solidFill>
                                <a:srgbClr val="000000"/>
                              </a:solidFill>
                              <a:effectLst/>
                              <a:uLnTx/>
                              <a:uFillTx/>
                              <a:latin typeface="Cambria Math" panose="02040503050406030204" pitchFamily="18" charset="0"/>
                              <a:sym typeface="Arial"/>
                            </a:rPr>
                            <m:t>𝑂</m:t>
                          </m:r>
                        </m:e>
                        <m:sub>
                          <m:r>
                            <a:rPr kumimoji="0" lang="en-IN" sz="1400" b="0" i="1" u="none" strike="noStrike" kern="0" cap="none" spc="0" normalizeH="0" baseline="0" noProof="0">
                              <a:ln>
                                <a:noFill/>
                              </a:ln>
                              <a:solidFill>
                                <a:srgbClr val="000000"/>
                              </a:solidFill>
                              <a:effectLst/>
                              <a:uLnTx/>
                              <a:uFillTx/>
                              <a:latin typeface="Cambria Math" panose="02040503050406030204" pitchFamily="18" charset="0"/>
                              <a:sym typeface="Arial"/>
                            </a:rPr>
                            <m:t>2</m:t>
                          </m:r>
                        </m:sub>
                      </m:sSub>
                      <m:r>
                        <a:rPr kumimoji="0" lang="en-IN" sz="1400" b="0" i="1" u="none" strike="noStrike" kern="0" cap="none" spc="0" normalizeH="0" baseline="0" noProof="0">
                          <a:ln>
                            <a:noFill/>
                          </a:ln>
                          <a:solidFill>
                            <a:srgbClr val="000000"/>
                          </a:solidFill>
                          <a:effectLst/>
                          <a:uLnTx/>
                          <a:uFillTx/>
                          <a:latin typeface="Cambria Math" panose="02040503050406030204" pitchFamily="18" charset="0"/>
                          <a:sym typeface="Arial"/>
                        </a:rPr>
                        <m:t>→</m:t>
                      </m:r>
                      <m:r>
                        <a:rPr kumimoji="0" lang="en-IN" sz="1400" b="0" i="1" u="none" strike="noStrike" kern="0" cap="none" spc="0" normalizeH="0" baseline="0" noProof="0">
                          <a:ln>
                            <a:noFill/>
                          </a:ln>
                          <a:solidFill>
                            <a:srgbClr val="000000"/>
                          </a:solidFill>
                          <a:effectLst/>
                          <a:uLnTx/>
                          <a:uFillTx/>
                          <a:latin typeface="Cambria Math" panose="02040503050406030204" pitchFamily="18" charset="0"/>
                          <a:sym typeface="Arial"/>
                        </a:rPr>
                        <m:t>𝐶</m:t>
                      </m:r>
                      <m:sSub>
                        <m:sSubPr>
                          <m:ctrlPr>
                            <a:rPr kumimoji="0" lang="en-MY" sz="1400" b="0" i="1" u="none" strike="noStrike" kern="0" cap="none" spc="0" normalizeH="0" baseline="0" noProof="0">
                              <a:ln>
                                <a:noFill/>
                              </a:ln>
                              <a:solidFill>
                                <a:srgbClr val="000000"/>
                              </a:solidFill>
                              <a:effectLst/>
                              <a:uLnTx/>
                              <a:uFillTx/>
                              <a:latin typeface="Cambria Math" panose="02040503050406030204" pitchFamily="18" charset="0"/>
                              <a:sym typeface="Arial"/>
                            </a:rPr>
                          </m:ctrlPr>
                        </m:sSubPr>
                        <m:e>
                          <m:r>
                            <a:rPr kumimoji="0" lang="en-IN" sz="1400" b="0" i="1" u="none" strike="noStrike" kern="0" cap="none" spc="0" normalizeH="0" baseline="0" noProof="0">
                              <a:ln>
                                <a:noFill/>
                              </a:ln>
                              <a:solidFill>
                                <a:srgbClr val="000000"/>
                              </a:solidFill>
                              <a:effectLst/>
                              <a:uLnTx/>
                              <a:uFillTx/>
                              <a:latin typeface="Cambria Math" panose="02040503050406030204" pitchFamily="18" charset="0"/>
                              <a:sym typeface="Arial"/>
                            </a:rPr>
                            <m:t>𝑂</m:t>
                          </m:r>
                        </m:e>
                        <m:sub>
                          <m:r>
                            <a:rPr kumimoji="0" lang="en-IN" sz="1400" b="0" i="1" u="none" strike="noStrike" kern="0" cap="none" spc="0" normalizeH="0" baseline="0" noProof="0">
                              <a:ln>
                                <a:noFill/>
                              </a:ln>
                              <a:solidFill>
                                <a:srgbClr val="000000"/>
                              </a:solidFill>
                              <a:effectLst/>
                              <a:uLnTx/>
                              <a:uFillTx/>
                              <a:latin typeface="Cambria Math" panose="02040503050406030204" pitchFamily="18" charset="0"/>
                              <a:sym typeface="Arial"/>
                            </a:rPr>
                            <m:t>2</m:t>
                          </m:r>
                        </m:sub>
                      </m:sSub>
                      <m:r>
                        <a:rPr kumimoji="0" lang="en-IN" sz="1400" b="0" i="1" u="none" strike="noStrike" kern="0" cap="none" spc="0" normalizeH="0" baseline="0" noProof="0">
                          <a:ln>
                            <a:noFill/>
                          </a:ln>
                          <a:solidFill>
                            <a:srgbClr val="000000"/>
                          </a:solidFill>
                          <a:effectLst/>
                          <a:uLnTx/>
                          <a:uFillTx/>
                          <a:latin typeface="Cambria Math" panose="02040503050406030204" pitchFamily="18" charset="0"/>
                          <a:sym typeface="Arial"/>
                        </a:rPr>
                        <m:t>+</m:t>
                      </m:r>
                      <m:sSub>
                        <m:sSubPr>
                          <m:ctrlPr>
                            <a:rPr kumimoji="0" lang="en-MY" sz="1400" b="0" i="1" u="none" strike="noStrike" kern="0" cap="none" spc="0" normalizeH="0" baseline="0" noProof="0">
                              <a:ln>
                                <a:noFill/>
                              </a:ln>
                              <a:solidFill>
                                <a:srgbClr val="000000"/>
                              </a:solidFill>
                              <a:effectLst/>
                              <a:uLnTx/>
                              <a:uFillTx/>
                              <a:latin typeface="Cambria Math" panose="02040503050406030204" pitchFamily="18" charset="0"/>
                              <a:sym typeface="Arial"/>
                            </a:rPr>
                          </m:ctrlPr>
                        </m:sSubPr>
                        <m:e>
                          <m:r>
                            <a:rPr kumimoji="0" lang="en-IN" sz="1400" b="0" i="1" u="none" strike="noStrike" kern="0" cap="none" spc="0" normalizeH="0" baseline="0" noProof="0">
                              <a:ln>
                                <a:noFill/>
                              </a:ln>
                              <a:solidFill>
                                <a:srgbClr val="000000"/>
                              </a:solidFill>
                              <a:effectLst/>
                              <a:uLnTx/>
                              <a:uFillTx/>
                              <a:latin typeface="Cambria Math" panose="02040503050406030204" pitchFamily="18" charset="0"/>
                              <a:sym typeface="Arial"/>
                            </a:rPr>
                            <m:t>2</m:t>
                          </m:r>
                          <m:r>
                            <a:rPr kumimoji="0" lang="en-IN" sz="1400" b="0" i="1" u="none" strike="noStrike" kern="0" cap="none" spc="0" normalizeH="0" baseline="0" noProof="0">
                              <a:ln>
                                <a:noFill/>
                              </a:ln>
                              <a:solidFill>
                                <a:srgbClr val="000000"/>
                              </a:solidFill>
                              <a:effectLst/>
                              <a:uLnTx/>
                              <a:uFillTx/>
                              <a:latin typeface="Cambria Math" panose="02040503050406030204" pitchFamily="18" charset="0"/>
                              <a:sym typeface="Arial"/>
                            </a:rPr>
                            <m:t>𝐻</m:t>
                          </m:r>
                        </m:e>
                        <m:sub>
                          <m:r>
                            <a:rPr kumimoji="0" lang="en-IN" sz="1400" b="0" i="1" u="none" strike="noStrike" kern="0" cap="none" spc="0" normalizeH="0" baseline="0" noProof="0">
                              <a:ln>
                                <a:noFill/>
                              </a:ln>
                              <a:solidFill>
                                <a:srgbClr val="000000"/>
                              </a:solidFill>
                              <a:effectLst/>
                              <a:uLnTx/>
                              <a:uFillTx/>
                              <a:latin typeface="Cambria Math" panose="02040503050406030204" pitchFamily="18" charset="0"/>
                              <a:sym typeface="Arial"/>
                            </a:rPr>
                            <m:t>2</m:t>
                          </m:r>
                        </m:sub>
                      </m:sSub>
                      <m:r>
                        <a:rPr kumimoji="0" lang="en-IN" sz="1400" b="0" i="1" u="none" strike="noStrike" kern="0" cap="none" spc="0" normalizeH="0" baseline="0" noProof="0">
                          <a:ln>
                            <a:noFill/>
                          </a:ln>
                          <a:solidFill>
                            <a:srgbClr val="000000"/>
                          </a:solidFill>
                          <a:effectLst/>
                          <a:uLnTx/>
                          <a:uFillTx/>
                          <a:latin typeface="Cambria Math" panose="02040503050406030204" pitchFamily="18" charset="0"/>
                          <a:sym typeface="Arial"/>
                        </a:rPr>
                        <m:t>𝑂</m:t>
                      </m:r>
                    </m:oMath>
                  </m:oMathPara>
                </a14:m>
                <a:endParaRPr kumimoji="0" lang="en-MY" sz="1400" b="0" i="0" u="none" strike="noStrike" kern="0" cap="none" spc="0" normalizeH="0" baseline="0" noProof="0" dirty="0">
                  <a:ln>
                    <a:noFill/>
                  </a:ln>
                  <a:solidFill>
                    <a:srgbClr val="000000"/>
                  </a:solidFill>
                  <a:effectLst/>
                  <a:uLnTx/>
                  <a:uFillTx/>
                  <a:latin typeface="Calibri" panose="020F0502020204030204" pitchFamily="34" charset="0"/>
                  <a:cs typeface="Arial"/>
                  <a:sym typeface="Arial"/>
                </a:endParaRPr>
              </a:p>
              <a:p>
                <a:pPr marL="0" marR="0" lvl="0" indent="0" algn="l" defTabSz="914400" rtl="0" eaLnBrk="1" fontAlgn="auto" latinLnBrk="0" hangingPunct="1">
                  <a:lnSpc>
                    <a:spcPct val="100000"/>
                  </a:lnSpc>
                  <a:spcBef>
                    <a:spcPts val="0"/>
                  </a:spcBef>
                  <a:spcAft>
                    <a:spcPts val="600"/>
                  </a:spcAft>
                  <a:buClr>
                    <a:srgbClr val="000000"/>
                  </a:buClr>
                  <a:buSzTx/>
                  <a:buFont typeface="Arial"/>
                  <a:buNone/>
                  <a:tabLst/>
                  <a:defRPr/>
                </a:pPr>
                <a:r>
                  <a:rPr kumimoji="0" lang="en-IN" sz="1400" b="0" i="0" u="none" strike="noStrike" kern="0" cap="none" spc="0" normalizeH="0" baseline="0" noProof="0" dirty="0">
                    <a:ln>
                      <a:noFill/>
                    </a:ln>
                    <a:solidFill>
                      <a:srgbClr val="000000"/>
                    </a:solidFill>
                    <a:effectLst/>
                    <a:uLnTx/>
                    <a:uFillTx/>
                    <a:latin typeface="Calibri" panose="020F0502020204030204" pitchFamily="34" charset="0"/>
                    <a:cs typeface="Arial"/>
                    <a:sym typeface="Arial"/>
                  </a:rPr>
                  <a:t>Now, the carbon and hydrogen atoms are balanced but the oxygen atoms are not balanced. Therefore,</a:t>
                </a:r>
                <a:endParaRPr kumimoji="0" lang="en-MY" sz="1400" b="0" i="0" u="none" strike="noStrike" kern="0" cap="none" spc="0" normalizeH="0" baseline="0" noProof="0" dirty="0">
                  <a:ln>
                    <a:noFill/>
                  </a:ln>
                  <a:solidFill>
                    <a:srgbClr val="000000"/>
                  </a:solidFill>
                  <a:effectLst/>
                  <a:uLnTx/>
                  <a:uFillTx/>
                  <a:latin typeface="Calibri" panose="020F0502020204030204" pitchFamily="34" charset="0"/>
                  <a:cs typeface="Arial"/>
                  <a:sym typeface="Arial"/>
                </a:endParaRPr>
              </a:p>
              <a:p>
                <a:pPr marL="0" marR="0" lvl="0" indent="0" algn="l" defTabSz="914400" rtl="0" eaLnBrk="1" fontAlgn="auto" latinLnBrk="0" hangingPunct="1">
                  <a:lnSpc>
                    <a:spcPct val="100000"/>
                  </a:lnSpc>
                  <a:spcBef>
                    <a:spcPts val="0"/>
                  </a:spcBef>
                  <a:spcAft>
                    <a:spcPts val="60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kumimoji="0" lang="en-IN" sz="1400" b="0" i="1" u="none" strike="noStrike" kern="0" cap="none" spc="0" normalizeH="0" baseline="0" noProof="0">
                          <a:ln>
                            <a:noFill/>
                          </a:ln>
                          <a:solidFill>
                            <a:srgbClr val="000000"/>
                          </a:solidFill>
                          <a:effectLst/>
                          <a:uLnTx/>
                          <a:uFillTx/>
                          <a:latin typeface="Cambria Math" panose="02040503050406030204" pitchFamily="18" charset="0"/>
                          <a:sym typeface="Arial"/>
                        </a:rPr>
                        <m:t>𝐶</m:t>
                      </m:r>
                      <m:sSub>
                        <m:sSubPr>
                          <m:ctrlPr>
                            <a:rPr kumimoji="0" lang="en-MY" sz="1400" b="0" i="1" u="none" strike="noStrike" kern="0" cap="none" spc="0" normalizeH="0" baseline="0" noProof="0">
                              <a:ln>
                                <a:noFill/>
                              </a:ln>
                              <a:solidFill>
                                <a:srgbClr val="000000"/>
                              </a:solidFill>
                              <a:effectLst/>
                              <a:uLnTx/>
                              <a:uFillTx/>
                              <a:latin typeface="Cambria Math" panose="02040503050406030204" pitchFamily="18" charset="0"/>
                              <a:sym typeface="Arial"/>
                            </a:rPr>
                          </m:ctrlPr>
                        </m:sSubPr>
                        <m:e>
                          <m:r>
                            <a:rPr kumimoji="0" lang="en-IN" sz="1400" b="0" i="1" u="none" strike="noStrike" kern="0" cap="none" spc="0" normalizeH="0" baseline="0" noProof="0">
                              <a:ln>
                                <a:noFill/>
                              </a:ln>
                              <a:solidFill>
                                <a:srgbClr val="000000"/>
                              </a:solidFill>
                              <a:effectLst/>
                              <a:uLnTx/>
                              <a:uFillTx/>
                              <a:latin typeface="Cambria Math" panose="02040503050406030204" pitchFamily="18" charset="0"/>
                              <a:sym typeface="Arial"/>
                            </a:rPr>
                            <m:t>𝐻</m:t>
                          </m:r>
                        </m:e>
                        <m:sub>
                          <m:r>
                            <a:rPr kumimoji="0" lang="en-IN" sz="1400" b="0" i="1" u="none" strike="noStrike" kern="0" cap="none" spc="0" normalizeH="0" baseline="0" noProof="0">
                              <a:ln>
                                <a:noFill/>
                              </a:ln>
                              <a:solidFill>
                                <a:srgbClr val="000000"/>
                              </a:solidFill>
                              <a:effectLst/>
                              <a:uLnTx/>
                              <a:uFillTx/>
                              <a:latin typeface="Cambria Math" panose="02040503050406030204" pitchFamily="18" charset="0"/>
                              <a:sym typeface="Arial"/>
                            </a:rPr>
                            <m:t>4</m:t>
                          </m:r>
                        </m:sub>
                      </m:sSub>
                      <m:r>
                        <a:rPr kumimoji="0" lang="en-IN" sz="1400" b="0" i="1" u="none" strike="noStrike" kern="0" cap="none" spc="0" normalizeH="0" baseline="0" noProof="0">
                          <a:ln>
                            <a:noFill/>
                          </a:ln>
                          <a:solidFill>
                            <a:srgbClr val="000000"/>
                          </a:solidFill>
                          <a:effectLst/>
                          <a:uLnTx/>
                          <a:uFillTx/>
                          <a:latin typeface="Cambria Math" panose="02040503050406030204" pitchFamily="18" charset="0"/>
                          <a:sym typeface="Arial"/>
                        </a:rPr>
                        <m:t>+</m:t>
                      </m:r>
                      <m:sSub>
                        <m:sSubPr>
                          <m:ctrlPr>
                            <a:rPr kumimoji="0" lang="en-MY" sz="1400" b="0" i="1" u="none" strike="noStrike" kern="0" cap="none" spc="0" normalizeH="0" baseline="0" noProof="0">
                              <a:ln>
                                <a:noFill/>
                              </a:ln>
                              <a:solidFill>
                                <a:srgbClr val="000000"/>
                              </a:solidFill>
                              <a:effectLst/>
                              <a:uLnTx/>
                              <a:uFillTx/>
                              <a:latin typeface="Cambria Math" panose="02040503050406030204" pitchFamily="18" charset="0"/>
                              <a:sym typeface="Arial"/>
                            </a:rPr>
                          </m:ctrlPr>
                        </m:sSubPr>
                        <m:e>
                          <m:r>
                            <a:rPr kumimoji="0" lang="en-IN" sz="1400" b="0" i="1" u="none" strike="noStrike" kern="0" cap="none" spc="0" normalizeH="0" baseline="0" noProof="0">
                              <a:ln>
                                <a:noFill/>
                              </a:ln>
                              <a:solidFill>
                                <a:srgbClr val="000000"/>
                              </a:solidFill>
                              <a:effectLst/>
                              <a:uLnTx/>
                              <a:uFillTx/>
                              <a:latin typeface="Cambria Math" panose="02040503050406030204" pitchFamily="18" charset="0"/>
                              <a:sym typeface="Arial"/>
                            </a:rPr>
                            <m:t>2</m:t>
                          </m:r>
                          <m:r>
                            <a:rPr kumimoji="0" lang="en-IN" sz="1400" b="0" i="1" u="none" strike="noStrike" kern="0" cap="none" spc="0" normalizeH="0" baseline="0" noProof="0">
                              <a:ln>
                                <a:noFill/>
                              </a:ln>
                              <a:solidFill>
                                <a:srgbClr val="000000"/>
                              </a:solidFill>
                              <a:effectLst/>
                              <a:uLnTx/>
                              <a:uFillTx/>
                              <a:latin typeface="Cambria Math" panose="02040503050406030204" pitchFamily="18" charset="0"/>
                              <a:sym typeface="Arial"/>
                            </a:rPr>
                            <m:t>𝑂</m:t>
                          </m:r>
                        </m:e>
                        <m:sub>
                          <m:r>
                            <a:rPr kumimoji="0" lang="en-IN" sz="1400" b="0" i="1" u="none" strike="noStrike" kern="0" cap="none" spc="0" normalizeH="0" baseline="0" noProof="0">
                              <a:ln>
                                <a:noFill/>
                              </a:ln>
                              <a:solidFill>
                                <a:srgbClr val="000000"/>
                              </a:solidFill>
                              <a:effectLst/>
                              <a:uLnTx/>
                              <a:uFillTx/>
                              <a:latin typeface="Cambria Math" panose="02040503050406030204" pitchFamily="18" charset="0"/>
                              <a:sym typeface="Arial"/>
                            </a:rPr>
                            <m:t>2</m:t>
                          </m:r>
                        </m:sub>
                      </m:sSub>
                      <m:r>
                        <a:rPr kumimoji="0" lang="en-IN" sz="1400" b="0" i="1" u="none" strike="noStrike" kern="0" cap="none" spc="0" normalizeH="0" baseline="0" noProof="0">
                          <a:ln>
                            <a:noFill/>
                          </a:ln>
                          <a:solidFill>
                            <a:srgbClr val="000000"/>
                          </a:solidFill>
                          <a:effectLst/>
                          <a:uLnTx/>
                          <a:uFillTx/>
                          <a:latin typeface="Cambria Math" panose="02040503050406030204" pitchFamily="18" charset="0"/>
                          <a:sym typeface="Arial"/>
                        </a:rPr>
                        <m:t>→</m:t>
                      </m:r>
                      <m:r>
                        <a:rPr kumimoji="0" lang="en-IN" sz="1400" b="0" i="1" u="none" strike="noStrike" kern="0" cap="none" spc="0" normalizeH="0" baseline="0" noProof="0">
                          <a:ln>
                            <a:noFill/>
                          </a:ln>
                          <a:solidFill>
                            <a:srgbClr val="000000"/>
                          </a:solidFill>
                          <a:effectLst/>
                          <a:uLnTx/>
                          <a:uFillTx/>
                          <a:latin typeface="Cambria Math" panose="02040503050406030204" pitchFamily="18" charset="0"/>
                          <a:sym typeface="Arial"/>
                        </a:rPr>
                        <m:t>𝐶</m:t>
                      </m:r>
                      <m:sSub>
                        <m:sSubPr>
                          <m:ctrlPr>
                            <a:rPr kumimoji="0" lang="en-MY" sz="1400" b="0" i="1" u="none" strike="noStrike" kern="0" cap="none" spc="0" normalizeH="0" baseline="0" noProof="0">
                              <a:ln>
                                <a:noFill/>
                              </a:ln>
                              <a:solidFill>
                                <a:srgbClr val="000000"/>
                              </a:solidFill>
                              <a:effectLst/>
                              <a:uLnTx/>
                              <a:uFillTx/>
                              <a:latin typeface="Cambria Math" panose="02040503050406030204" pitchFamily="18" charset="0"/>
                              <a:sym typeface="Arial"/>
                            </a:rPr>
                          </m:ctrlPr>
                        </m:sSubPr>
                        <m:e>
                          <m:r>
                            <a:rPr kumimoji="0" lang="en-IN" sz="1400" b="0" i="1" u="none" strike="noStrike" kern="0" cap="none" spc="0" normalizeH="0" baseline="0" noProof="0">
                              <a:ln>
                                <a:noFill/>
                              </a:ln>
                              <a:solidFill>
                                <a:srgbClr val="000000"/>
                              </a:solidFill>
                              <a:effectLst/>
                              <a:uLnTx/>
                              <a:uFillTx/>
                              <a:latin typeface="Cambria Math" panose="02040503050406030204" pitchFamily="18" charset="0"/>
                              <a:sym typeface="Arial"/>
                            </a:rPr>
                            <m:t>𝑂</m:t>
                          </m:r>
                        </m:e>
                        <m:sub>
                          <m:r>
                            <a:rPr kumimoji="0" lang="en-IN" sz="1400" b="0" i="1" u="none" strike="noStrike" kern="0" cap="none" spc="0" normalizeH="0" baseline="0" noProof="0">
                              <a:ln>
                                <a:noFill/>
                              </a:ln>
                              <a:solidFill>
                                <a:srgbClr val="000000"/>
                              </a:solidFill>
                              <a:effectLst/>
                              <a:uLnTx/>
                              <a:uFillTx/>
                              <a:latin typeface="Cambria Math" panose="02040503050406030204" pitchFamily="18" charset="0"/>
                              <a:sym typeface="Arial"/>
                            </a:rPr>
                            <m:t>2</m:t>
                          </m:r>
                        </m:sub>
                      </m:sSub>
                      <m:r>
                        <a:rPr kumimoji="0" lang="en-IN" sz="1400" b="0" i="1" u="none" strike="noStrike" kern="0" cap="none" spc="0" normalizeH="0" baseline="0" noProof="0">
                          <a:ln>
                            <a:noFill/>
                          </a:ln>
                          <a:solidFill>
                            <a:srgbClr val="000000"/>
                          </a:solidFill>
                          <a:effectLst/>
                          <a:uLnTx/>
                          <a:uFillTx/>
                          <a:latin typeface="Cambria Math" panose="02040503050406030204" pitchFamily="18" charset="0"/>
                          <a:sym typeface="Arial"/>
                        </a:rPr>
                        <m:t>+</m:t>
                      </m:r>
                      <m:sSub>
                        <m:sSubPr>
                          <m:ctrlPr>
                            <a:rPr kumimoji="0" lang="en-MY" sz="1400" b="0" i="1" u="none" strike="noStrike" kern="0" cap="none" spc="0" normalizeH="0" baseline="0" noProof="0">
                              <a:ln>
                                <a:noFill/>
                              </a:ln>
                              <a:solidFill>
                                <a:srgbClr val="000000"/>
                              </a:solidFill>
                              <a:effectLst/>
                              <a:uLnTx/>
                              <a:uFillTx/>
                              <a:latin typeface="Cambria Math" panose="02040503050406030204" pitchFamily="18" charset="0"/>
                              <a:sym typeface="Arial"/>
                            </a:rPr>
                          </m:ctrlPr>
                        </m:sSubPr>
                        <m:e>
                          <m:r>
                            <a:rPr kumimoji="0" lang="en-IN" sz="1400" b="0" i="1" u="none" strike="noStrike" kern="0" cap="none" spc="0" normalizeH="0" baseline="0" noProof="0">
                              <a:ln>
                                <a:noFill/>
                              </a:ln>
                              <a:solidFill>
                                <a:srgbClr val="000000"/>
                              </a:solidFill>
                              <a:effectLst/>
                              <a:uLnTx/>
                              <a:uFillTx/>
                              <a:latin typeface="Cambria Math" panose="02040503050406030204" pitchFamily="18" charset="0"/>
                              <a:sym typeface="Arial"/>
                            </a:rPr>
                            <m:t>2</m:t>
                          </m:r>
                          <m:r>
                            <a:rPr kumimoji="0" lang="en-IN" sz="1400" b="0" i="1" u="none" strike="noStrike" kern="0" cap="none" spc="0" normalizeH="0" baseline="0" noProof="0">
                              <a:ln>
                                <a:noFill/>
                              </a:ln>
                              <a:solidFill>
                                <a:srgbClr val="000000"/>
                              </a:solidFill>
                              <a:effectLst/>
                              <a:uLnTx/>
                              <a:uFillTx/>
                              <a:latin typeface="Cambria Math" panose="02040503050406030204" pitchFamily="18" charset="0"/>
                              <a:sym typeface="Arial"/>
                            </a:rPr>
                            <m:t>𝐻</m:t>
                          </m:r>
                        </m:e>
                        <m:sub>
                          <m:r>
                            <a:rPr kumimoji="0" lang="en-IN" sz="1400" b="0" i="1" u="none" strike="noStrike" kern="0" cap="none" spc="0" normalizeH="0" baseline="0" noProof="0">
                              <a:ln>
                                <a:noFill/>
                              </a:ln>
                              <a:solidFill>
                                <a:srgbClr val="000000"/>
                              </a:solidFill>
                              <a:effectLst/>
                              <a:uLnTx/>
                              <a:uFillTx/>
                              <a:latin typeface="Cambria Math" panose="02040503050406030204" pitchFamily="18" charset="0"/>
                              <a:sym typeface="Arial"/>
                            </a:rPr>
                            <m:t>2</m:t>
                          </m:r>
                        </m:sub>
                      </m:sSub>
                      <m:r>
                        <a:rPr kumimoji="0" lang="en-IN" sz="1400" b="0" i="1" u="none" strike="noStrike" kern="0" cap="none" spc="0" normalizeH="0" baseline="0" noProof="0">
                          <a:ln>
                            <a:noFill/>
                          </a:ln>
                          <a:solidFill>
                            <a:srgbClr val="000000"/>
                          </a:solidFill>
                          <a:effectLst/>
                          <a:uLnTx/>
                          <a:uFillTx/>
                          <a:latin typeface="Cambria Math" panose="02040503050406030204" pitchFamily="18" charset="0"/>
                          <a:sym typeface="Arial"/>
                        </a:rPr>
                        <m:t>𝑂</m:t>
                      </m:r>
                    </m:oMath>
                  </m:oMathPara>
                </a14:m>
                <a:endParaRPr kumimoji="0" lang="en-MY" sz="1400" b="0" i="0" u="none" strike="noStrike" kern="0" cap="none" spc="0" normalizeH="0" baseline="0" noProof="0" dirty="0">
                  <a:ln>
                    <a:noFill/>
                  </a:ln>
                  <a:solidFill>
                    <a:srgbClr val="000000"/>
                  </a:solidFill>
                  <a:effectLst/>
                  <a:uLnTx/>
                  <a:uFillTx/>
                  <a:latin typeface="Calibri" panose="020F0502020204030204" pitchFamily="34" charset="0"/>
                  <a:cs typeface="Arial"/>
                  <a:sym typeface="Arial"/>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IN" sz="1400" b="0" i="0" u="none" strike="noStrike" kern="0" cap="none" spc="0" normalizeH="0" baseline="0" noProof="0" dirty="0">
                    <a:ln>
                      <a:noFill/>
                    </a:ln>
                    <a:solidFill>
                      <a:srgbClr val="000000"/>
                    </a:solidFill>
                    <a:effectLst/>
                    <a:uLnTx/>
                    <a:uFillTx/>
                    <a:latin typeface="Calibri" panose="020F0502020204030204" pitchFamily="34" charset="0"/>
                    <a:cs typeface="Arial"/>
                    <a:sym typeface="Arial"/>
                  </a:rPr>
                  <a:t> This equation is now balanced. And the states of all the compounds are added</a:t>
                </a:r>
                <a:endParaRPr kumimoji="0" lang="en-MY" sz="1400" b="0" i="0" u="none" strike="noStrike" kern="0" cap="none" spc="0" normalizeH="0" baseline="0" noProof="0" dirty="0">
                  <a:ln>
                    <a:noFill/>
                  </a:ln>
                  <a:solidFill>
                    <a:srgbClr val="000000"/>
                  </a:solidFill>
                  <a:effectLst/>
                  <a:uLnTx/>
                  <a:uFillTx/>
                  <a:latin typeface="Calibri" panose="020F0502020204030204" pitchFamily="34" charset="0"/>
                  <a:cs typeface="Arial"/>
                  <a:sym typeface="Arial"/>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kumimoji="0" lang="en-IN" sz="1400" b="0" i="1" u="none" strike="noStrike" kern="0" cap="none" spc="0" normalizeH="0" baseline="0" noProof="0">
                          <a:ln>
                            <a:noFill/>
                          </a:ln>
                          <a:solidFill>
                            <a:srgbClr val="000000"/>
                          </a:solidFill>
                          <a:effectLst/>
                          <a:uLnTx/>
                          <a:uFillTx/>
                          <a:latin typeface="Cambria Math" panose="02040503050406030204" pitchFamily="18" charset="0"/>
                          <a:sym typeface="Arial"/>
                        </a:rPr>
                        <m:t>𝐶</m:t>
                      </m:r>
                      <m:sSub>
                        <m:sSubPr>
                          <m:ctrlPr>
                            <a:rPr kumimoji="0" lang="en-MY" sz="1400" b="0" i="1" u="none" strike="noStrike" kern="0" cap="none" spc="0" normalizeH="0" baseline="0" noProof="0">
                              <a:ln>
                                <a:noFill/>
                              </a:ln>
                              <a:solidFill>
                                <a:srgbClr val="000000"/>
                              </a:solidFill>
                              <a:effectLst/>
                              <a:uLnTx/>
                              <a:uFillTx/>
                              <a:latin typeface="Cambria Math" panose="02040503050406030204" pitchFamily="18" charset="0"/>
                              <a:sym typeface="Arial"/>
                            </a:rPr>
                          </m:ctrlPr>
                        </m:sSubPr>
                        <m:e>
                          <m:r>
                            <a:rPr kumimoji="0" lang="en-IN" sz="1400" b="0" i="1" u="none" strike="noStrike" kern="0" cap="none" spc="0" normalizeH="0" baseline="0" noProof="0">
                              <a:ln>
                                <a:noFill/>
                              </a:ln>
                              <a:solidFill>
                                <a:srgbClr val="000000"/>
                              </a:solidFill>
                              <a:effectLst/>
                              <a:uLnTx/>
                              <a:uFillTx/>
                              <a:latin typeface="Cambria Math" panose="02040503050406030204" pitchFamily="18" charset="0"/>
                              <a:sym typeface="Arial"/>
                            </a:rPr>
                            <m:t>𝐻</m:t>
                          </m:r>
                        </m:e>
                        <m:sub>
                          <m:r>
                            <a:rPr kumimoji="0" lang="en-IN" sz="1400" b="0" i="1" u="none" strike="noStrike" kern="0" cap="none" spc="0" normalizeH="0" baseline="0" noProof="0">
                              <a:ln>
                                <a:noFill/>
                              </a:ln>
                              <a:solidFill>
                                <a:srgbClr val="000000"/>
                              </a:solidFill>
                              <a:effectLst/>
                              <a:uLnTx/>
                              <a:uFillTx/>
                              <a:latin typeface="Cambria Math" panose="02040503050406030204" pitchFamily="18" charset="0"/>
                              <a:sym typeface="Arial"/>
                            </a:rPr>
                            <m:t>4</m:t>
                          </m:r>
                        </m:sub>
                      </m:sSub>
                      <m:d>
                        <m:dPr>
                          <m:ctrlPr>
                            <a:rPr kumimoji="0" lang="en-MY" sz="1400" b="0" i="1" u="none" strike="noStrike" kern="0" cap="none" spc="0" normalizeH="0" baseline="0" noProof="0">
                              <a:ln>
                                <a:noFill/>
                              </a:ln>
                              <a:solidFill>
                                <a:srgbClr val="000000"/>
                              </a:solidFill>
                              <a:effectLst/>
                              <a:uLnTx/>
                              <a:uFillTx/>
                              <a:latin typeface="Cambria Math" panose="02040503050406030204" pitchFamily="18" charset="0"/>
                              <a:sym typeface="Arial"/>
                            </a:rPr>
                          </m:ctrlPr>
                        </m:dPr>
                        <m:e>
                          <m:r>
                            <a:rPr kumimoji="0" lang="en-IN" sz="1400" b="0" i="1" u="none" strike="noStrike" kern="0" cap="none" spc="0" normalizeH="0" baseline="0" noProof="0">
                              <a:ln>
                                <a:noFill/>
                              </a:ln>
                              <a:solidFill>
                                <a:srgbClr val="000000"/>
                              </a:solidFill>
                              <a:effectLst/>
                              <a:uLnTx/>
                              <a:uFillTx/>
                              <a:latin typeface="Cambria Math" panose="02040503050406030204" pitchFamily="18" charset="0"/>
                              <a:sym typeface="Arial"/>
                            </a:rPr>
                            <m:t>𝑔</m:t>
                          </m:r>
                        </m:e>
                      </m:d>
                      <m:r>
                        <a:rPr kumimoji="0" lang="en-IN" sz="1400" b="0" i="1" u="none" strike="noStrike" kern="0" cap="none" spc="0" normalizeH="0" baseline="0" noProof="0">
                          <a:ln>
                            <a:noFill/>
                          </a:ln>
                          <a:solidFill>
                            <a:srgbClr val="000000"/>
                          </a:solidFill>
                          <a:effectLst/>
                          <a:uLnTx/>
                          <a:uFillTx/>
                          <a:latin typeface="Cambria Math" panose="02040503050406030204" pitchFamily="18" charset="0"/>
                          <a:sym typeface="Arial"/>
                        </a:rPr>
                        <m:t>+</m:t>
                      </m:r>
                      <m:sSub>
                        <m:sSubPr>
                          <m:ctrlPr>
                            <a:rPr kumimoji="0" lang="en-MY" sz="1400" b="0" i="1" u="none" strike="noStrike" kern="0" cap="none" spc="0" normalizeH="0" baseline="0" noProof="0">
                              <a:ln>
                                <a:noFill/>
                              </a:ln>
                              <a:solidFill>
                                <a:srgbClr val="000000"/>
                              </a:solidFill>
                              <a:effectLst/>
                              <a:uLnTx/>
                              <a:uFillTx/>
                              <a:latin typeface="Cambria Math" panose="02040503050406030204" pitchFamily="18" charset="0"/>
                              <a:sym typeface="Arial"/>
                            </a:rPr>
                          </m:ctrlPr>
                        </m:sSubPr>
                        <m:e>
                          <m:r>
                            <a:rPr kumimoji="0" lang="en-IN" sz="1400" b="0" i="1" u="none" strike="noStrike" kern="0" cap="none" spc="0" normalizeH="0" baseline="0" noProof="0">
                              <a:ln>
                                <a:noFill/>
                              </a:ln>
                              <a:solidFill>
                                <a:srgbClr val="000000"/>
                              </a:solidFill>
                              <a:effectLst/>
                              <a:uLnTx/>
                              <a:uFillTx/>
                              <a:latin typeface="Cambria Math" panose="02040503050406030204" pitchFamily="18" charset="0"/>
                              <a:sym typeface="Arial"/>
                            </a:rPr>
                            <m:t>2</m:t>
                          </m:r>
                          <m:r>
                            <a:rPr kumimoji="0" lang="en-IN" sz="1400" b="0" i="1" u="none" strike="noStrike" kern="0" cap="none" spc="0" normalizeH="0" baseline="0" noProof="0">
                              <a:ln>
                                <a:noFill/>
                              </a:ln>
                              <a:solidFill>
                                <a:srgbClr val="000000"/>
                              </a:solidFill>
                              <a:effectLst/>
                              <a:uLnTx/>
                              <a:uFillTx/>
                              <a:latin typeface="Cambria Math" panose="02040503050406030204" pitchFamily="18" charset="0"/>
                              <a:sym typeface="Arial"/>
                            </a:rPr>
                            <m:t>𝑂</m:t>
                          </m:r>
                        </m:e>
                        <m:sub>
                          <m:r>
                            <a:rPr kumimoji="0" lang="en-IN" sz="1400" b="0" i="1" u="none" strike="noStrike" kern="0" cap="none" spc="0" normalizeH="0" baseline="0" noProof="0">
                              <a:ln>
                                <a:noFill/>
                              </a:ln>
                              <a:solidFill>
                                <a:srgbClr val="000000"/>
                              </a:solidFill>
                              <a:effectLst/>
                              <a:uLnTx/>
                              <a:uFillTx/>
                              <a:latin typeface="Cambria Math" panose="02040503050406030204" pitchFamily="18" charset="0"/>
                              <a:sym typeface="Arial"/>
                            </a:rPr>
                            <m:t>2</m:t>
                          </m:r>
                        </m:sub>
                      </m:sSub>
                      <m:d>
                        <m:dPr>
                          <m:ctrlPr>
                            <a:rPr kumimoji="0" lang="en-MY" sz="1400" b="0" i="1" u="none" strike="noStrike" kern="0" cap="none" spc="0" normalizeH="0" baseline="0" noProof="0">
                              <a:ln>
                                <a:noFill/>
                              </a:ln>
                              <a:solidFill>
                                <a:srgbClr val="000000"/>
                              </a:solidFill>
                              <a:effectLst/>
                              <a:uLnTx/>
                              <a:uFillTx/>
                              <a:latin typeface="Cambria Math" panose="02040503050406030204" pitchFamily="18" charset="0"/>
                              <a:sym typeface="Arial"/>
                            </a:rPr>
                          </m:ctrlPr>
                        </m:dPr>
                        <m:e>
                          <m:r>
                            <a:rPr kumimoji="0" lang="en-IN" sz="1400" b="0" i="1" u="none" strike="noStrike" kern="0" cap="none" spc="0" normalizeH="0" baseline="0" noProof="0">
                              <a:ln>
                                <a:noFill/>
                              </a:ln>
                              <a:solidFill>
                                <a:srgbClr val="000000"/>
                              </a:solidFill>
                              <a:effectLst/>
                              <a:uLnTx/>
                              <a:uFillTx/>
                              <a:latin typeface="Cambria Math" panose="02040503050406030204" pitchFamily="18" charset="0"/>
                              <a:sym typeface="Arial"/>
                            </a:rPr>
                            <m:t>𝑔</m:t>
                          </m:r>
                        </m:e>
                      </m:d>
                      <m:box>
                        <m:boxPr>
                          <m:ctrlPr>
                            <a:rPr kumimoji="0" lang="en-MY" sz="1400" b="0" i="1" u="none" strike="noStrike" kern="0" cap="none" spc="0" normalizeH="0" baseline="0" noProof="0">
                              <a:ln>
                                <a:noFill/>
                              </a:ln>
                              <a:solidFill>
                                <a:srgbClr val="000000"/>
                              </a:solidFill>
                              <a:effectLst/>
                              <a:uLnTx/>
                              <a:uFillTx/>
                              <a:latin typeface="Cambria Math" panose="02040503050406030204" pitchFamily="18" charset="0"/>
                              <a:sym typeface="Arial"/>
                            </a:rPr>
                          </m:ctrlPr>
                        </m:boxPr>
                        <m:e>
                          <m:groupChr>
                            <m:groupChrPr>
                              <m:chr m:val="→"/>
                              <m:vertJc m:val="bot"/>
                              <m:ctrlPr>
                                <a:rPr kumimoji="0" lang="en-MY" sz="1400" b="0" i="1" u="none" strike="noStrike" kern="0" cap="none" spc="0" normalizeH="0" baseline="0" noProof="0">
                                  <a:ln>
                                    <a:noFill/>
                                  </a:ln>
                                  <a:solidFill>
                                    <a:srgbClr val="000000"/>
                                  </a:solidFill>
                                  <a:effectLst/>
                                  <a:uLnTx/>
                                  <a:uFillTx/>
                                  <a:latin typeface="Cambria Math" panose="02040503050406030204" pitchFamily="18" charset="0"/>
                                  <a:sym typeface="Arial"/>
                                </a:rPr>
                              </m:ctrlPr>
                            </m:groupChrPr>
                            <m:e>
                              <m:r>
                                <a:rPr kumimoji="0" lang="en-IN" sz="1400" b="0" i="1" u="none" strike="noStrike" kern="0" cap="none" spc="0" normalizeH="0" baseline="0" noProof="0">
                                  <a:ln>
                                    <a:noFill/>
                                  </a:ln>
                                  <a:solidFill>
                                    <a:srgbClr val="000000"/>
                                  </a:solidFill>
                                  <a:effectLst/>
                                  <a:uLnTx/>
                                  <a:uFillTx/>
                                  <a:latin typeface="Cambria Math" panose="02040503050406030204" pitchFamily="18" charset="0"/>
                                  <a:sym typeface="Arial"/>
                                </a:rPr>
                                <m:t>𝑏𝑢𝑟𝑛𝑠</m:t>
                              </m:r>
                            </m:e>
                          </m:groupChr>
                        </m:e>
                      </m:box>
                      <m:r>
                        <a:rPr kumimoji="0" lang="en-IN" sz="1400" b="0" i="1" u="none" strike="noStrike" kern="0" cap="none" spc="0" normalizeH="0" baseline="0" noProof="0">
                          <a:ln>
                            <a:noFill/>
                          </a:ln>
                          <a:solidFill>
                            <a:srgbClr val="000000"/>
                          </a:solidFill>
                          <a:effectLst/>
                          <a:uLnTx/>
                          <a:uFillTx/>
                          <a:latin typeface="Cambria Math" panose="02040503050406030204" pitchFamily="18" charset="0"/>
                          <a:sym typeface="Arial"/>
                        </a:rPr>
                        <m:t>𝐶</m:t>
                      </m:r>
                      <m:sSub>
                        <m:sSubPr>
                          <m:ctrlPr>
                            <a:rPr kumimoji="0" lang="en-MY" sz="1400" b="0" i="1" u="none" strike="noStrike" kern="0" cap="none" spc="0" normalizeH="0" baseline="0" noProof="0">
                              <a:ln>
                                <a:noFill/>
                              </a:ln>
                              <a:solidFill>
                                <a:srgbClr val="000000"/>
                              </a:solidFill>
                              <a:effectLst/>
                              <a:uLnTx/>
                              <a:uFillTx/>
                              <a:latin typeface="Cambria Math" panose="02040503050406030204" pitchFamily="18" charset="0"/>
                              <a:sym typeface="Arial"/>
                            </a:rPr>
                          </m:ctrlPr>
                        </m:sSubPr>
                        <m:e>
                          <m:r>
                            <a:rPr kumimoji="0" lang="en-IN" sz="1400" b="0" i="1" u="none" strike="noStrike" kern="0" cap="none" spc="0" normalizeH="0" baseline="0" noProof="0">
                              <a:ln>
                                <a:noFill/>
                              </a:ln>
                              <a:solidFill>
                                <a:srgbClr val="000000"/>
                              </a:solidFill>
                              <a:effectLst/>
                              <a:uLnTx/>
                              <a:uFillTx/>
                              <a:latin typeface="Cambria Math" panose="02040503050406030204" pitchFamily="18" charset="0"/>
                              <a:sym typeface="Arial"/>
                            </a:rPr>
                            <m:t>𝑂</m:t>
                          </m:r>
                        </m:e>
                        <m:sub>
                          <m:r>
                            <a:rPr kumimoji="0" lang="en-IN" sz="1400" b="0" i="1" u="none" strike="noStrike" kern="0" cap="none" spc="0" normalizeH="0" baseline="0" noProof="0">
                              <a:ln>
                                <a:noFill/>
                              </a:ln>
                              <a:solidFill>
                                <a:srgbClr val="000000"/>
                              </a:solidFill>
                              <a:effectLst/>
                              <a:uLnTx/>
                              <a:uFillTx/>
                              <a:latin typeface="Cambria Math" panose="02040503050406030204" pitchFamily="18" charset="0"/>
                              <a:sym typeface="Arial"/>
                            </a:rPr>
                            <m:t>2</m:t>
                          </m:r>
                        </m:sub>
                      </m:sSub>
                      <m:d>
                        <m:dPr>
                          <m:ctrlPr>
                            <a:rPr kumimoji="0" lang="en-MY" sz="1400" b="0" i="1" u="none" strike="noStrike" kern="0" cap="none" spc="0" normalizeH="0" baseline="0" noProof="0">
                              <a:ln>
                                <a:noFill/>
                              </a:ln>
                              <a:solidFill>
                                <a:srgbClr val="000000"/>
                              </a:solidFill>
                              <a:effectLst/>
                              <a:uLnTx/>
                              <a:uFillTx/>
                              <a:latin typeface="Cambria Math" panose="02040503050406030204" pitchFamily="18" charset="0"/>
                              <a:sym typeface="Arial"/>
                            </a:rPr>
                          </m:ctrlPr>
                        </m:dPr>
                        <m:e>
                          <m:r>
                            <a:rPr kumimoji="0" lang="en-IN" sz="1400" b="0" i="1" u="none" strike="noStrike" kern="0" cap="none" spc="0" normalizeH="0" baseline="0" noProof="0">
                              <a:ln>
                                <a:noFill/>
                              </a:ln>
                              <a:solidFill>
                                <a:srgbClr val="000000"/>
                              </a:solidFill>
                              <a:effectLst/>
                              <a:uLnTx/>
                              <a:uFillTx/>
                              <a:latin typeface="Cambria Math" panose="02040503050406030204" pitchFamily="18" charset="0"/>
                              <a:sym typeface="Arial"/>
                            </a:rPr>
                            <m:t>𝑔</m:t>
                          </m:r>
                        </m:e>
                      </m:d>
                      <m:r>
                        <a:rPr kumimoji="0" lang="en-IN" sz="1400" b="0" i="1" u="none" strike="noStrike" kern="0" cap="none" spc="0" normalizeH="0" baseline="0" noProof="0">
                          <a:ln>
                            <a:noFill/>
                          </a:ln>
                          <a:solidFill>
                            <a:srgbClr val="000000"/>
                          </a:solidFill>
                          <a:effectLst/>
                          <a:uLnTx/>
                          <a:uFillTx/>
                          <a:latin typeface="Cambria Math" panose="02040503050406030204" pitchFamily="18" charset="0"/>
                          <a:sym typeface="Arial"/>
                        </a:rPr>
                        <m:t>+</m:t>
                      </m:r>
                      <m:sSub>
                        <m:sSubPr>
                          <m:ctrlPr>
                            <a:rPr kumimoji="0" lang="en-MY" sz="1400" b="0" i="1" u="none" strike="noStrike" kern="0" cap="none" spc="0" normalizeH="0" baseline="0" noProof="0">
                              <a:ln>
                                <a:noFill/>
                              </a:ln>
                              <a:solidFill>
                                <a:srgbClr val="000000"/>
                              </a:solidFill>
                              <a:effectLst/>
                              <a:uLnTx/>
                              <a:uFillTx/>
                              <a:latin typeface="Cambria Math" panose="02040503050406030204" pitchFamily="18" charset="0"/>
                              <a:sym typeface="Arial"/>
                            </a:rPr>
                          </m:ctrlPr>
                        </m:sSubPr>
                        <m:e>
                          <m:r>
                            <a:rPr kumimoji="0" lang="en-IN" sz="1400" b="0" i="1" u="none" strike="noStrike" kern="0" cap="none" spc="0" normalizeH="0" baseline="0" noProof="0">
                              <a:ln>
                                <a:noFill/>
                              </a:ln>
                              <a:solidFill>
                                <a:srgbClr val="000000"/>
                              </a:solidFill>
                              <a:effectLst/>
                              <a:uLnTx/>
                              <a:uFillTx/>
                              <a:latin typeface="Cambria Math" panose="02040503050406030204" pitchFamily="18" charset="0"/>
                              <a:sym typeface="Arial"/>
                            </a:rPr>
                            <m:t>2</m:t>
                          </m:r>
                          <m:r>
                            <a:rPr kumimoji="0" lang="en-IN" sz="1400" b="0" i="1" u="none" strike="noStrike" kern="0" cap="none" spc="0" normalizeH="0" baseline="0" noProof="0">
                              <a:ln>
                                <a:noFill/>
                              </a:ln>
                              <a:solidFill>
                                <a:srgbClr val="000000"/>
                              </a:solidFill>
                              <a:effectLst/>
                              <a:uLnTx/>
                              <a:uFillTx/>
                              <a:latin typeface="Cambria Math" panose="02040503050406030204" pitchFamily="18" charset="0"/>
                              <a:sym typeface="Arial"/>
                            </a:rPr>
                            <m:t>𝐻</m:t>
                          </m:r>
                        </m:e>
                        <m:sub>
                          <m:r>
                            <a:rPr kumimoji="0" lang="en-IN" sz="1400" b="0" i="1" u="none" strike="noStrike" kern="0" cap="none" spc="0" normalizeH="0" baseline="0" noProof="0">
                              <a:ln>
                                <a:noFill/>
                              </a:ln>
                              <a:solidFill>
                                <a:srgbClr val="000000"/>
                              </a:solidFill>
                              <a:effectLst/>
                              <a:uLnTx/>
                              <a:uFillTx/>
                              <a:latin typeface="Cambria Math" panose="02040503050406030204" pitchFamily="18" charset="0"/>
                              <a:sym typeface="Arial"/>
                            </a:rPr>
                            <m:t>2</m:t>
                          </m:r>
                        </m:sub>
                      </m:sSub>
                      <m:r>
                        <a:rPr kumimoji="0" lang="en-IN" sz="1400" b="0" i="1" u="none" strike="noStrike" kern="0" cap="none" spc="0" normalizeH="0" baseline="0" noProof="0">
                          <a:ln>
                            <a:noFill/>
                          </a:ln>
                          <a:solidFill>
                            <a:srgbClr val="000000"/>
                          </a:solidFill>
                          <a:effectLst/>
                          <a:uLnTx/>
                          <a:uFillTx/>
                          <a:latin typeface="Cambria Math" panose="02040503050406030204" pitchFamily="18" charset="0"/>
                          <a:sym typeface="Arial"/>
                        </a:rPr>
                        <m:t>𝑂</m:t>
                      </m:r>
                      <m:r>
                        <a:rPr kumimoji="0" lang="en-IN" sz="1400" b="0" i="1" u="none" strike="noStrike" kern="0" cap="none" spc="0" normalizeH="0" baseline="0" noProof="0">
                          <a:ln>
                            <a:noFill/>
                          </a:ln>
                          <a:solidFill>
                            <a:srgbClr val="000000"/>
                          </a:solidFill>
                          <a:effectLst/>
                          <a:uLnTx/>
                          <a:uFillTx/>
                          <a:latin typeface="Cambria Math" panose="02040503050406030204" pitchFamily="18" charset="0"/>
                          <a:sym typeface="Arial"/>
                        </a:rPr>
                        <m:t>(</m:t>
                      </m:r>
                      <m:r>
                        <a:rPr kumimoji="0" lang="en-IN" sz="1400" b="0" i="1" u="none" strike="noStrike" kern="0" cap="none" spc="0" normalizeH="0" baseline="0" noProof="0">
                          <a:ln>
                            <a:noFill/>
                          </a:ln>
                          <a:solidFill>
                            <a:srgbClr val="000000"/>
                          </a:solidFill>
                          <a:effectLst/>
                          <a:uLnTx/>
                          <a:uFillTx/>
                          <a:latin typeface="Cambria Math" panose="02040503050406030204" pitchFamily="18" charset="0"/>
                          <a:sym typeface="Arial"/>
                        </a:rPr>
                        <m:t>𝑙</m:t>
                      </m:r>
                      <m:r>
                        <a:rPr kumimoji="0" lang="en-IN" sz="1400" b="0" i="1" u="none" strike="noStrike" kern="0" cap="none" spc="0" normalizeH="0" baseline="0" noProof="0">
                          <a:ln>
                            <a:noFill/>
                          </a:ln>
                          <a:solidFill>
                            <a:srgbClr val="000000"/>
                          </a:solidFill>
                          <a:effectLst/>
                          <a:uLnTx/>
                          <a:uFillTx/>
                          <a:latin typeface="Cambria Math" panose="02040503050406030204" pitchFamily="18" charset="0"/>
                          <a:sym typeface="Arial"/>
                        </a:rPr>
                        <m:t>)</m:t>
                      </m:r>
                    </m:oMath>
                  </m:oMathPara>
                </a14:m>
                <a:endParaRPr kumimoji="0" lang="en-MY" sz="1400" b="0" i="0" u="none" strike="noStrike" kern="0" cap="none" spc="0" normalizeH="0" baseline="0" noProof="0" dirty="0">
                  <a:ln>
                    <a:noFill/>
                  </a:ln>
                  <a:solidFill>
                    <a:srgbClr val="000000"/>
                  </a:solidFill>
                  <a:effectLst/>
                  <a:uLnTx/>
                  <a:uFillTx/>
                  <a:latin typeface="Calibri" panose="020F0502020204030204" pitchFamily="34" charset="0"/>
                  <a:cs typeface="Arial"/>
                  <a:sym typeface="Arial"/>
                </a:endParaRPr>
              </a:p>
            </p:txBody>
          </p:sp>
        </mc:Choice>
        <mc:Fallback xmlns="">
          <p:sp>
            <p:nvSpPr>
              <p:cNvPr id="118" name="Google Shape;118;p26"/>
              <p:cNvSpPr txBox="1">
                <a:spLocks noRot="1" noChangeAspect="1" noMove="1" noResize="1" noEditPoints="1" noAdjustHandles="1" noChangeArrowheads="1" noChangeShapeType="1" noTextEdit="1"/>
              </p:cNvSpPr>
              <p:nvPr/>
            </p:nvSpPr>
            <p:spPr>
              <a:xfrm>
                <a:off x="326571" y="1843168"/>
                <a:ext cx="8271329" cy="3300332"/>
              </a:xfrm>
              <a:prstGeom prst="rect">
                <a:avLst/>
              </a:prstGeom>
              <a:blipFill>
                <a:blip r:embed="rId3"/>
                <a:stretch>
                  <a:fillRect l="-221" r="-369"/>
                </a:stretch>
              </a:blipFill>
              <a:ln>
                <a:noFill/>
              </a:ln>
            </p:spPr>
            <p:txBody>
              <a:bodyPr/>
              <a:lstStyle/>
              <a:p>
                <a:r>
                  <a:rPr lang="en-GB">
                    <a:noFill/>
                  </a:rPr>
                  <a:t> </a:t>
                </a:r>
              </a:p>
            </p:txBody>
          </p:sp>
        </mc:Fallback>
      </mc:AlternateContent>
    </p:spTree>
    <p:extLst>
      <p:ext uri="{BB962C8B-B14F-4D97-AF65-F5344CB8AC3E}">
        <p14:creationId xmlns:p14="http://schemas.microsoft.com/office/powerpoint/2010/main" val="95306617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116"/>
        <p:cNvGrpSpPr/>
        <p:nvPr/>
      </p:nvGrpSpPr>
      <p:grpSpPr>
        <a:xfrm>
          <a:off x="0" y="0"/>
          <a:ext cx="0" cy="0"/>
          <a:chOff x="0" y="0"/>
          <a:chExt cx="0" cy="0"/>
        </a:xfrm>
      </p:grpSpPr>
      <p:sp>
        <p:nvSpPr>
          <p:cNvPr id="117" name="Google Shape;117;p26"/>
          <p:cNvSpPr txBox="1">
            <a:spLocks noGrp="1"/>
          </p:cNvSpPr>
          <p:nvPr>
            <p:ph type="title"/>
          </p:nvPr>
        </p:nvSpPr>
        <p:spPr>
          <a:xfrm>
            <a:off x="933024" y="592925"/>
            <a:ext cx="7448975" cy="767700"/>
          </a:xfrm>
          <a:prstGeom prst="rect">
            <a:avLst/>
          </a:prstGeom>
        </p:spPr>
        <p:txBody>
          <a:bodyPr spcFirstLastPara="1" wrap="square" lIns="91425" tIns="91425" rIns="91425" bIns="91425" anchor="b" anchorCtr="0">
            <a:noAutofit/>
          </a:bodyPr>
          <a:lstStyle/>
          <a:p>
            <a:pPr marL="114300">
              <a:buSzPts val="1800"/>
            </a:pPr>
            <a:r>
              <a:rPr lang="en-IN" dirty="0">
                <a:latin typeface="Calibri" panose="020F0502020204030204" pitchFamily="34" charset="0"/>
              </a:rPr>
              <a:t>Molar Gas Volume</a:t>
            </a:r>
            <a:endParaRPr lang="en-MY" dirty="0">
              <a:latin typeface="Calibri" panose="020F0502020204030204" pitchFamily="34" charset="0"/>
            </a:endParaRPr>
          </a:p>
        </p:txBody>
      </p:sp>
      <p:sp>
        <p:nvSpPr>
          <p:cNvPr id="118" name="Google Shape;118;p26"/>
          <p:cNvSpPr txBox="1"/>
          <p:nvPr/>
        </p:nvSpPr>
        <p:spPr>
          <a:xfrm>
            <a:off x="326571" y="1843168"/>
            <a:ext cx="5104529" cy="2492100"/>
          </a:xfrm>
          <a:prstGeom prst="rect">
            <a:avLst/>
          </a:prstGeom>
          <a:noFill/>
          <a:ln>
            <a:noFill/>
          </a:ln>
        </p:spPr>
        <p:txBody>
          <a:bodyPr spcFirstLastPara="1" wrap="square" lIns="91425" tIns="91425" rIns="91425" bIns="91425" anchor="t" anchorCtr="0">
            <a:noAutofit/>
          </a:bodyPr>
          <a:lstStyle/>
          <a:p>
            <a:pPr marL="400050" lvl="0" indent="-285750" algn="just">
              <a:buSzPts val="1800"/>
              <a:buFont typeface="Arial" panose="020B0604020202020204" pitchFamily="34" charset="0"/>
              <a:buChar char="•"/>
            </a:pPr>
            <a:r>
              <a:rPr lang="en-MY" sz="1600" dirty="0">
                <a:latin typeface="Calibri" panose="020F0502020204030204" pitchFamily="34" charset="0"/>
              </a:rPr>
              <a:t>For gases, measuring volume is more convenient than calculating mass. </a:t>
            </a:r>
          </a:p>
          <a:p>
            <a:pPr marL="400050" lvl="0" indent="-285750" algn="just">
              <a:buSzPts val="1800"/>
              <a:buFont typeface="Arial" panose="020B0604020202020204" pitchFamily="34" charset="0"/>
              <a:buChar char="•"/>
            </a:pPr>
            <a:r>
              <a:rPr lang="en-MY" sz="1600" dirty="0">
                <a:latin typeface="Calibri" panose="020F0502020204030204" pitchFamily="34" charset="0"/>
              </a:rPr>
              <a:t>Avogadro discovered that equal volumes of gases at the same temperature and pressure contain the same number of atoms. </a:t>
            </a:r>
          </a:p>
          <a:p>
            <a:pPr marL="400050" lvl="0" indent="-285750" algn="just">
              <a:buSzPts val="1800"/>
              <a:buFont typeface="Arial" panose="020B0604020202020204" pitchFamily="34" charset="0"/>
              <a:buChar char="•"/>
            </a:pPr>
            <a:r>
              <a:rPr lang="en-MY" sz="1600" dirty="0">
                <a:latin typeface="Calibri" panose="020F0502020204030204" pitchFamily="34" charset="0"/>
              </a:rPr>
              <a:t>One mole of a gas occupies 24 dm</a:t>
            </a:r>
            <a:r>
              <a:rPr lang="en-MY" sz="1600" baseline="30000" dirty="0">
                <a:latin typeface="Calibri" panose="020F0502020204030204" pitchFamily="34" charset="0"/>
              </a:rPr>
              <a:t>3</a:t>
            </a:r>
            <a:r>
              <a:rPr lang="en-MY" sz="1600" dirty="0">
                <a:latin typeface="Calibri" panose="020F0502020204030204" pitchFamily="34" charset="0"/>
              </a:rPr>
              <a:t> (1 m</a:t>
            </a:r>
            <a:r>
              <a:rPr lang="en-MY" sz="1600" baseline="30000" dirty="0">
                <a:latin typeface="Calibri" panose="020F0502020204030204" pitchFamily="34" charset="0"/>
              </a:rPr>
              <a:t>3</a:t>
            </a:r>
            <a:r>
              <a:rPr lang="en-MY" sz="1600" dirty="0">
                <a:latin typeface="Calibri" panose="020F0502020204030204" pitchFamily="34" charset="0"/>
              </a:rPr>
              <a:t>=1000 dm</a:t>
            </a:r>
            <a:r>
              <a:rPr lang="en-MY" sz="1600" baseline="30000" dirty="0">
                <a:latin typeface="Calibri" panose="020F0502020204030204" pitchFamily="34" charset="0"/>
              </a:rPr>
              <a:t>3</a:t>
            </a:r>
            <a:r>
              <a:rPr lang="en-MY" sz="1600" dirty="0">
                <a:latin typeface="Calibri" panose="020F0502020204030204" pitchFamily="34" charset="0"/>
              </a:rPr>
              <a:t>) at standard pressure (1 </a:t>
            </a:r>
            <a:r>
              <a:rPr lang="en-MY" sz="1600" dirty="0" err="1">
                <a:latin typeface="Calibri" panose="020F0502020204030204" pitchFamily="34" charset="0"/>
              </a:rPr>
              <a:t>atm</a:t>
            </a:r>
            <a:r>
              <a:rPr lang="en-MY" sz="1600" dirty="0">
                <a:latin typeface="Calibri" panose="020F0502020204030204" pitchFamily="34" charset="0"/>
              </a:rPr>
              <a:t>) and temperature (273 K). Therefore, the molar gas volume is 24 dm</a:t>
            </a:r>
            <a:r>
              <a:rPr lang="en-MY" sz="1600" baseline="30000" dirty="0">
                <a:latin typeface="Calibri" panose="020F0502020204030204" pitchFamily="34" charset="0"/>
              </a:rPr>
              <a:t>3</a:t>
            </a:r>
            <a:r>
              <a:rPr lang="en-MY" sz="1600" dirty="0">
                <a:latin typeface="Calibri" panose="020F0502020204030204" pitchFamily="34" charset="0"/>
              </a:rPr>
              <a:t>/mol.</a:t>
            </a:r>
          </a:p>
        </p:txBody>
      </p:sp>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431100" y="1843168"/>
            <a:ext cx="3425952" cy="3096768"/>
          </a:xfrm>
          <a:prstGeom prst="rect">
            <a:avLst/>
          </a:prstGeom>
        </p:spPr>
      </p:pic>
      <mc:AlternateContent xmlns:mc="http://schemas.openxmlformats.org/markup-compatibility/2006" xmlns:a14="http://schemas.microsoft.com/office/drawing/2010/main">
        <mc:Choice Requires="a14">
          <p:sp>
            <p:nvSpPr>
              <p:cNvPr id="4" name="Rectangle 3"/>
              <p:cNvSpPr/>
              <p:nvPr/>
            </p:nvSpPr>
            <p:spPr>
              <a:xfrm>
                <a:off x="846355" y="4027491"/>
                <a:ext cx="4064959" cy="307777"/>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MY" i="1">
                          <a:latin typeface="Cambria Math" panose="02040503050406030204" pitchFamily="18" charset="0"/>
                        </a:rPr>
                        <m:t>𝑉𝑜𝑙𝑢𝑚𝑒</m:t>
                      </m:r>
                      <m:r>
                        <a:rPr lang="en-MY">
                          <a:latin typeface="Cambria Math" panose="02040503050406030204" pitchFamily="18" charset="0"/>
                        </a:rPr>
                        <m:t> </m:t>
                      </m:r>
                      <m:r>
                        <a:rPr lang="en-MY" i="1">
                          <a:latin typeface="Cambria Math" panose="02040503050406030204" pitchFamily="18" charset="0"/>
                        </a:rPr>
                        <m:t>𝑜𝑓</m:t>
                      </m:r>
                      <m:r>
                        <a:rPr lang="en-MY">
                          <a:latin typeface="Cambria Math" panose="02040503050406030204" pitchFamily="18" charset="0"/>
                        </a:rPr>
                        <m:t> </m:t>
                      </m:r>
                      <m:r>
                        <a:rPr lang="en-MY" i="1">
                          <a:latin typeface="Cambria Math" panose="02040503050406030204" pitchFamily="18" charset="0"/>
                        </a:rPr>
                        <m:t>𝑔𝑎𝑠</m:t>
                      </m:r>
                      <m:r>
                        <a:rPr lang="en-MY">
                          <a:latin typeface="Cambria Math" panose="02040503050406030204" pitchFamily="18" charset="0"/>
                        </a:rPr>
                        <m:t> (</m:t>
                      </m:r>
                      <m:sSup>
                        <m:sSupPr>
                          <m:ctrlPr>
                            <a:rPr lang="en-MY" i="1">
                              <a:latin typeface="Cambria Math" panose="02040503050406030204" pitchFamily="18" charset="0"/>
                            </a:rPr>
                          </m:ctrlPr>
                        </m:sSupPr>
                        <m:e>
                          <m:r>
                            <a:rPr lang="en-MY" i="1">
                              <a:latin typeface="Cambria Math" panose="02040503050406030204" pitchFamily="18" charset="0"/>
                            </a:rPr>
                            <m:t>𝑑𝑚</m:t>
                          </m:r>
                        </m:e>
                        <m:sup>
                          <m:r>
                            <a:rPr lang="en-MY">
                              <a:latin typeface="Cambria Math" panose="02040503050406030204" pitchFamily="18" charset="0"/>
                            </a:rPr>
                            <m:t>3</m:t>
                          </m:r>
                        </m:sup>
                      </m:sSup>
                      <m:r>
                        <a:rPr lang="en-MY">
                          <a:latin typeface="Cambria Math" panose="02040503050406030204" pitchFamily="18" charset="0"/>
                        </a:rPr>
                        <m:t>)=</m:t>
                      </m:r>
                      <m:r>
                        <a:rPr lang="en-MY" i="1">
                          <a:latin typeface="Cambria Math" panose="02040503050406030204" pitchFamily="18" charset="0"/>
                        </a:rPr>
                        <m:t>𝑛𝑢𝑚𝑏𝑒𝑟</m:t>
                      </m:r>
                      <m:r>
                        <a:rPr lang="en-MY">
                          <a:latin typeface="Cambria Math" panose="02040503050406030204" pitchFamily="18" charset="0"/>
                        </a:rPr>
                        <m:t> </m:t>
                      </m:r>
                      <m:r>
                        <a:rPr lang="en-MY" i="1">
                          <a:latin typeface="Cambria Math" panose="02040503050406030204" pitchFamily="18" charset="0"/>
                        </a:rPr>
                        <m:t>𝑜𝑓</m:t>
                      </m:r>
                      <m:r>
                        <a:rPr lang="en-MY">
                          <a:latin typeface="Cambria Math" panose="02040503050406030204" pitchFamily="18" charset="0"/>
                        </a:rPr>
                        <m:t> </m:t>
                      </m:r>
                      <m:r>
                        <a:rPr lang="en-MY" i="1">
                          <a:latin typeface="Cambria Math" panose="02040503050406030204" pitchFamily="18" charset="0"/>
                        </a:rPr>
                        <m:t>𝑚𝑜𝑙𝑒𝑠</m:t>
                      </m:r>
                      <m:r>
                        <a:rPr lang="en-MY">
                          <a:latin typeface="Cambria Math" panose="02040503050406030204" pitchFamily="18" charset="0"/>
                        </a:rPr>
                        <m:t> ×</m:t>
                      </m:r>
                      <m:r>
                        <a:rPr lang="en-MY">
                          <a:latin typeface="Cambria Math" panose="02040503050406030204" pitchFamily="18" charset="0"/>
                        </a:rPr>
                        <m:t>24</m:t>
                      </m:r>
                      <m:r>
                        <a:rPr lang="en-MY">
                          <a:latin typeface="Cambria Math" panose="02040503050406030204" pitchFamily="18" charset="0"/>
                        </a:rPr>
                        <m:t> </m:t>
                      </m:r>
                    </m:oMath>
                  </m:oMathPara>
                </a14:m>
                <a:endParaRPr lang="en-MY" dirty="0"/>
              </a:p>
            </p:txBody>
          </p:sp>
        </mc:Choice>
        <mc:Fallback xmlns="">
          <p:sp>
            <p:nvSpPr>
              <p:cNvPr id="4" name="Rectangle 3"/>
              <p:cNvSpPr>
                <a:spLocks noRot="1" noChangeAspect="1" noMove="1" noResize="1" noEditPoints="1" noAdjustHandles="1" noChangeArrowheads="1" noChangeShapeType="1" noTextEdit="1"/>
              </p:cNvSpPr>
              <p:nvPr/>
            </p:nvSpPr>
            <p:spPr>
              <a:xfrm>
                <a:off x="846355" y="4027491"/>
                <a:ext cx="4064959" cy="307777"/>
              </a:xfrm>
              <a:prstGeom prst="rect">
                <a:avLst/>
              </a:prstGeom>
              <a:blipFill>
                <a:blip r:embed="rId4"/>
                <a:stretch>
                  <a:fillRect b="-10000"/>
                </a:stretch>
              </a:blipFill>
            </p:spPr>
            <p:txBody>
              <a:bodyPr/>
              <a:lstStyle/>
              <a:p>
                <a:r>
                  <a:rPr lang="en-GB">
                    <a:noFill/>
                  </a:rPr>
                  <a:t> </a:t>
                </a:r>
              </a:p>
            </p:txBody>
          </p:sp>
        </mc:Fallback>
      </mc:AlternateContent>
    </p:spTree>
    <p:extLst>
      <p:ext uri="{BB962C8B-B14F-4D97-AF65-F5344CB8AC3E}">
        <p14:creationId xmlns:p14="http://schemas.microsoft.com/office/powerpoint/2010/main" val="361356132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116"/>
        <p:cNvGrpSpPr/>
        <p:nvPr/>
      </p:nvGrpSpPr>
      <p:grpSpPr>
        <a:xfrm>
          <a:off x="0" y="0"/>
          <a:ext cx="0" cy="0"/>
          <a:chOff x="0" y="0"/>
          <a:chExt cx="0" cy="0"/>
        </a:xfrm>
      </p:grpSpPr>
      <p:sp>
        <p:nvSpPr>
          <p:cNvPr id="117" name="Google Shape;117;p26"/>
          <p:cNvSpPr txBox="1">
            <a:spLocks noGrp="1"/>
          </p:cNvSpPr>
          <p:nvPr>
            <p:ph type="title"/>
          </p:nvPr>
        </p:nvSpPr>
        <p:spPr>
          <a:xfrm>
            <a:off x="933024" y="592925"/>
            <a:ext cx="7448975" cy="767700"/>
          </a:xfrm>
          <a:prstGeom prst="rect">
            <a:avLst/>
          </a:prstGeom>
        </p:spPr>
        <p:txBody>
          <a:bodyPr spcFirstLastPara="1" wrap="square" lIns="91425" tIns="91425" rIns="91425" bIns="91425" anchor="b" anchorCtr="0">
            <a:noAutofit/>
          </a:bodyPr>
          <a:lstStyle/>
          <a:p>
            <a:pPr marL="114300">
              <a:buSzPts val="1800"/>
            </a:pPr>
            <a:r>
              <a:rPr lang="en-IN" dirty="0">
                <a:latin typeface="Calibri" panose="020F0502020204030204" pitchFamily="34" charset="0"/>
              </a:rPr>
              <a:t>Molar Gas Volume</a:t>
            </a:r>
            <a:endParaRPr lang="en-MY" dirty="0">
              <a:latin typeface="Calibri" panose="020F0502020204030204" pitchFamily="34" charset="0"/>
            </a:endParaRPr>
          </a:p>
        </p:txBody>
      </p:sp>
      <mc:AlternateContent xmlns:mc="http://schemas.openxmlformats.org/markup-compatibility/2006" xmlns:a14="http://schemas.microsoft.com/office/drawing/2010/main">
        <mc:Choice Requires="a14">
          <p:sp>
            <p:nvSpPr>
              <p:cNvPr id="118" name="Google Shape;118;p26"/>
              <p:cNvSpPr txBox="1"/>
              <p:nvPr/>
            </p:nvSpPr>
            <p:spPr>
              <a:xfrm>
                <a:off x="620889" y="1843168"/>
                <a:ext cx="7761110" cy="2492100"/>
              </a:xfrm>
              <a:prstGeom prst="rect">
                <a:avLst/>
              </a:prstGeom>
              <a:noFill/>
              <a:ln>
                <a:noFill/>
              </a:ln>
            </p:spPr>
            <p:txBody>
              <a:bodyPr spcFirstLastPara="1" wrap="square" lIns="91425" tIns="91425" rIns="91425" bIns="91425" anchor="t" anchorCtr="0">
                <a:noAutofit/>
              </a:bodyPr>
              <a:lstStyle/>
              <a:p>
                <a:r>
                  <a:rPr lang="en-IN" sz="1600" b="1" dirty="0">
                    <a:latin typeface="Calibri" panose="020F0502020204030204" pitchFamily="34" charset="0"/>
                  </a:rPr>
                  <a:t>Example 8</a:t>
                </a:r>
                <a:r>
                  <a:rPr lang="en-IN" sz="1600" dirty="0">
                    <a:latin typeface="Calibri" panose="020F0502020204030204" pitchFamily="34" charset="0"/>
                  </a:rPr>
                  <a:t>: How much volume does 128 g of sulphur dioxide occupy at standard temperature and pressure? </a:t>
                </a:r>
                <a:endParaRPr lang="en-MY" sz="1600" dirty="0">
                  <a:latin typeface="Calibri" panose="020F0502020204030204" pitchFamily="34" charset="0"/>
                </a:endParaRPr>
              </a:p>
              <a:p>
                <a:endParaRPr lang="en-IN" sz="1600" b="1" dirty="0">
                  <a:latin typeface="Calibri" panose="020F0502020204030204" pitchFamily="34" charset="0"/>
                </a:endParaRPr>
              </a:p>
              <a:p>
                <a:r>
                  <a:rPr lang="en-IN" sz="1600" b="1" dirty="0">
                    <a:latin typeface="Calibri" panose="020F0502020204030204" pitchFamily="34" charset="0"/>
                  </a:rPr>
                  <a:t>Solution: </a:t>
                </a:r>
                <a:r>
                  <a:rPr lang="en-IN" sz="1600" dirty="0">
                    <a:latin typeface="Calibri" panose="020F0502020204030204" pitchFamily="34" charset="0"/>
                  </a:rPr>
                  <a:t>1 </a:t>
                </a:r>
                <a:r>
                  <a:rPr lang="en-IN" sz="1600" dirty="0" err="1">
                    <a:latin typeface="Calibri" panose="020F0502020204030204" pitchFamily="34" charset="0"/>
                  </a:rPr>
                  <a:t>mol</a:t>
                </a:r>
                <a:r>
                  <a:rPr lang="en-IN" sz="1600" dirty="0">
                    <a:latin typeface="Calibri" panose="020F0502020204030204" pitchFamily="34" charset="0"/>
                  </a:rPr>
                  <a:t> of sulphur dioxide has a mass of 32 + (2×16) = 64 g. Molar mass of SO</a:t>
                </a:r>
                <a:r>
                  <a:rPr lang="en-IN" sz="1600" baseline="-25000" dirty="0">
                    <a:latin typeface="Calibri" panose="020F0502020204030204" pitchFamily="34" charset="0"/>
                  </a:rPr>
                  <a:t>2</a:t>
                </a:r>
                <a:r>
                  <a:rPr lang="en-IN" sz="1600" dirty="0">
                    <a:latin typeface="Calibri" panose="020F0502020204030204" pitchFamily="34" charset="0"/>
                  </a:rPr>
                  <a:t>= 64 g/</a:t>
                </a:r>
                <a:r>
                  <a:rPr lang="en-IN" sz="1600" dirty="0" err="1">
                    <a:latin typeface="Calibri" panose="020F0502020204030204" pitchFamily="34" charset="0"/>
                  </a:rPr>
                  <a:t>mol</a:t>
                </a:r>
                <a:endParaRPr lang="en-MY" sz="1600" dirty="0">
                  <a:latin typeface="Calibri" panose="020F0502020204030204" pitchFamily="34" charset="0"/>
                </a:endParaRPr>
              </a:p>
              <a:p>
                <a:pPr/>
                <a14:m>
                  <m:oMathPara xmlns:m="http://schemas.openxmlformats.org/officeDocument/2006/math">
                    <m:oMathParaPr>
                      <m:jc m:val="centerGroup"/>
                    </m:oMathParaPr>
                    <m:oMath xmlns:m="http://schemas.openxmlformats.org/officeDocument/2006/math">
                      <m:r>
                        <a:rPr lang="en-IN" sz="1600" i="1">
                          <a:latin typeface="Cambria Math" panose="02040503050406030204" pitchFamily="18" charset="0"/>
                        </a:rPr>
                        <m:t>𝐴𝑚𝑜𝑢𝑛𝑡</m:t>
                      </m:r>
                      <m:r>
                        <a:rPr lang="en-IN" sz="1600" i="1">
                          <a:latin typeface="Cambria Math" panose="02040503050406030204" pitchFamily="18" charset="0"/>
                        </a:rPr>
                        <m:t> </m:t>
                      </m:r>
                      <m:r>
                        <a:rPr lang="en-IN" sz="1600" i="1">
                          <a:latin typeface="Cambria Math" panose="02040503050406030204" pitchFamily="18" charset="0"/>
                        </a:rPr>
                        <m:t>𝑜𝑓</m:t>
                      </m:r>
                      <m:r>
                        <a:rPr lang="en-IN" sz="1600" i="1">
                          <a:latin typeface="Cambria Math" panose="02040503050406030204" pitchFamily="18" charset="0"/>
                        </a:rPr>
                        <m:t> </m:t>
                      </m:r>
                      <m:r>
                        <a:rPr lang="en-IN" sz="1600" i="1">
                          <a:latin typeface="Cambria Math" panose="02040503050406030204" pitchFamily="18" charset="0"/>
                        </a:rPr>
                        <m:t>𝑠𝑢𝑏𝑠𝑡𝑎𝑛𝑐𝑒</m:t>
                      </m:r>
                      <m:r>
                        <a:rPr lang="en-IN" sz="1600" i="1">
                          <a:latin typeface="Cambria Math" panose="02040503050406030204" pitchFamily="18" charset="0"/>
                        </a:rPr>
                        <m:t> </m:t>
                      </m:r>
                      <m:d>
                        <m:dPr>
                          <m:ctrlPr>
                            <a:rPr lang="en-MY" sz="1600" i="1">
                              <a:latin typeface="Cambria Math" panose="02040503050406030204" pitchFamily="18" charset="0"/>
                            </a:rPr>
                          </m:ctrlPr>
                        </m:dPr>
                        <m:e>
                          <m:r>
                            <a:rPr lang="en-IN" sz="1600" i="1">
                              <a:latin typeface="Cambria Math" panose="02040503050406030204" pitchFamily="18" charset="0"/>
                            </a:rPr>
                            <m:t>𝑚𝑜𝑙</m:t>
                          </m:r>
                        </m:e>
                      </m:d>
                      <m:r>
                        <a:rPr lang="en-IN" sz="1600" i="1">
                          <a:latin typeface="Cambria Math" panose="02040503050406030204" pitchFamily="18" charset="0"/>
                        </a:rPr>
                        <m:t>=</m:t>
                      </m:r>
                      <m:f>
                        <m:fPr>
                          <m:ctrlPr>
                            <a:rPr lang="en-MY" sz="1600" i="1">
                              <a:latin typeface="Cambria Math" panose="02040503050406030204" pitchFamily="18" charset="0"/>
                            </a:rPr>
                          </m:ctrlPr>
                        </m:fPr>
                        <m:num>
                          <m:r>
                            <a:rPr lang="en-IN" sz="1600" i="1">
                              <a:latin typeface="Cambria Math" panose="02040503050406030204" pitchFamily="18" charset="0"/>
                            </a:rPr>
                            <m:t>128</m:t>
                          </m:r>
                        </m:num>
                        <m:den>
                          <m:r>
                            <a:rPr lang="en-IN" sz="1600" i="1">
                              <a:latin typeface="Cambria Math" panose="02040503050406030204" pitchFamily="18" charset="0"/>
                            </a:rPr>
                            <m:t>64</m:t>
                          </m:r>
                        </m:den>
                      </m:f>
                      <m:r>
                        <a:rPr lang="en-IN" sz="1600" i="1">
                          <a:latin typeface="Cambria Math" panose="02040503050406030204" pitchFamily="18" charset="0"/>
                        </a:rPr>
                        <m:t>=</m:t>
                      </m:r>
                      <m:r>
                        <a:rPr lang="en-IN" sz="1600" i="1">
                          <a:latin typeface="Cambria Math" panose="02040503050406030204" pitchFamily="18" charset="0"/>
                        </a:rPr>
                        <m:t>2</m:t>
                      </m:r>
                      <m:r>
                        <a:rPr lang="en-IN" sz="1600" i="1">
                          <a:latin typeface="Cambria Math" panose="02040503050406030204" pitchFamily="18" charset="0"/>
                        </a:rPr>
                        <m:t> </m:t>
                      </m:r>
                      <m:r>
                        <a:rPr lang="en-IN" sz="1600" i="1">
                          <a:latin typeface="Cambria Math" panose="02040503050406030204" pitchFamily="18" charset="0"/>
                        </a:rPr>
                        <m:t>𝑚𝑜𝑙</m:t>
                      </m:r>
                    </m:oMath>
                  </m:oMathPara>
                </a14:m>
                <a:endParaRPr lang="en-MY" sz="1600" dirty="0">
                  <a:latin typeface="Calibri" panose="020F0502020204030204" pitchFamily="34" charset="0"/>
                </a:endParaRPr>
              </a:p>
              <a:p>
                <a:pPr>
                  <a:spcBef>
                    <a:spcPts val="1200"/>
                  </a:spcBef>
                  <a:spcAft>
                    <a:spcPts val="1200"/>
                  </a:spcAft>
                </a:pPr>
                <a:r>
                  <a:rPr lang="en-IN" sz="1600" dirty="0">
                    <a:latin typeface="Calibri" panose="020F0502020204030204" pitchFamily="34" charset="0"/>
                  </a:rPr>
                  <a:t>1 </a:t>
                </a:r>
                <a:r>
                  <a:rPr lang="en-IN" sz="1600" dirty="0" err="1">
                    <a:latin typeface="Calibri" panose="020F0502020204030204" pitchFamily="34" charset="0"/>
                  </a:rPr>
                  <a:t>mol</a:t>
                </a:r>
                <a:r>
                  <a:rPr lang="en-IN" sz="1600" dirty="0">
                    <a:latin typeface="Calibri" panose="020F0502020204030204" pitchFamily="34" charset="0"/>
                  </a:rPr>
                  <a:t> of SO</a:t>
                </a:r>
                <a:r>
                  <a:rPr lang="en-IN" sz="1600" baseline="-25000" dirty="0">
                    <a:latin typeface="Calibri" panose="020F0502020204030204" pitchFamily="34" charset="0"/>
                  </a:rPr>
                  <a:t>2</a:t>
                </a:r>
                <a:r>
                  <a:rPr lang="en-IN" sz="1600" dirty="0">
                    <a:latin typeface="Calibri" panose="020F0502020204030204" pitchFamily="34" charset="0"/>
                  </a:rPr>
                  <a:t> occupies 24 dm</a:t>
                </a:r>
                <a:r>
                  <a:rPr lang="en-IN" sz="1600" baseline="30000" dirty="0">
                    <a:latin typeface="Calibri" panose="020F0502020204030204" pitchFamily="34" charset="0"/>
                  </a:rPr>
                  <a:t>3</a:t>
                </a:r>
                <a:r>
                  <a:rPr lang="en-IN" sz="1600" dirty="0">
                    <a:latin typeface="Calibri" panose="020F0502020204030204" pitchFamily="34" charset="0"/>
                  </a:rPr>
                  <a:t> and, hence, 2 </a:t>
                </a:r>
                <a:r>
                  <a:rPr lang="en-IN" sz="1600" dirty="0" err="1">
                    <a:latin typeface="Calibri" panose="020F0502020204030204" pitchFamily="34" charset="0"/>
                  </a:rPr>
                  <a:t>mol</a:t>
                </a:r>
                <a:r>
                  <a:rPr lang="en-IN" sz="1600" dirty="0">
                    <a:latin typeface="Calibri" panose="020F0502020204030204" pitchFamily="34" charset="0"/>
                  </a:rPr>
                  <a:t> of SO</a:t>
                </a:r>
                <a:r>
                  <a:rPr lang="en-IN" sz="1600" baseline="-25000" dirty="0">
                    <a:latin typeface="Calibri" panose="020F0502020204030204" pitchFamily="34" charset="0"/>
                  </a:rPr>
                  <a:t>2</a:t>
                </a:r>
                <a:r>
                  <a:rPr lang="en-IN" sz="1600" dirty="0">
                    <a:latin typeface="Calibri" panose="020F0502020204030204" pitchFamily="34" charset="0"/>
                  </a:rPr>
                  <a:t> occupies</a:t>
                </a:r>
                <a:endParaRPr lang="en-MY" sz="1600" dirty="0">
                  <a:latin typeface="Calibri" panose="020F0502020204030204" pitchFamily="34" charset="0"/>
                </a:endParaRPr>
              </a:p>
              <a:p>
                <a:pPr/>
                <a14:m>
                  <m:oMathPara xmlns:m="http://schemas.openxmlformats.org/officeDocument/2006/math">
                    <m:oMathParaPr>
                      <m:jc m:val="centerGroup"/>
                    </m:oMathParaPr>
                    <m:oMath xmlns:m="http://schemas.openxmlformats.org/officeDocument/2006/math">
                      <m:r>
                        <a:rPr lang="en-IN" sz="1600" i="1">
                          <a:latin typeface="Cambria Math" panose="02040503050406030204" pitchFamily="18" charset="0"/>
                        </a:rPr>
                        <m:t>𝑉𝑜𝑙𝑢𝑚𝑒</m:t>
                      </m:r>
                      <m:r>
                        <a:rPr lang="en-IN" sz="1600" i="1">
                          <a:latin typeface="Cambria Math" panose="02040503050406030204" pitchFamily="18" charset="0"/>
                        </a:rPr>
                        <m:t> </m:t>
                      </m:r>
                      <m:r>
                        <a:rPr lang="en-IN" sz="1600" i="1">
                          <a:latin typeface="Cambria Math" panose="02040503050406030204" pitchFamily="18" charset="0"/>
                        </a:rPr>
                        <m:t>𝑜𝑓</m:t>
                      </m:r>
                      <m:r>
                        <a:rPr lang="en-IN" sz="1600" i="1">
                          <a:latin typeface="Cambria Math" panose="02040503050406030204" pitchFamily="18" charset="0"/>
                        </a:rPr>
                        <m:t> </m:t>
                      </m:r>
                      <m:r>
                        <a:rPr lang="en-IN" sz="1600" i="1">
                          <a:latin typeface="Cambria Math" panose="02040503050406030204" pitchFamily="18" charset="0"/>
                        </a:rPr>
                        <m:t>𝑔𝑎𝑠</m:t>
                      </m:r>
                      <m:r>
                        <a:rPr lang="en-IN" sz="1600" i="1">
                          <a:latin typeface="Cambria Math" panose="02040503050406030204" pitchFamily="18" charset="0"/>
                        </a:rPr>
                        <m:t> </m:t>
                      </m:r>
                      <m:d>
                        <m:dPr>
                          <m:ctrlPr>
                            <a:rPr lang="en-MY" sz="1600" i="1">
                              <a:latin typeface="Cambria Math" panose="02040503050406030204" pitchFamily="18" charset="0"/>
                            </a:rPr>
                          </m:ctrlPr>
                        </m:dPr>
                        <m:e>
                          <m:sSup>
                            <m:sSupPr>
                              <m:ctrlPr>
                                <a:rPr lang="en-MY" sz="1600" i="1">
                                  <a:latin typeface="Cambria Math" panose="02040503050406030204" pitchFamily="18" charset="0"/>
                                </a:rPr>
                              </m:ctrlPr>
                            </m:sSupPr>
                            <m:e>
                              <m:r>
                                <a:rPr lang="en-IN" sz="1600" i="1">
                                  <a:latin typeface="Cambria Math" panose="02040503050406030204" pitchFamily="18" charset="0"/>
                                </a:rPr>
                                <m:t>𝑑𝑚</m:t>
                              </m:r>
                            </m:e>
                            <m:sup>
                              <m:r>
                                <a:rPr lang="en-IN" sz="1600" i="1">
                                  <a:latin typeface="Cambria Math" panose="02040503050406030204" pitchFamily="18" charset="0"/>
                                </a:rPr>
                                <m:t>3</m:t>
                              </m:r>
                            </m:sup>
                          </m:sSup>
                        </m:e>
                      </m:d>
                      <m:r>
                        <a:rPr lang="en-IN" sz="1600" i="1">
                          <a:latin typeface="Cambria Math" panose="02040503050406030204" pitchFamily="18" charset="0"/>
                        </a:rPr>
                        <m:t>=</m:t>
                      </m:r>
                      <m:r>
                        <a:rPr lang="en-IN" sz="1600" i="1">
                          <a:latin typeface="Cambria Math" panose="02040503050406030204" pitchFamily="18" charset="0"/>
                        </a:rPr>
                        <m:t>𝑛𝑢𝑚𝑏𝑒𝑟</m:t>
                      </m:r>
                      <m:r>
                        <a:rPr lang="en-IN" sz="1600" i="1">
                          <a:latin typeface="Cambria Math" panose="02040503050406030204" pitchFamily="18" charset="0"/>
                        </a:rPr>
                        <m:t> </m:t>
                      </m:r>
                      <m:r>
                        <a:rPr lang="en-IN" sz="1600" i="1">
                          <a:latin typeface="Cambria Math" panose="02040503050406030204" pitchFamily="18" charset="0"/>
                        </a:rPr>
                        <m:t>𝑜𝑓</m:t>
                      </m:r>
                      <m:r>
                        <a:rPr lang="en-IN" sz="1600" i="1">
                          <a:latin typeface="Cambria Math" panose="02040503050406030204" pitchFamily="18" charset="0"/>
                        </a:rPr>
                        <m:t> </m:t>
                      </m:r>
                      <m:r>
                        <a:rPr lang="en-IN" sz="1600" i="1">
                          <a:latin typeface="Cambria Math" panose="02040503050406030204" pitchFamily="18" charset="0"/>
                        </a:rPr>
                        <m:t>𝑚𝑜𝑙𝑒𝑠</m:t>
                      </m:r>
                      <m:r>
                        <a:rPr lang="en-IN" sz="1600" i="1">
                          <a:latin typeface="Cambria Math" panose="02040503050406030204" pitchFamily="18" charset="0"/>
                        </a:rPr>
                        <m:t> ×</m:t>
                      </m:r>
                      <m:r>
                        <a:rPr lang="en-IN" sz="1600" i="1">
                          <a:latin typeface="Cambria Math" panose="02040503050406030204" pitchFamily="18" charset="0"/>
                        </a:rPr>
                        <m:t>24</m:t>
                      </m:r>
                    </m:oMath>
                  </m:oMathPara>
                </a14:m>
                <a:endParaRPr lang="en-MY" sz="1600" dirty="0">
                  <a:latin typeface="Calibri" panose="020F0502020204030204" pitchFamily="34" charset="0"/>
                </a:endParaRPr>
              </a:p>
              <a:p>
                <a:pPr/>
                <a14:m>
                  <m:oMathPara xmlns:m="http://schemas.openxmlformats.org/officeDocument/2006/math">
                    <m:oMathParaPr>
                      <m:jc m:val="centerGroup"/>
                    </m:oMathParaPr>
                    <m:oMath xmlns:m="http://schemas.openxmlformats.org/officeDocument/2006/math">
                      <m:r>
                        <a:rPr lang="en-IN" sz="1600" i="1">
                          <a:latin typeface="Cambria Math" panose="02040503050406030204" pitchFamily="18" charset="0"/>
                        </a:rPr>
                        <m:t>𝑉</m:t>
                      </m:r>
                      <m:r>
                        <a:rPr lang="en-IN" sz="1600" i="1">
                          <a:latin typeface="Cambria Math" panose="02040503050406030204" pitchFamily="18" charset="0"/>
                        </a:rPr>
                        <m:t>=</m:t>
                      </m:r>
                      <m:r>
                        <a:rPr lang="en-IN" sz="1600" i="1">
                          <a:latin typeface="Cambria Math" panose="02040503050406030204" pitchFamily="18" charset="0"/>
                        </a:rPr>
                        <m:t>2</m:t>
                      </m:r>
                      <m:r>
                        <a:rPr lang="en-IN" sz="1600" i="1">
                          <a:latin typeface="Cambria Math" panose="02040503050406030204" pitchFamily="18" charset="0"/>
                        </a:rPr>
                        <m:t>×</m:t>
                      </m:r>
                      <m:r>
                        <a:rPr lang="en-IN" sz="1600" i="1">
                          <a:latin typeface="Cambria Math" panose="02040503050406030204" pitchFamily="18" charset="0"/>
                        </a:rPr>
                        <m:t>24</m:t>
                      </m:r>
                      <m:r>
                        <a:rPr lang="en-IN" sz="1600" i="1">
                          <a:latin typeface="Cambria Math" panose="02040503050406030204" pitchFamily="18" charset="0"/>
                        </a:rPr>
                        <m:t>=</m:t>
                      </m:r>
                      <m:r>
                        <a:rPr lang="en-IN" sz="1600" i="1">
                          <a:latin typeface="Cambria Math" panose="02040503050406030204" pitchFamily="18" charset="0"/>
                        </a:rPr>
                        <m:t>48</m:t>
                      </m:r>
                      <m:r>
                        <a:rPr lang="en-IN" sz="1600" i="1">
                          <a:latin typeface="Cambria Math" panose="02040503050406030204" pitchFamily="18" charset="0"/>
                        </a:rPr>
                        <m:t> </m:t>
                      </m:r>
                      <m:sSup>
                        <m:sSupPr>
                          <m:ctrlPr>
                            <a:rPr lang="en-MY" sz="1600" i="1">
                              <a:latin typeface="Cambria Math" panose="02040503050406030204" pitchFamily="18" charset="0"/>
                            </a:rPr>
                          </m:ctrlPr>
                        </m:sSupPr>
                        <m:e>
                          <m:r>
                            <a:rPr lang="en-IN" sz="1600" i="1">
                              <a:latin typeface="Cambria Math" panose="02040503050406030204" pitchFamily="18" charset="0"/>
                            </a:rPr>
                            <m:t>𝑑𝑚</m:t>
                          </m:r>
                        </m:e>
                        <m:sup>
                          <m:r>
                            <a:rPr lang="en-IN" sz="1600" i="1">
                              <a:latin typeface="Cambria Math" panose="02040503050406030204" pitchFamily="18" charset="0"/>
                            </a:rPr>
                            <m:t>3</m:t>
                          </m:r>
                        </m:sup>
                      </m:sSup>
                      <m:r>
                        <a:rPr lang="en-IN" sz="1600" i="1">
                          <a:latin typeface="Cambria Math" panose="02040503050406030204" pitchFamily="18" charset="0"/>
                        </a:rPr>
                        <m:t> </m:t>
                      </m:r>
                    </m:oMath>
                  </m:oMathPara>
                </a14:m>
                <a:endParaRPr lang="en-MY" sz="1600" dirty="0">
                  <a:latin typeface="Calibri" panose="020F0502020204030204" pitchFamily="34" charset="0"/>
                </a:endParaRPr>
              </a:p>
            </p:txBody>
          </p:sp>
        </mc:Choice>
        <mc:Fallback xmlns="">
          <p:sp>
            <p:nvSpPr>
              <p:cNvPr id="118" name="Google Shape;118;p26"/>
              <p:cNvSpPr txBox="1">
                <a:spLocks noRot="1" noChangeAspect="1" noMove="1" noResize="1" noEditPoints="1" noAdjustHandles="1" noChangeArrowheads="1" noChangeShapeType="1" noTextEdit="1"/>
              </p:cNvSpPr>
              <p:nvPr/>
            </p:nvSpPr>
            <p:spPr>
              <a:xfrm>
                <a:off x="620889" y="1843168"/>
                <a:ext cx="7761110" cy="2492100"/>
              </a:xfrm>
              <a:prstGeom prst="rect">
                <a:avLst/>
              </a:prstGeom>
              <a:blipFill>
                <a:blip r:embed="rId3"/>
                <a:stretch>
                  <a:fillRect l="-471" b="-13447"/>
                </a:stretch>
              </a:blipFill>
              <a:ln>
                <a:noFill/>
              </a:ln>
            </p:spPr>
            <p:txBody>
              <a:bodyPr/>
              <a:lstStyle/>
              <a:p>
                <a:r>
                  <a:rPr lang="en-GB">
                    <a:noFill/>
                  </a:rPr>
                  <a:t> </a:t>
                </a:r>
              </a:p>
            </p:txBody>
          </p:sp>
        </mc:Fallback>
      </mc:AlternateContent>
    </p:spTree>
    <p:extLst>
      <p:ext uri="{BB962C8B-B14F-4D97-AF65-F5344CB8AC3E}">
        <p14:creationId xmlns:p14="http://schemas.microsoft.com/office/powerpoint/2010/main" val="248382017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116"/>
        <p:cNvGrpSpPr/>
        <p:nvPr/>
      </p:nvGrpSpPr>
      <p:grpSpPr>
        <a:xfrm>
          <a:off x="0" y="0"/>
          <a:ext cx="0" cy="0"/>
          <a:chOff x="0" y="0"/>
          <a:chExt cx="0" cy="0"/>
        </a:xfrm>
      </p:grpSpPr>
      <p:sp>
        <p:nvSpPr>
          <p:cNvPr id="117" name="Google Shape;117;p26"/>
          <p:cNvSpPr txBox="1">
            <a:spLocks noGrp="1"/>
          </p:cNvSpPr>
          <p:nvPr>
            <p:ph type="title"/>
          </p:nvPr>
        </p:nvSpPr>
        <p:spPr>
          <a:xfrm>
            <a:off x="933024" y="592925"/>
            <a:ext cx="7448975" cy="767700"/>
          </a:xfrm>
          <a:prstGeom prst="rect">
            <a:avLst/>
          </a:prstGeom>
        </p:spPr>
        <p:txBody>
          <a:bodyPr spcFirstLastPara="1" wrap="square" lIns="91425" tIns="91425" rIns="91425" bIns="91425" anchor="b" anchorCtr="0">
            <a:noAutofit/>
          </a:bodyPr>
          <a:lstStyle/>
          <a:p>
            <a:pPr marL="114300">
              <a:buSzPts val="1800"/>
            </a:pPr>
            <a:r>
              <a:rPr lang="en-IN" dirty="0">
                <a:latin typeface="Calibri" panose="020F0502020204030204" pitchFamily="34" charset="0"/>
              </a:rPr>
              <a:t>Calculations</a:t>
            </a:r>
            <a:endParaRPr lang="en-MY" dirty="0">
              <a:latin typeface="Calibri" panose="020F0502020204030204" pitchFamily="34" charset="0"/>
            </a:endParaRPr>
          </a:p>
        </p:txBody>
      </p:sp>
      <mc:AlternateContent xmlns:mc="http://schemas.openxmlformats.org/markup-compatibility/2006" xmlns:a14="http://schemas.microsoft.com/office/drawing/2010/main">
        <mc:Choice Requires="a14">
          <p:sp>
            <p:nvSpPr>
              <p:cNvPr id="118" name="Google Shape;118;p26"/>
              <p:cNvSpPr txBox="1"/>
              <p:nvPr/>
            </p:nvSpPr>
            <p:spPr>
              <a:xfrm>
                <a:off x="474133" y="1843168"/>
                <a:ext cx="7907866" cy="2957432"/>
              </a:xfrm>
              <a:prstGeom prst="rect">
                <a:avLst/>
              </a:prstGeom>
              <a:noFill/>
              <a:ln>
                <a:noFill/>
              </a:ln>
            </p:spPr>
            <p:txBody>
              <a:bodyPr spcFirstLastPara="1" wrap="square" lIns="91425" tIns="91425" rIns="91425" bIns="91425" anchor="t" anchorCtr="0">
                <a:noAutofit/>
              </a:bodyPr>
              <a:lstStyle/>
              <a:p>
                <a:pPr lvl="1"/>
                <a:r>
                  <a:rPr lang="en-IN" sz="1600" b="1" dirty="0">
                    <a:latin typeface="Calibri" panose="020F0502020204030204" pitchFamily="34" charset="0"/>
                  </a:rPr>
                  <a:t>Reacting masses</a:t>
                </a:r>
                <a:endParaRPr lang="en-MY" sz="1600" dirty="0">
                  <a:latin typeface="Calibri" panose="020F0502020204030204" pitchFamily="34" charset="0"/>
                </a:endParaRPr>
              </a:p>
              <a:p>
                <a:r>
                  <a:rPr lang="en-IN" sz="1600" dirty="0">
                    <a:latin typeface="Calibri" panose="020F0502020204030204" pitchFamily="34" charset="0"/>
                  </a:rPr>
                  <a:t>Using a balanced equation and amount of reactants reacting together, the amount of products formed can be found out and vice versa.</a:t>
                </a:r>
                <a:endParaRPr lang="en-IN" sz="1600" b="1" dirty="0">
                  <a:latin typeface="Calibri" panose="020F0502020204030204" pitchFamily="34" charset="0"/>
                </a:endParaRPr>
              </a:p>
              <a:p>
                <a:r>
                  <a:rPr lang="en-IN" sz="1600" b="1" dirty="0">
                    <a:latin typeface="Calibri" panose="020F0502020204030204" pitchFamily="34" charset="0"/>
                  </a:rPr>
                  <a:t>Example 9</a:t>
                </a:r>
                <a:r>
                  <a:rPr lang="en-IN" sz="1600" dirty="0">
                    <a:latin typeface="Calibri" panose="020F0502020204030204" pitchFamily="34" charset="0"/>
                  </a:rPr>
                  <a:t>: What mass of FeCl</a:t>
                </a:r>
                <a:r>
                  <a:rPr lang="en-IN" sz="1600" baseline="-25000" dirty="0">
                    <a:latin typeface="Calibri" panose="020F0502020204030204" pitchFamily="34" charset="0"/>
                  </a:rPr>
                  <a:t>2 </a:t>
                </a:r>
                <a:r>
                  <a:rPr lang="en-IN" sz="1600" dirty="0">
                    <a:latin typeface="Calibri" panose="020F0502020204030204" pitchFamily="34" charset="0"/>
                  </a:rPr>
                  <a:t> reacts with an excess of chlorine to form 50 g of FeCl</a:t>
                </a:r>
                <a:r>
                  <a:rPr lang="en-IN" sz="1600" baseline="-25000" dirty="0">
                    <a:latin typeface="Calibri" panose="020F0502020204030204" pitchFamily="34" charset="0"/>
                  </a:rPr>
                  <a:t>3</a:t>
                </a:r>
                <a:r>
                  <a:rPr lang="en-IN" sz="1600" dirty="0">
                    <a:latin typeface="Calibri" panose="020F0502020204030204" pitchFamily="34" charset="0"/>
                  </a:rPr>
                  <a:t>?</a:t>
                </a:r>
                <a:endParaRPr lang="en-MY" sz="1600" dirty="0">
                  <a:latin typeface="Calibri" panose="020F0502020204030204" pitchFamily="34" charset="0"/>
                </a:endParaRPr>
              </a:p>
              <a:p>
                <a:r>
                  <a:rPr lang="en-IN" sz="1600" b="1" dirty="0">
                    <a:latin typeface="Calibri" panose="020F0502020204030204" pitchFamily="34" charset="0"/>
                  </a:rPr>
                  <a:t>Solution:</a:t>
                </a:r>
                <a:r>
                  <a:rPr lang="en-IN" sz="1600" dirty="0">
                    <a:latin typeface="Calibri" panose="020F0502020204030204" pitchFamily="34" charset="0"/>
                  </a:rPr>
                  <a:t> The balanced equation for reaction between FeCl</a:t>
                </a:r>
                <a:r>
                  <a:rPr lang="en-IN" sz="1600" baseline="-25000" dirty="0">
                    <a:latin typeface="Calibri" panose="020F0502020204030204" pitchFamily="34" charset="0"/>
                  </a:rPr>
                  <a:t>2</a:t>
                </a:r>
                <a:r>
                  <a:rPr lang="en-IN" sz="1600" dirty="0">
                    <a:latin typeface="Calibri" panose="020F0502020204030204" pitchFamily="34" charset="0"/>
                  </a:rPr>
                  <a:t> and chlorine is given as</a:t>
                </a:r>
                <a:endParaRPr lang="en-MY" sz="1600" dirty="0">
                  <a:latin typeface="Calibri" panose="020F0502020204030204" pitchFamily="34" charset="0"/>
                </a:endParaRPr>
              </a:p>
              <a:p>
                <a:pPr algn="ctr"/>
                <a:r>
                  <a:rPr lang="en-IN" sz="1600" dirty="0">
                    <a:latin typeface="Calibri" panose="020F0502020204030204" pitchFamily="34" charset="0"/>
                  </a:rPr>
                  <a:t>2FeCl</a:t>
                </a:r>
                <a:r>
                  <a:rPr lang="en-IN" sz="1600" baseline="-25000" dirty="0">
                    <a:latin typeface="Calibri" panose="020F0502020204030204" pitchFamily="34" charset="0"/>
                  </a:rPr>
                  <a:t>2 </a:t>
                </a:r>
                <a:r>
                  <a:rPr lang="en-IN" sz="1600" dirty="0">
                    <a:latin typeface="Calibri" panose="020F0502020204030204" pitchFamily="34" charset="0"/>
                  </a:rPr>
                  <a:t>(s)+ Cl</a:t>
                </a:r>
                <a:r>
                  <a:rPr lang="en-IN" sz="1600" baseline="-25000" dirty="0">
                    <a:latin typeface="Calibri" panose="020F0502020204030204" pitchFamily="34" charset="0"/>
                  </a:rPr>
                  <a:t>2 </a:t>
                </a:r>
                <a:r>
                  <a:rPr lang="en-IN" sz="1600" dirty="0">
                    <a:latin typeface="Calibri" panose="020F0502020204030204" pitchFamily="34" charset="0"/>
                  </a:rPr>
                  <a:t>(g)</a:t>
                </a:r>
                <a:r>
                  <a:rPr lang="en-IN" sz="1600" baseline="-25000" dirty="0">
                    <a:latin typeface="Calibri" panose="020F0502020204030204" pitchFamily="34" charset="0"/>
                  </a:rPr>
                  <a:t> </a:t>
                </a:r>
                <a:r>
                  <a:rPr lang="en-IN" sz="1600" dirty="0">
                    <a:latin typeface="Calibri" panose="020F0502020204030204" pitchFamily="34" charset="0"/>
                  </a:rPr>
                  <a:t>→ 2FeCl</a:t>
                </a:r>
                <a:r>
                  <a:rPr lang="en-IN" sz="1600" baseline="-25000" dirty="0">
                    <a:latin typeface="Calibri" panose="020F0502020204030204" pitchFamily="34" charset="0"/>
                  </a:rPr>
                  <a:t>3 </a:t>
                </a:r>
                <a:r>
                  <a:rPr lang="en-IN" sz="1600" dirty="0">
                    <a:latin typeface="Calibri" panose="020F0502020204030204" pitchFamily="34" charset="0"/>
                  </a:rPr>
                  <a:t>(s)</a:t>
                </a:r>
                <a:endParaRPr lang="en-MY" sz="1600" dirty="0">
                  <a:latin typeface="Calibri" panose="020F0502020204030204" pitchFamily="34" charset="0"/>
                </a:endParaRPr>
              </a:p>
              <a:p>
                <a:r>
                  <a:rPr lang="en-IN" sz="1600" dirty="0">
                    <a:latin typeface="Calibri" panose="020F0502020204030204" pitchFamily="34" charset="0"/>
                  </a:rPr>
                  <a:t>2 </a:t>
                </a:r>
                <a:r>
                  <a:rPr lang="en-IN" sz="1600" dirty="0" err="1">
                    <a:latin typeface="Calibri" panose="020F0502020204030204" pitchFamily="34" charset="0"/>
                  </a:rPr>
                  <a:t>mol</a:t>
                </a:r>
                <a:r>
                  <a:rPr lang="en-IN" sz="1600" dirty="0">
                    <a:latin typeface="Calibri" panose="020F0502020204030204" pitchFamily="34" charset="0"/>
                  </a:rPr>
                  <a:t> of FeCl</a:t>
                </a:r>
                <a:r>
                  <a:rPr lang="en-IN" sz="1600" baseline="-25000" dirty="0">
                    <a:latin typeface="Calibri" panose="020F0502020204030204" pitchFamily="34" charset="0"/>
                  </a:rPr>
                  <a:t>2</a:t>
                </a:r>
                <a:r>
                  <a:rPr lang="en-IN" sz="1600" dirty="0">
                    <a:latin typeface="Calibri" panose="020F0502020204030204" pitchFamily="34" charset="0"/>
                  </a:rPr>
                  <a:t> forms 2 </a:t>
                </a:r>
                <a:r>
                  <a:rPr lang="en-IN" sz="1600" dirty="0" err="1">
                    <a:latin typeface="Calibri" panose="020F0502020204030204" pitchFamily="34" charset="0"/>
                  </a:rPr>
                  <a:t>mol</a:t>
                </a:r>
                <a:r>
                  <a:rPr lang="en-IN" sz="1600" dirty="0">
                    <a:latin typeface="Calibri" panose="020F0502020204030204" pitchFamily="34" charset="0"/>
                  </a:rPr>
                  <a:t> FeCl</a:t>
                </a:r>
                <a:r>
                  <a:rPr lang="en-IN" sz="1600" baseline="-25000" dirty="0">
                    <a:latin typeface="Calibri" panose="020F0502020204030204" pitchFamily="34" charset="0"/>
                  </a:rPr>
                  <a:t>3</a:t>
                </a:r>
                <a:endParaRPr lang="en-MY" sz="1600" dirty="0">
                  <a:latin typeface="Calibri" panose="020F0502020204030204" pitchFamily="34" charset="0"/>
                </a:endParaRPr>
              </a:p>
              <a:p>
                <a:r>
                  <a:rPr lang="en-IN" sz="1600" dirty="0">
                    <a:latin typeface="Calibri" panose="020F0502020204030204" pitchFamily="34" charset="0"/>
                  </a:rPr>
                  <a:t>Molar mass of FeCl</a:t>
                </a:r>
                <a:r>
                  <a:rPr lang="en-IN" sz="1600" baseline="-25000" dirty="0">
                    <a:latin typeface="Calibri" panose="020F0502020204030204" pitchFamily="34" charset="0"/>
                  </a:rPr>
                  <a:t>2</a:t>
                </a:r>
                <a:r>
                  <a:rPr lang="en-IN" sz="1600" dirty="0">
                    <a:latin typeface="Calibri" panose="020F0502020204030204" pitchFamily="34" charset="0"/>
                  </a:rPr>
                  <a:t> is 55.8 + 35.5×2 = 126.8 g/mol. </a:t>
                </a:r>
                <a:endParaRPr lang="en-MY" sz="1600" dirty="0">
                  <a:latin typeface="Calibri" panose="020F0502020204030204" pitchFamily="34" charset="0"/>
                </a:endParaRPr>
              </a:p>
              <a:p>
                <a:r>
                  <a:rPr lang="en-IN" sz="1600" dirty="0">
                    <a:latin typeface="Calibri" panose="020F0502020204030204" pitchFamily="34" charset="0"/>
                  </a:rPr>
                  <a:t>Molar mass of FeCl</a:t>
                </a:r>
                <a:r>
                  <a:rPr lang="en-IN" sz="1600" baseline="-25000" dirty="0">
                    <a:latin typeface="Calibri" panose="020F0502020204030204" pitchFamily="34" charset="0"/>
                  </a:rPr>
                  <a:t>3</a:t>
                </a:r>
                <a:r>
                  <a:rPr lang="en-IN" sz="1600" dirty="0">
                    <a:latin typeface="Calibri" panose="020F0502020204030204" pitchFamily="34" charset="0"/>
                  </a:rPr>
                  <a:t> is 55.8 + 3×35.5 = 162.3 g/mol.</a:t>
                </a:r>
                <a:endParaRPr lang="en-MY" sz="1600" dirty="0">
                  <a:latin typeface="Calibri" panose="020F0502020204030204" pitchFamily="34" charset="0"/>
                </a:endParaRPr>
              </a:p>
              <a:p>
                <a:r>
                  <a:rPr lang="en-IN" sz="1600" dirty="0">
                    <a:latin typeface="Calibri" panose="020F0502020204030204" pitchFamily="34" charset="0"/>
                  </a:rPr>
                  <a:t>125.8 g → 162.3 g</a:t>
                </a:r>
                <a:endParaRPr lang="en-MY" sz="1600" dirty="0">
                  <a:latin typeface="Calibri" panose="020F0502020204030204" pitchFamily="34" charset="0"/>
                </a:endParaRPr>
              </a:p>
              <a:p>
                <a:r>
                  <a:rPr lang="en-IN" sz="1600" dirty="0">
                    <a:latin typeface="Calibri" panose="020F0502020204030204" pitchFamily="34" charset="0"/>
                  </a:rPr>
                  <a:t>To form 50 g of FeCl</a:t>
                </a:r>
                <a:r>
                  <a:rPr lang="en-IN" sz="1600" baseline="-25000" dirty="0">
                    <a:latin typeface="Calibri" panose="020F0502020204030204" pitchFamily="34" charset="0"/>
                  </a:rPr>
                  <a:t>3</a:t>
                </a:r>
                <a:r>
                  <a:rPr lang="en-IN" sz="1600" dirty="0">
                    <a:latin typeface="Calibri" panose="020F0502020204030204" pitchFamily="34" charset="0"/>
                  </a:rPr>
                  <a:t>, the mass of FeCl</a:t>
                </a:r>
                <a:r>
                  <a:rPr lang="en-IN" sz="1600" baseline="-25000" dirty="0">
                    <a:latin typeface="Calibri" panose="020F0502020204030204" pitchFamily="34" charset="0"/>
                  </a:rPr>
                  <a:t>2</a:t>
                </a:r>
                <a:r>
                  <a:rPr lang="en-IN" sz="1600" dirty="0">
                    <a:latin typeface="Calibri" panose="020F0502020204030204" pitchFamily="34" charset="0"/>
                  </a:rPr>
                  <a:t> required is</a:t>
                </a:r>
                <a:endParaRPr lang="en-MY" sz="1600" dirty="0">
                  <a:latin typeface="Calibri" panose="020F0502020204030204" pitchFamily="34" charset="0"/>
                </a:endParaRPr>
              </a:p>
              <a:p>
                <a:r>
                  <a:rPr lang="en-IN" sz="1600" dirty="0">
                    <a:latin typeface="Calibri" panose="020F0502020204030204" pitchFamily="34" charset="0"/>
                  </a:rPr>
                  <a:t> </a:t>
                </a:r>
                <a14:m>
                  <m:oMath xmlns:m="http://schemas.openxmlformats.org/officeDocument/2006/math">
                    <m:f>
                      <m:fPr>
                        <m:ctrlPr>
                          <a:rPr lang="en-MY" sz="1600" i="1">
                            <a:latin typeface="Cambria Math" panose="02040503050406030204" pitchFamily="18" charset="0"/>
                          </a:rPr>
                        </m:ctrlPr>
                      </m:fPr>
                      <m:num>
                        <m:r>
                          <a:rPr lang="en-IN" sz="1600" i="1">
                            <a:latin typeface="Cambria Math" panose="02040503050406030204" pitchFamily="18" charset="0"/>
                          </a:rPr>
                          <m:t>12</m:t>
                        </m:r>
                        <m:r>
                          <a:rPr lang="en-GB" sz="1600" b="0" i="1" smtClean="0">
                            <a:latin typeface="Cambria Math" panose="02040503050406030204" pitchFamily="18" charset="0"/>
                          </a:rPr>
                          <m:t>6</m:t>
                        </m:r>
                        <m:r>
                          <a:rPr lang="en-IN" sz="1600" i="1">
                            <a:latin typeface="Cambria Math" panose="02040503050406030204" pitchFamily="18" charset="0"/>
                          </a:rPr>
                          <m:t>.</m:t>
                        </m:r>
                        <m:r>
                          <a:rPr lang="en-IN" sz="1600" i="1">
                            <a:latin typeface="Cambria Math" panose="02040503050406030204" pitchFamily="18" charset="0"/>
                          </a:rPr>
                          <m:t>8</m:t>
                        </m:r>
                      </m:num>
                      <m:den>
                        <m:r>
                          <a:rPr lang="en-IN" sz="1600" i="1">
                            <a:latin typeface="Cambria Math" panose="02040503050406030204" pitchFamily="18" charset="0"/>
                          </a:rPr>
                          <m:t>162</m:t>
                        </m:r>
                        <m:r>
                          <a:rPr lang="en-IN" sz="1600" i="1">
                            <a:latin typeface="Cambria Math" panose="02040503050406030204" pitchFamily="18" charset="0"/>
                          </a:rPr>
                          <m:t>.</m:t>
                        </m:r>
                        <m:r>
                          <a:rPr lang="en-IN" sz="1600" i="1">
                            <a:latin typeface="Cambria Math" panose="02040503050406030204" pitchFamily="18" charset="0"/>
                          </a:rPr>
                          <m:t>3</m:t>
                        </m:r>
                      </m:den>
                    </m:f>
                    <m:r>
                      <a:rPr lang="en-IN" sz="1600" i="1">
                        <a:latin typeface="Cambria Math" panose="02040503050406030204" pitchFamily="18" charset="0"/>
                      </a:rPr>
                      <m:t>×</m:t>
                    </m:r>
                    <m:r>
                      <a:rPr lang="en-IN" sz="1600" i="1">
                        <a:latin typeface="Cambria Math" panose="02040503050406030204" pitchFamily="18" charset="0"/>
                      </a:rPr>
                      <m:t>50</m:t>
                    </m:r>
                    <m:r>
                      <a:rPr lang="en-IN" sz="1600" i="1">
                        <a:latin typeface="Cambria Math" panose="02040503050406030204" pitchFamily="18" charset="0"/>
                      </a:rPr>
                      <m:t>=</m:t>
                    </m:r>
                    <m:r>
                      <a:rPr lang="en-IN" sz="1600" i="1">
                        <a:latin typeface="Cambria Math" panose="02040503050406030204" pitchFamily="18" charset="0"/>
                      </a:rPr>
                      <m:t>39</m:t>
                    </m:r>
                    <m:r>
                      <a:rPr lang="en-GB" sz="1600" b="0" i="1" smtClean="0">
                        <a:latin typeface="Cambria Math" panose="02040503050406030204" pitchFamily="18" charset="0"/>
                      </a:rPr>
                      <m:t>.</m:t>
                    </m:r>
                    <m:r>
                      <a:rPr lang="en-GB" sz="1600" b="0" i="1" smtClean="0">
                        <a:latin typeface="Cambria Math" panose="02040503050406030204" pitchFamily="18" charset="0"/>
                      </a:rPr>
                      <m:t>06</m:t>
                    </m:r>
                    <m:r>
                      <a:rPr lang="en-IN" sz="1600" i="1">
                        <a:latin typeface="Cambria Math" panose="02040503050406030204" pitchFamily="18" charset="0"/>
                      </a:rPr>
                      <m:t> </m:t>
                    </m:r>
                    <m:r>
                      <a:rPr lang="en-IN" sz="1600" i="1">
                        <a:latin typeface="Cambria Math" panose="02040503050406030204" pitchFamily="18" charset="0"/>
                      </a:rPr>
                      <m:t>𝑔</m:t>
                    </m:r>
                  </m:oMath>
                </a14:m>
                <a:endParaRPr lang="en-MY" sz="1600" dirty="0">
                  <a:latin typeface="Calibri" panose="020F0502020204030204" pitchFamily="34" charset="0"/>
                </a:endParaRPr>
              </a:p>
            </p:txBody>
          </p:sp>
        </mc:Choice>
        <mc:Fallback xmlns="">
          <p:sp>
            <p:nvSpPr>
              <p:cNvPr id="118" name="Google Shape;118;p26"/>
              <p:cNvSpPr txBox="1">
                <a:spLocks noRot="1" noChangeAspect="1" noMove="1" noResize="1" noEditPoints="1" noAdjustHandles="1" noChangeArrowheads="1" noChangeShapeType="1" noTextEdit="1"/>
              </p:cNvSpPr>
              <p:nvPr/>
            </p:nvSpPr>
            <p:spPr>
              <a:xfrm>
                <a:off x="474133" y="1843168"/>
                <a:ext cx="7907866" cy="2957432"/>
              </a:xfrm>
              <a:prstGeom prst="rect">
                <a:avLst/>
              </a:prstGeom>
              <a:blipFill>
                <a:blip r:embed="rId3"/>
                <a:stretch>
                  <a:fillRect l="-463" b="-6996"/>
                </a:stretch>
              </a:blipFill>
              <a:ln>
                <a:noFill/>
              </a:ln>
            </p:spPr>
            <p:txBody>
              <a:bodyPr/>
              <a:lstStyle/>
              <a:p>
                <a:r>
                  <a:rPr lang="en-GB">
                    <a:noFill/>
                  </a:rPr>
                  <a:t> </a:t>
                </a:r>
              </a:p>
            </p:txBody>
          </p:sp>
        </mc:Fallback>
      </mc:AlternateContent>
    </p:spTree>
    <p:extLst>
      <p:ext uri="{BB962C8B-B14F-4D97-AF65-F5344CB8AC3E}">
        <p14:creationId xmlns:p14="http://schemas.microsoft.com/office/powerpoint/2010/main" val="9135223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116"/>
        <p:cNvGrpSpPr/>
        <p:nvPr/>
      </p:nvGrpSpPr>
      <p:grpSpPr>
        <a:xfrm>
          <a:off x="0" y="0"/>
          <a:ext cx="0" cy="0"/>
          <a:chOff x="0" y="0"/>
          <a:chExt cx="0" cy="0"/>
        </a:xfrm>
      </p:grpSpPr>
      <p:sp>
        <p:nvSpPr>
          <p:cNvPr id="117" name="Google Shape;117;p26"/>
          <p:cNvSpPr txBox="1">
            <a:spLocks noGrp="1"/>
          </p:cNvSpPr>
          <p:nvPr>
            <p:ph type="title"/>
          </p:nvPr>
        </p:nvSpPr>
        <p:spPr>
          <a:xfrm>
            <a:off x="933024" y="592925"/>
            <a:ext cx="7448975" cy="767700"/>
          </a:xfrm>
          <a:prstGeom prst="rect">
            <a:avLst/>
          </a:prstGeom>
        </p:spPr>
        <p:txBody>
          <a:bodyPr spcFirstLastPara="1" wrap="square" lIns="91425" tIns="91425" rIns="91425" bIns="91425" anchor="b" anchorCtr="0">
            <a:noAutofit/>
          </a:bodyPr>
          <a:lstStyle/>
          <a:p>
            <a:pPr marL="114300">
              <a:buSzPts val="1800"/>
            </a:pPr>
            <a:r>
              <a:rPr lang="en-IN" dirty="0">
                <a:latin typeface="Calibri" panose="020F0502020204030204" pitchFamily="34" charset="0"/>
              </a:rPr>
              <a:t>Calculations</a:t>
            </a:r>
            <a:endParaRPr lang="en-MY" dirty="0">
              <a:latin typeface="Calibri" panose="020F0502020204030204" pitchFamily="34" charset="0"/>
            </a:endParaRPr>
          </a:p>
        </p:txBody>
      </p:sp>
      <mc:AlternateContent xmlns:mc="http://schemas.openxmlformats.org/markup-compatibility/2006" xmlns:a14="http://schemas.microsoft.com/office/drawing/2010/main">
        <mc:Choice Requires="a14">
          <p:sp>
            <p:nvSpPr>
              <p:cNvPr id="118" name="Google Shape;118;p26"/>
              <p:cNvSpPr txBox="1"/>
              <p:nvPr/>
            </p:nvSpPr>
            <p:spPr>
              <a:xfrm>
                <a:off x="248796" y="1843168"/>
                <a:ext cx="8817429" cy="2957432"/>
              </a:xfrm>
              <a:prstGeom prst="rect">
                <a:avLst/>
              </a:prstGeom>
              <a:noFill/>
              <a:ln>
                <a:noFill/>
              </a:ln>
            </p:spPr>
            <p:txBody>
              <a:bodyPr spcFirstLastPara="1" wrap="square" lIns="91425" tIns="91425" rIns="91425" bIns="91425" anchor="t" anchorCtr="0">
                <a:noAutofit/>
              </a:bodyPr>
              <a:lstStyle/>
              <a:p>
                <a:pPr lvl="1"/>
                <a:r>
                  <a:rPr lang="en-IN" sz="1500" b="1" dirty="0">
                    <a:latin typeface="Calibri" panose="020F0502020204030204" pitchFamily="34" charset="0"/>
                  </a:rPr>
                  <a:t>Gas Volumes</a:t>
                </a:r>
              </a:p>
              <a:p>
                <a:pPr lvl="1"/>
                <a:r>
                  <a:rPr lang="en-IN" sz="1500" b="1" dirty="0">
                    <a:latin typeface="Calibri" panose="020F0502020204030204" pitchFamily="34" charset="0"/>
                  </a:rPr>
                  <a:t>Example 10:</a:t>
                </a:r>
                <a:r>
                  <a:rPr lang="en-IN" sz="1500" dirty="0">
                    <a:latin typeface="Calibri" panose="020F0502020204030204" pitchFamily="34" charset="0"/>
                  </a:rPr>
                  <a:t> Iron reacts with hydrochloric acid to produce iron(II) chloride and hydrogen gas.</a:t>
                </a:r>
                <a:endParaRPr lang="en-MY" sz="1500" dirty="0">
                  <a:latin typeface="Calibri" panose="020F0502020204030204" pitchFamily="34" charset="0"/>
                </a:endParaRPr>
              </a:p>
              <a:p>
                <a:pPr algn="ctr"/>
                <a:r>
                  <a:rPr lang="en-IN" sz="1500" dirty="0">
                    <a:latin typeface="Calibri" panose="020F0502020204030204" pitchFamily="34" charset="0"/>
                  </a:rPr>
                  <a:t>Fe(s) + 2HCl(l) → FeCl</a:t>
                </a:r>
                <a:r>
                  <a:rPr lang="en-IN" sz="1500" baseline="-25000" dirty="0">
                    <a:latin typeface="Calibri" panose="020F0502020204030204" pitchFamily="34" charset="0"/>
                  </a:rPr>
                  <a:t>2 </a:t>
                </a:r>
                <a:r>
                  <a:rPr lang="en-IN" sz="1500" dirty="0">
                    <a:latin typeface="Calibri" panose="020F0502020204030204" pitchFamily="34" charset="0"/>
                  </a:rPr>
                  <a:t>(</a:t>
                </a:r>
                <a:r>
                  <a:rPr lang="en-IN" sz="1500" dirty="0" err="1">
                    <a:latin typeface="Calibri" panose="020F0502020204030204" pitchFamily="34" charset="0"/>
                  </a:rPr>
                  <a:t>aq</a:t>
                </a:r>
                <a:r>
                  <a:rPr lang="en-IN" sz="1500" dirty="0">
                    <a:latin typeface="Calibri" panose="020F0502020204030204" pitchFamily="34" charset="0"/>
                  </a:rPr>
                  <a:t>) + H</a:t>
                </a:r>
                <a:r>
                  <a:rPr lang="en-IN" sz="1500" baseline="-25000" dirty="0">
                    <a:latin typeface="Calibri" panose="020F0502020204030204" pitchFamily="34" charset="0"/>
                  </a:rPr>
                  <a:t>2</a:t>
                </a:r>
                <a:r>
                  <a:rPr lang="en-IN" sz="1500" dirty="0">
                    <a:latin typeface="Calibri" panose="020F0502020204030204" pitchFamily="34" charset="0"/>
                  </a:rPr>
                  <a:t>(g)</a:t>
                </a:r>
                <a:endParaRPr lang="en-MY" sz="1500" dirty="0">
                  <a:latin typeface="Calibri" panose="020F0502020204030204" pitchFamily="34" charset="0"/>
                </a:endParaRPr>
              </a:p>
              <a:p>
                <a:r>
                  <a:rPr lang="en-IN" sz="1500" dirty="0">
                    <a:latin typeface="Calibri" panose="020F0502020204030204" pitchFamily="34" charset="0"/>
                  </a:rPr>
                  <a:t>What volume of hydrogen gas is produced in this reaction if 10 g of iron reacts with an excess of hydrochloric acid?</a:t>
                </a:r>
                <a:endParaRPr lang="en-MY" sz="1500" dirty="0">
                  <a:latin typeface="Calibri" panose="020F0502020204030204" pitchFamily="34" charset="0"/>
                </a:endParaRPr>
              </a:p>
              <a:p>
                <a:r>
                  <a:rPr lang="en-IN" sz="1500" b="1" dirty="0">
                    <a:latin typeface="Calibri" panose="020F0502020204030204" pitchFamily="34" charset="0"/>
                  </a:rPr>
                  <a:t>Solution: </a:t>
                </a:r>
                <a:r>
                  <a:rPr lang="en-IN" sz="1500" dirty="0">
                    <a:latin typeface="Calibri" panose="020F0502020204030204" pitchFamily="34" charset="0"/>
                  </a:rPr>
                  <a:t>In this reaction, 1 mole of iron reacts with 2 moles of HCl to form 1 mole of iron chloride and 1 mole of hydrogen gas. </a:t>
                </a:r>
                <a:endParaRPr lang="en-MY" sz="1500" dirty="0">
                  <a:latin typeface="Calibri" panose="020F0502020204030204" pitchFamily="34" charset="0"/>
                </a:endParaRPr>
              </a:p>
              <a:p>
                <a:r>
                  <a:rPr lang="en-IN" sz="1500" dirty="0">
                    <a:latin typeface="Calibri" panose="020F0502020204030204" pitchFamily="34" charset="0"/>
                  </a:rPr>
                  <a:t>Atomic mass of Fe=55.845 (from periodic table)</a:t>
                </a:r>
                <a:endParaRPr lang="en-MY" sz="1500" dirty="0">
                  <a:latin typeface="Calibri" panose="020F0502020204030204" pitchFamily="34" charset="0"/>
                </a:endParaRPr>
              </a:p>
              <a:p>
                <a:r>
                  <a:rPr lang="en-IN" sz="1500" dirty="0">
                    <a:latin typeface="Calibri" panose="020F0502020204030204" pitchFamily="34" charset="0"/>
                  </a:rPr>
                  <a:t>Molar mass of Fe=55.845 g/</a:t>
                </a:r>
                <a:r>
                  <a:rPr lang="en-IN" sz="1500" dirty="0" err="1">
                    <a:latin typeface="Calibri" panose="020F0502020204030204" pitchFamily="34" charset="0"/>
                  </a:rPr>
                  <a:t>mol</a:t>
                </a:r>
                <a:endParaRPr lang="en-MY" sz="1500" dirty="0">
                  <a:latin typeface="Calibri" panose="020F0502020204030204" pitchFamily="34" charset="0"/>
                </a:endParaRPr>
              </a:p>
              <a:p>
                <a:pPr/>
                <a14:m>
                  <m:oMathPara xmlns:m="http://schemas.openxmlformats.org/officeDocument/2006/math">
                    <m:oMathParaPr>
                      <m:jc m:val="centerGroup"/>
                    </m:oMathParaPr>
                    <m:oMath xmlns:m="http://schemas.openxmlformats.org/officeDocument/2006/math">
                      <m:r>
                        <a:rPr lang="en-IN" sz="1500" i="1">
                          <a:latin typeface="Cambria Math" panose="02040503050406030204" pitchFamily="18" charset="0"/>
                        </a:rPr>
                        <m:t>𝐴𝑚𝑜𝑢𝑛𝑡</m:t>
                      </m:r>
                      <m:r>
                        <a:rPr lang="en-IN" sz="1500" i="1">
                          <a:latin typeface="Cambria Math" panose="02040503050406030204" pitchFamily="18" charset="0"/>
                        </a:rPr>
                        <m:t> </m:t>
                      </m:r>
                      <m:r>
                        <a:rPr lang="en-IN" sz="1500" i="1">
                          <a:latin typeface="Cambria Math" panose="02040503050406030204" pitchFamily="18" charset="0"/>
                        </a:rPr>
                        <m:t>𝑜𝑓</m:t>
                      </m:r>
                      <m:r>
                        <a:rPr lang="en-IN" sz="1500" i="1">
                          <a:latin typeface="Cambria Math" panose="02040503050406030204" pitchFamily="18" charset="0"/>
                        </a:rPr>
                        <m:t> </m:t>
                      </m:r>
                      <m:r>
                        <a:rPr lang="en-IN" sz="1500" i="1">
                          <a:latin typeface="Cambria Math" panose="02040503050406030204" pitchFamily="18" charset="0"/>
                        </a:rPr>
                        <m:t>𝑠𝑢𝑏𝑠𝑡𝑎𝑛𝑐𝑒</m:t>
                      </m:r>
                      <m:r>
                        <a:rPr lang="en-IN" sz="1500" i="1">
                          <a:latin typeface="Cambria Math" panose="02040503050406030204" pitchFamily="18" charset="0"/>
                        </a:rPr>
                        <m:t> </m:t>
                      </m:r>
                      <m:d>
                        <m:dPr>
                          <m:ctrlPr>
                            <a:rPr lang="en-MY" sz="1500" i="1">
                              <a:latin typeface="Cambria Math" panose="02040503050406030204" pitchFamily="18" charset="0"/>
                            </a:rPr>
                          </m:ctrlPr>
                        </m:dPr>
                        <m:e>
                          <m:r>
                            <a:rPr lang="en-IN" sz="1500" i="1">
                              <a:latin typeface="Cambria Math" panose="02040503050406030204" pitchFamily="18" charset="0"/>
                            </a:rPr>
                            <m:t>𝑚𝑜𝑙</m:t>
                          </m:r>
                        </m:e>
                      </m:d>
                      <m:r>
                        <a:rPr lang="en-IN" sz="1500" i="1">
                          <a:latin typeface="Cambria Math" panose="02040503050406030204" pitchFamily="18" charset="0"/>
                        </a:rPr>
                        <m:t>=</m:t>
                      </m:r>
                      <m:f>
                        <m:fPr>
                          <m:ctrlPr>
                            <a:rPr lang="en-MY" sz="1500" i="1">
                              <a:latin typeface="Cambria Math" panose="02040503050406030204" pitchFamily="18" charset="0"/>
                            </a:rPr>
                          </m:ctrlPr>
                        </m:fPr>
                        <m:num>
                          <m:r>
                            <a:rPr lang="en-IN" sz="1500" i="1">
                              <a:latin typeface="Cambria Math" panose="02040503050406030204" pitchFamily="18" charset="0"/>
                            </a:rPr>
                            <m:t>10</m:t>
                          </m:r>
                        </m:num>
                        <m:den>
                          <m:r>
                            <a:rPr lang="en-IN" sz="1500" i="1">
                              <a:latin typeface="Cambria Math" panose="02040503050406030204" pitchFamily="18" charset="0"/>
                            </a:rPr>
                            <m:t>55.845</m:t>
                          </m:r>
                        </m:den>
                      </m:f>
                      <m:r>
                        <a:rPr lang="en-IN" sz="1500" i="1">
                          <a:latin typeface="Cambria Math" panose="02040503050406030204" pitchFamily="18" charset="0"/>
                        </a:rPr>
                        <m:t>=0.18 </m:t>
                      </m:r>
                      <m:r>
                        <a:rPr lang="en-IN" sz="1500" i="1">
                          <a:latin typeface="Cambria Math" panose="02040503050406030204" pitchFamily="18" charset="0"/>
                        </a:rPr>
                        <m:t>𝑚𝑜𝑙</m:t>
                      </m:r>
                    </m:oMath>
                  </m:oMathPara>
                </a14:m>
                <a:endParaRPr lang="en-MY" sz="1500" dirty="0">
                  <a:latin typeface="Calibri" panose="020F0502020204030204" pitchFamily="34" charset="0"/>
                </a:endParaRPr>
              </a:p>
              <a:p>
                <a:r>
                  <a:rPr lang="en-IN" sz="1500" dirty="0">
                    <a:latin typeface="Calibri" panose="020F0502020204030204" pitchFamily="34" charset="0"/>
                  </a:rPr>
                  <a:t>10 g of Fe contains 0.18 moles.</a:t>
                </a:r>
                <a:endParaRPr lang="en-MY" sz="1500" dirty="0">
                  <a:latin typeface="Calibri" panose="020F0502020204030204" pitchFamily="34" charset="0"/>
                </a:endParaRPr>
              </a:p>
              <a:p>
                <a:r>
                  <a:rPr lang="en-IN" sz="1500" dirty="0">
                    <a:latin typeface="Calibri" panose="020F0502020204030204" pitchFamily="34" charset="0"/>
                  </a:rPr>
                  <a:t>Therefore, 0.18 mol of hydrogen gas is produced. </a:t>
                </a:r>
                <a:endParaRPr lang="en-MY" sz="1500" dirty="0">
                  <a:latin typeface="Calibri" panose="020F0502020204030204" pitchFamily="34" charset="0"/>
                </a:endParaRPr>
              </a:p>
              <a:p>
                <a:pPr/>
                <a14:m>
                  <m:oMathPara xmlns:m="http://schemas.openxmlformats.org/officeDocument/2006/math">
                    <m:oMathParaPr>
                      <m:jc m:val="centerGroup"/>
                    </m:oMathParaPr>
                    <m:oMath xmlns:m="http://schemas.openxmlformats.org/officeDocument/2006/math">
                      <m:r>
                        <a:rPr lang="en-IN" sz="1500" i="1">
                          <a:latin typeface="Cambria Math" panose="02040503050406030204" pitchFamily="18" charset="0"/>
                        </a:rPr>
                        <m:t>𝑉𝑜𝑙𝑢𝑚𝑒</m:t>
                      </m:r>
                      <m:r>
                        <a:rPr lang="en-IN" sz="1500" i="1">
                          <a:latin typeface="Cambria Math" panose="02040503050406030204" pitchFamily="18" charset="0"/>
                        </a:rPr>
                        <m:t> </m:t>
                      </m:r>
                      <m:r>
                        <a:rPr lang="en-IN" sz="1500" i="1">
                          <a:latin typeface="Cambria Math" panose="02040503050406030204" pitchFamily="18" charset="0"/>
                        </a:rPr>
                        <m:t>𝑜𝑓</m:t>
                      </m:r>
                      <m:r>
                        <a:rPr lang="en-IN" sz="1500" i="1">
                          <a:latin typeface="Cambria Math" panose="02040503050406030204" pitchFamily="18" charset="0"/>
                        </a:rPr>
                        <m:t> </m:t>
                      </m:r>
                      <m:r>
                        <a:rPr lang="en-IN" sz="1500" i="1">
                          <a:latin typeface="Cambria Math" panose="02040503050406030204" pitchFamily="18" charset="0"/>
                        </a:rPr>
                        <m:t>𝑔𝑎𝑠</m:t>
                      </m:r>
                      <m:r>
                        <a:rPr lang="en-IN" sz="1500" i="1">
                          <a:latin typeface="Cambria Math" panose="02040503050406030204" pitchFamily="18" charset="0"/>
                        </a:rPr>
                        <m:t> </m:t>
                      </m:r>
                      <m:d>
                        <m:dPr>
                          <m:ctrlPr>
                            <a:rPr lang="en-MY" sz="1500" i="1">
                              <a:latin typeface="Cambria Math" panose="02040503050406030204" pitchFamily="18" charset="0"/>
                            </a:rPr>
                          </m:ctrlPr>
                        </m:dPr>
                        <m:e>
                          <m:sSup>
                            <m:sSupPr>
                              <m:ctrlPr>
                                <a:rPr lang="en-MY" sz="1500" i="1">
                                  <a:latin typeface="Cambria Math" panose="02040503050406030204" pitchFamily="18" charset="0"/>
                                </a:rPr>
                              </m:ctrlPr>
                            </m:sSupPr>
                            <m:e>
                              <m:r>
                                <a:rPr lang="en-IN" sz="1500" i="1">
                                  <a:latin typeface="Cambria Math" panose="02040503050406030204" pitchFamily="18" charset="0"/>
                                </a:rPr>
                                <m:t>𝑑𝑚</m:t>
                              </m:r>
                            </m:e>
                            <m:sup>
                              <m:r>
                                <a:rPr lang="en-IN" sz="1500" i="1">
                                  <a:latin typeface="Cambria Math" panose="02040503050406030204" pitchFamily="18" charset="0"/>
                                </a:rPr>
                                <m:t>3</m:t>
                              </m:r>
                            </m:sup>
                          </m:sSup>
                        </m:e>
                      </m:d>
                      <m:r>
                        <a:rPr lang="en-IN" sz="1500" i="1">
                          <a:latin typeface="Cambria Math" panose="02040503050406030204" pitchFamily="18" charset="0"/>
                        </a:rPr>
                        <m:t>=0.18 ×24 =4.32 </m:t>
                      </m:r>
                      <m:sSup>
                        <m:sSupPr>
                          <m:ctrlPr>
                            <a:rPr lang="en-MY" sz="1500" i="1">
                              <a:latin typeface="Cambria Math" panose="02040503050406030204" pitchFamily="18" charset="0"/>
                            </a:rPr>
                          </m:ctrlPr>
                        </m:sSupPr>
                        <m:e>
                          <m:r>
                            <a:rPr lang="en-IN" sz="1500" i="1">
                              <a:latin typeface="Cambria Math" panose="02040503050406030204" pitchFamily="18" charset="0"/>
                            </a:rPr>
                            <m:t>𝑑𝑚</m:t>
                          </m:r>
                        </m:e>
                        <m:sup>
                          <m:r>
                            <a:rPr lang="en-IN" sz="1500" i="1">
                              <a:latin typeface="Cambria Math" panose="02040503050406030204" pitchFamily="18" charset="0"/>
                            </a:rPr>
                            <m:t>3</m:t>
                          </m:r>
                        </m:sup>
                      </m:sSup>
                      <m:r>
                        <a:rPr lang="en-IN" sz="1500" i="1">
                          <a:latin typeface="Cambria Math" panose="02040503050406030204" pitchFamily="18" charset="0"/>
                        </a:rPr>
                        <m:t> </m:t>
                      </m:r>
                    </m:oMath>
                  </m:oMathPara>
                </a14:m>
                <a:endParaRPr lang="en-MY" sz="1500" dirty="0">
                  <a:latin typeface="Calibri" panose="020F0502020204030204" pitchFamily="34" charset="0"/>
                </a:endParaRPr>
              </a:p>
            </p:txBody>
          </p:sp>
        </mc:Choice>
        <mc:Fallback xmlns="">
          <p:sp>
            <p:nvSpPr>
              <p:cNvPr id="118" name="Google Shape;118;p26"/>
              <p:cNvSpPr txBox="1">
                <a:spLocks noRot="1" noChangeAspect="1" noMove="1" noResize="1" noEditPoints="1" noAdjustHandles="1" noChangeArrowheads="1" noChangeShapeType="1" noTextEdit="1"/>
              </p:cNvSpPr>
              <p:nvPr/>
            </p:nvSpPr>
            <p:spPr>
              <a:xfrm>
                <a:off x="248796" y="1843168"/>
                <a:ext cx="8817429" cy="2957432"/>
              </a:xfrm>
              <a:prstGeom prst="rect">
                <a:avLst/>
              </a:prstGeom>
              <a:blipFill>
                <a:blip r:embed="rId3"/>
                <a:stretch>
                  <a:fillRect l="-277" b="-12963"/>
                </a:stretch>
              </a:blipFill>
              <a:ln>
                <a:noFill/>
              </a:ln>
            </p:spPr>
            <p:txBody>
              <a:bodyPr/>
              <a:lstStyle/>
              <a:p>
                <a:r>
                  <a:rPr lang="en-GB">
                    <a:noFill/>
                  </a:rPr>
                  <a:t> </a:t>
                </a:r>
              </a:p>
            </p:txBody>
          </p:sp>
        </mc:Fallback>
      </mc:AlternateContent>
    </p:spTree>
    <p:extLst>
      <p:ext uri="{BB962C8B-B14F-4D97-AF65-F5344CB8AC3E}">
        <p14:creationId xmlns:p14="http://schemas.microsoft.com/office/powerpoint/2010/main" val="40874932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116"/>
        <p:cNvGrpSpPr/>
        <p:nvPr/>
      </p:nvGrpSpPr>
      <p:grpSpPr>
        <a:xfrm>
          <a:off x="0" y="0"/>
          <a:ext cx="0" cy="0"/>
          <a:chOff x="0" y="0"/>
          <a:chExt cx="0" cy="0"/>
        </a:xfrm>
      </p:grpSpPr>
      <p:sp>
        <p:nvSpPr>
          <p:cNvPr id="117" name="Google Shape;117;p26"/>
          <p:cNvSpPr txBox="1">
            <a:spLocks noGrp="1"/>
          </p:cNvSpPr>
          <p:nvPr>
            <p:ph type="title"/>
          </p:nvPr>
        </p:nvSpPr>
        <p:spPr>
          <a:xfrm>
            <a:off x="933024" y="592925"/>
            <a:ext cx="7448975" cy="767700"/>
          </a:xfrm>
          <a:prstGeom prst="rect">
            <a:avLst/>
          </a:prstGeom>
        </p:spPr>
        <p:txBody>
          <a:bodyPr spcFirstLastPara="1" wrap="square" lIns="91425" tIns="91425" rIns="91425" bIns="91425" anchor="b" anchorCtr="0">
            <a:noAutofit/>
          </a:bodyPr>
          <a:lstStyle/>
          <a:p>
            <a:pPr marL="114300">
              <a:buSzPts val="1800"/>
            </a:pPr>
            <a:r>
              <a:rPr lang="en-IN" dirty="0">
                <a:latin typeface="Calibri" panose="020F0502020204030204" pitchFamily="34" charset="0"/>
              </a:rPr>
              <a:t>Calculations</a:t>
            </a:r>
            <a:endParaRPr lang="en-MY" dirty="0">
              <a:latin typeface="Calibri" panose="020F0502020204030204" pitchFamily="34" charset="0"/>
            </a:endParaRPr>
          </a:p>
        </p:txBody>
      </p:sp>
      <mc:AlternateContent xmlns:mc="http://schemas.openxmlformats.org/markup-compatibility/2006" xmlns:a14="http://schemas.microsoft.com/office/drawing/2010/main">
        <mc:Choice Requires="a14">
          <p:sp>
            <p:nvSpPr>
              <p:cNvPr id="118" name="Google Shape;118;p26"/>
              <p:cNvSpPr txBox="1"/>
              <p:nvPr/>
            </p:nvSpPr>
            <p:spPr>
              <a:xfrm>
                <a:off x="248796" y="1701651"/>
                <a:ext cx="8817429" cy="3675889"/>
              </a:xfrm>
              <a:prstGeom prst="rect">
                <a:avLst/>
              </a:prstGeom>
              <a:noFill/>
              <a:ln>
                <a:noFill/>
              </a:ln>
            </p:spPr>
            <p:txBody>
              <a:bodyPr spcFirstLastPara="1" wrap="square" lIns="91425" tIns="91425" rIns="91425" bIns="91425" anchor="t" anchorCtr="0">
                <a:noAutofit/>
              </a:bodyPr>
              <a:lstStyle/>
              <a:p>
                <a:pPr lvl="1"/>
                <a:r>
                  <a:rPr lang="en-IN" b="1" dirty="0">
                    <a:latin typeface="Calibri" panose="020F0502020204030204" pitchFamily="34" charset="0"/>
                  </a:rPr>
                  <a:t>Solution volume and concentration</a:t>
                </a:r>
                <a:endParaRPr lang="en-MY" dirty="0">
                  <a:latin typeface="Calibri" panose="020F0502020204030204" pitchFamily="34" charset="0"/>
                </a:endParaRPr>
              </a:p>
              <a:p>
                <a:r>
                  <a:rPr lang="en-IN" dirty="0">
                    <a:latin typeface="Calibri" panose="020F0502020204030204" pitchFamily="34" charset="0"/>
                  </a:rPr>
                  <a:t>The concentration of a solution is expressed mathematically as</a:t>
                </a:r>
                <a:endParaRPr lang="en-MY" dirty="0">
                  <a:latin typeface="Calibri" panose="020F0502020204030204" pitchFamily="34" charset="0"/>
                </a:endParaRPr>
              </a:p>
              <a:p>
                <a:pPr/>
                <a14:m>
                  <m:oMathPara xmlns:m="http://schemas.openxmlformats.org/officeDocument/2006/math">
                    <m:oMathParaPr>
                      <m:jc m:val="centerGroup"/>
                    </m:oMathParaPr>
                    <m:oMath xmlns:m="http://schemas.openxmlformats.org/officeDocument/2006/math">
                      <m:r>
                        <a:rPr lang="en-IN" sz="1200" i="1">
                          <a:latin typeface="Cambria Math" panose="02040503050406030204" pitchFamily="18" charset="0"/>
                        </a:rPr>
                        <m:t>𝐶𝑜𝑛𝑐𝑒𝑛𝑡𝑟𝑎𝑡𝑖𝑜𝑛</m:t>
                      </m:r>
                      <m:r>
                        <a:rPr lang="en-IN" sz="1200" i="1">
                          <a:latin typeface="Cambria Math" panose="02040503050406030204" pitchFamily="18" charset="0"/>
                        </a:rPr>
                        <m:t> </m:t>
                      </m:r>
                      <m:d>
                        <m:dPr>
                          <m:ctrlPr>
                            <a:rPr lang="en-MY" sz="1200" i="1">
                              <a:latin typeface="Cambria Math" panose="02040503050406030204" pitchFamily="18" charset="0"/>
                            </a:rPr>
                          </m:ctrlPr>
                        </m:dPr>
                        <m:e>
                          <m:f>
                            <m:fPr>
                              <m:ctrlPr>
                                <a:rPr lang="en-MY" sz="1200" i="1">
                                  <a:latin typeface="Cambria Math" panose="02040503050406030204" pitchFamily="18" charset="0"/>
                                </a:rPr>
                              </m:ctrlPr>
                            </m:fPr>
                            <m:num>
                              <m:r>
                                <a:rPr lang="en-IN" sz="1200" i="1">
                                  <a:latin typeface="Cambria Math" panose="02040503050406030204" pitchFamily="18" charset="0"/>
                                </a:rPr>
                                <m:t>𝑚𝑜𝑙</m:t>
                              </m:r>
                            </m:num>
                            <m:den>
                              <m:sSup>
                                <m:sSupPr>
                                  <m:ctrlPr>
                                    <a:rPr lang="en-MY" sz="1200" i="1">
                                      <a:latin typeface="Cambria Math" panose="02040503050406030204" pitchFamily="18" charset="0"/>
                                    </a:rPr>
                                  </m:ctrlPr>
                                </m:sSupPr>
                                <m:e>
                                  <m:r>
                                    <a:rPr lang="en-IN" sz="1200" i="1">
                                      <a:latin typeface="Cambria Math" panose="02040503050406030204" pitchFamily="18" charset="0"/>
                                    </a:rPr>
                                    <m:t>𝑑𝑚</m:t>
                                  </m:r>
                                </m:e>
                                <m:sup>
                                  <m:r>
                                    <a:rPr lang="en-IN" sz="1200" i="1">
                                      <a:latin typeface="Cambria Math" panose="02040503050406030204" pitchFamily="18" charset="0"/>
                                    </a:rPr>
                                    <m:t>3</m:t>
                                  </m:r>
                                </m:sup>
                              </m:sSup>
                            </m:den>
                          </m:f>
                        </m:e>
                      </m:d>
                      <m:r>
                        <a:rPr lang="en-IN" sz="1200" i="1">
                          <a:latin typeface="Cambria Math" panose="02040503050406030204" pitchFamily="18" charset="0"/>
                        </a:rPr>
                        <m:t>=</m:t>
                      </m:r>
                      <m:f>
                        <m:fPr>
                          <m:ctrlPr>
                            <a:rPr lang="en-MY" sz="1200" i="1">
                              <a:latin typeface="Cambria Math" panose="02040503050406030204" pitchFamily="18" charset="0"/>
                            </a:rPr>
                          </m:ctrlPr>
                        </m:fPr>
                        <m:num>
                          <m:r>
                            <a:rPr lang="en-IN" sz="1200" i="1">
                              <a:latin typeface="Cambria Math" panose="02040503050406030204" pitchFamily="18" charset="0"/>
                            </a:rPr>
                            <m:t>𝑛𝑢𝑚𝑏𝑒𝑟</m:t>
                          </m:r>
                          <m:r>
                            <a:rPr lang="en-IN" sz="1200" i="1">
                              <a:latin typeface="Cambria Math" panose="02040503050406030204" pitchFamily="18" charset="0"/>
                            </a:rPr>
                            <m:t> </m:t>
                          </m:r>
                          <m:r>
                            <a:rPr lang="en-IN" sz="1200" i="1">
                              <a:latin typeface="Cambria Math" panose="02040503050406030204" pitchFamily="18" charset="0"/>
                            </a:rPr>
                            <m:t>𝑜𝑓</m:t>
                          </m:r>
                          <m:r>
                            <a:rPr lang="en-IN" sz="1200" i="1">
                              <a:latin typeface="Cambria Math" panose="02040503050406030204" pitchFamily="18" charset="0"/>
                            </a:rPr>
                            <m:t> </m:t>
                          </m:r>
                          <m:r>
                            <a:rPr lang="en-IN" sz="1200" i="1">
                              <a:latin typeface="Cambria Math" panose="02040503050406030204" pitchFamily="18" charset="0"/>
                            </a:rPr>
                            <m:t>𝑚𝑜𝑙𝑒𝑠</m:t>
                          </m:r>
                          <m:r>
                            <a:rPr lang="en-IN" sz="1200" i="1">
                              <a:latin typeface="Cambria Math" panose="02040503050406030204" pitchFamily="18" charset="0"/>
                            </a:rPr>
                            <m:t> </m:t>
                          </m:r>
                          <m:r>
                            <a:rPr lang="en-IN" sz="1200" i="1">
                              <a:latin typeface="Cambria Math" panose="02040503050406030204" pitchFamily="18" charset="0"/>
                            </a:rPr>
                            <m:t>𝑜𝑓</m:t>
                          </m:r>
                          <m:r>
                            <a:rPr lang="en-IN" sz="1200" i="1">
                              <a:latin typeface="Cambria Math" panose="02040503050406030204" pitchFamily="18" charset="0"/>
                            </a:rPr>
                            <m:t> </m:t>
                          </m:r>
                          <m:r>
                            <a:rPr lang="en-IN" sz="1200" i="1">
                              <a:latin typeface="Cambria Math" panose="02040503050406030204" pitchFamily="18" charset="0"/>
                            </a:rPr>
                            <m:t>𝑠𝑜𝑙𝑢𝑡𝑒</m:t>
                          </m:r>
                          <m:r>
                            <a:rPr lang="en-IN" sz="1200" i="1">
                              <a:latin typeface="Cambria Math" panose="02040503050406030204" pitchFamily="18" charset="0"/>
                            </a:rPr>
                            <m:t> (</m:t>
                          </m:r>
                          <m:r>
                            <a:rPr lang="en-IN" sz="1200" i="1">
                              <a:latin typeface="Cambria Math" panose="02040503050406030204" pitchFamily="18" charset="0"/>
                            </a:rPr>
                            <m:t>𝑚𝑜𝑙</m:t>
                          </m:r>
                          <m:r>
                            <a:rPr lang="en-IN" sz="1200" i="1">
                              <a:latin typeface="Cambria Math" panose="02040503050406030204" pitchFamily="18" charset="0"/>
                            </a:rPr>
                            <m:t>)</m:t>
                          </m:r>
                        </m:num>
                        <m:den>
                          <m:r>
                            <a:rPr lang="en-GB" sz="1200" b="0" i="1" smtClean="0">
                              <a:latin typeface="Cambria Math" panose="02040503050406030204" pitchFamily="18" charset="0"/>
                            </a:rPr>
                            <m:t>𝑡𝑜𝑡𝑎𝑙</m:t>
                          </m:r>
                          <m:r>
                            <a:rPr lang="en-GB" sz="1200" b="0" i="1" smtClean="0">
                              <a:latin typeface="Cambria Math" panose="02040503050406030204" pitchFamily="18" charset="0"/>
                            </a:rPr>
                            <m:t> </m:t>
                          </m:r>
                          <m:r>
                            <a:rPr lang="en-IN" sz="1200" i="1">
                              <a:latin typeface="Cambria Math" panose="02040503050406030204" pitchFamily="18" charset="0"/>
                            </a:rPr>
                            <m:t>𝑣𝑜𝑙𝑢𝑚𝑒</m:t>
                          </m:r>
                          <m:r>
                            <a:rPr lang="en-IN" sz="1200" i="1">
                              <a:latin typeface="Cambria Math" panose="02040503050406030204" pitchFamily="18" charset="0"/>
                            </a:rPr>
                            <m:t> </m:t>
                          </m:r>
                          <m:r>
                            <a:rPr lang="en-GB" sz="1200" b="0" i="1" smtClean="0">
                              <a:latin typeface="Cambria Math" panose="02040503050406030204" pitchFamily="18" charset="0"/>
                            </a:rPr>
                            <m:t>𝑜𝑓</m:t>
                          </m:r>
                          <m:r>
                            <a:rPr lang="en-GB" sz="1200" b="0" i="1" smtClean="0">
                              <a:latin typeface="Cambria Math" panose="02040503050406030204" pitchFamily="18" charset="0"/>
                            </a:rPr>
                            <m:t> </m:t>
                          </m:r>
                          <m:r>
                            <a:rPr lang="en-GB" sz="1200" b="0" i="1" smtClean="0">
                              <a:latin typeface="Cambria Math" panose="02040503050406030204" pitchFamily="18" charset="0"/>
                            </a:rPr>
                            <m:t>𝑠𝑜𝑙𝑢𝑡𝑖𝑜𝑛</m:t>
                          </m:r>
                          <m:r>
                            <a:rPr lang="en-IN" sz="1200" i="1">
                              <a:latin typeface="Cambria Math" panose="02040503050406030204" pitchFamily="18" charset="0"/>
                            </a:rPr>
                            <m:t>(</m:t>
                          </m:r>
                          <m:sSup>
                            <m:sSupPr>
                              <m:ctrlPr>
                                <a:rPr lang="en-MY" sz="1200" i="1">
                                  <a:latin typeface="Cambria Math" panose="02040503050406030204" pitchFamily="18" charset="0"/>
                                </a:rPr>
                              </m:ctrlPr>
                            </m:sSupPr>
                            <m:e>
                              <m:r>
                                <a:rPr lang="en-IN" sz="1200" i="1">
                                  <a:latin typeface="Cambria Math" panose="02040503050406030204" pitchFamily="18" charset="0"/>
                                </a:rPr>
                                <m:t>𝑑𝑚</m:t>
                              </m:r>
                            </m:e>
                            <m:sup>
                              <m:r>
                                <a:rPr lang="en-IN" sz="1200" i="1">
                                  <a:latin typeface="Cambria Math" panose="02040503050406030204" pitchFamily="18" charset="0"/>
                                </a:rPr>
                                <m:t>3</m:t>
                              </m:r>
                            </m:sup>
                          </m:sSup>
                          <m:r>
                            <a:rPr lang="en-IN" sz="1200" i="1">
                              <a:latin typeface="Cambria Math" panose="02040503050406030204" pitchFamily="18" charset="0"/>
                            </a:rPr>
                            <m:t>)</m:t>
                          </m:r>
                        </m:den>
                      </m:f>
                    </m:oMath>
                  </m:oMathPara>
                </a14:m>
                <a:endParaRPr lang="en-MY" sz="1200" dirty="0">
                  <a:latin typeface="Calibri" panose="020F0502020204030204" pitchFamily="34" charset="0"/>
                </a:endParaRPr>
              </a:p>
              <a:p>
                <a:r>
                  <a:rPr lang="en-IN" b="1" dirty="0">
                    <a:latin typeface="Calibri" panose="020F0502020204030204" pitchFamily="34" charset="0"/>
                  </a:rPr>
                  <a:t>Example 11</a:t>
                </a:r>
                <a:r>
                  <a:rPr lang="en-IN" dirty="0">
                    <a:latin typeface="Calibri" panose="020F0502020204030204" pitchFamily="34" charset="0"/>
                  </a:rPr>
                  <a:t>: In a titration, 15 cm</a:t>
                </a:r>
                <a:r>
                  <a:rPr lang="en-IN" baseline="30000" dirty="0">
                    <a:latin typeface="Calibri" panose="020F0502020204030204" pitchFamily="34" charset="0"/>
                  </a:rPr>
                  <a:t>3</a:t>
                </a:r>
                <a:r>
                  <a:rPr lang="en-IN" dirty="0">
                    <a:latin typeface="Calibri" panose="020F0502020204030204" pitchFamily="34" charset="0"/>
                  </a:rPr>
                  <a:t> of 0.75 mol/dm</a:t>
                </a:r>
                <a:r>
                  <a:rPr lang="en-IN" baseline="30000" dirty="0">
                    <a:latin typeface="Calibri" panose="020F0502020204030204" pitchFamily="34" charset="0"/>
                  </a:rPr>
                  <a:t>3</a:t>
                </a:r>
                <a:r>
                  <a:rPr lang="en-IN" dirty="0">
                    <a:latin typeface="Calibri" panose="020F0502020204030204" pitchFamily="34" charset="0"/>
                  </a:rPr>
                  <a:t>, a hydrochloric solution reacts with 30 cm</a:t>
                </a:r>
                <a:r>
                  <a:rPr lang="en-IN" baseline="30000" dirty="0">
                    <a:latin typeface="Calibri" panose="020F0502020204030204" pitchFamily="34" charset="0"/>
                  </a:rPr>
                  <a:t>3</a:t>
                </a:r>
                <a:r>
                  <a:rPr lang="en-IN" dirty="0">
                    <a:latin typeface="Calibri" panose="020F0502020204030204" pitchFamily="34" charset="0"/>
                  </a:rPr>
                  <a:t> of sodium hydroxide. What is the concentration of sodium hydroxide solution?</a:t>
                </a:r>
                <a:endParaRPr lang="en-MY" dirty="0">
                  <a:latin typeface="Calibri" panose="020F0502020204030204" pitchFamily="34" charset="0"/>
                </a:endParaRPr>
              </a:p>
              <a:p>
                <a:pPr>
                  <a:spcBef>
                    <a:spcPts val="600"/>
                  </a:spcBef>
                </a:pPr>
                <a:r>
                  <a:rPr lang="en-IN" b="1" dirty="0">
                    <a:latin typeface="Calibri" panose="020F0502020204030204" pitchFamily="34" charset="0"/>
                  </a:rPr>
                  <a:t>Solution: </a:t>
                </a:r>
                <a:r>
                  <a:rPr lang="en-IN" dirty="0">
                    <a:latin typeface="Calibri" panose="020F0502020204030204" pitchFamily="34" charset="0"/>
                  </a:rPr>
                  <a:t>The balanced chemical equation for this titration reaction is</a:t>
                </a:r>
                <a:endParaRPr lang="en-MY" dirty="0">
                  <a:latin typeface="Calibri" panose="020F0502020204030204" pitchFamily="34" charset="0"/>
                </a:endParaRPr>
              </a:p>
              <a:p>
                <a:r>
                  <a:rPr lang="en-IN" dirty="0" err="1">
                    <a:latin typeface="Calibri" panose="020F0502020204030204" pitchFamily="34" charset="0"/>
                  </a:rPr>
                  <a:t>HCl</a:t>
                </a:r>
                <a:r>
                  <a:rPr lang="en-IN" dirty="0">
                    <a:latin typeface="Calibri" panose="020F0502020204030204" pitchFamily="34" charset="0"/>
                  </a:rPr>
                  <a:t>+ </a:t>
                </a:r>
                <a:r>
                  <a:rPr lang="en-IN" dirty="0" err="1">
                    <a:latin typeface="Calibri" panose="020F0502020204030204" pitchFamily="34" charset="0"/>
                  </a:rPr>
                  <a:t>NaOH</a:t>
                </a:r>
                <a:r>
                  <a:rPr lang="en-IN" dirty="0">
                    <a:latin typeface="Calibri" panose="020F0502020204030204" pitchFamily="34" charset="0"/>
                  </a:rPr>
                  <a:t> → NaCl+H</a:t>
                </a:r>
                <a:r>
                  <a:rPr lang="en-IN" baseline="-25000" dirty="0">
                    <a:latin typeface="Calibri" panose="020F0502020204030204" pitchFamily="34" charset="0"/>
                  </a:rPr>
                  <a:t>2</a:t>
                </a:r>
                <a:r>
                  <a:rPr lang="en-IN" dirty="0">
                    <a:latin typeface="Calibri" panose="020F0502020204030204" pitchFamily="34" charset="0"/>
                  </a:rPr>
                  <a:t>O</a:t>
                </a:r>
                <a:endParaRPr lang="en-MY" dirty="0">
                  <a:latin typeface="Calibri" panose="020F0502020204030204" pitchFamily="34" charset="0"/>
                </a:endParaRPr>
              </a:p>
              <a:p>
                <a:r>
                  <a:rPr lang="en-IN" dirty="0">
                    <a:latin typeface="Calibri" panose="020F0502020204030204" pitchFamily="34" charset="0"/>
                  </a:rPr>
                  <a:t>From the chemical reaction, 1 </a:t>
                </a:r>
                <a:r>
                  <a:rPr lang="en-IN" dirty="0" err="1">
                    <a:latin typeface="Calibri" panose="020F0502020204030204" pitchFamily="34" charset="0"/>
                  </a:rPr>
                  <a:t>mol</a:t>
                </a:r>
                <a:r>
                  <a:rPr lang="en-IN" dirty="0">
                    <a:latin typeface="Calibri" panose="020F0502020204030204" pitchFamily="34" charset="0"/>
                  </a:rPr>
                  <a:t> of </a:t>
                </a:r>
                <a:r>
                  <a:rPr lang="en-IN" dirty="0" err="1">
                    <a:latin typeface="Calibri" panose="020F0502020204030204" pitchFamily="34" charset="0"/>
                  </a:rPr>
                  <a:t>HCl</a:t>
                </a:r>
                <a:r>
                  <a:rPr lang="en-IN" dirty="0">
                    <a:latin typeface="Calibri" panose="020F0502020204030204" pitchFamily="34" charset="0"/>
                  </a:rPr>
                  <a:t> reacts with 1 </a:t>
                </a:r>
                <a:r>
                  <a:rPr lang="en-IN" dirty="0" err="1">
                    <a:latin typeface="Calibri" panose="020F0502020204030204" pitchFamily="34" charset="0"/>
                  </a:rPr>
                  <a:t>mol</a:t>
                </a:r>
                <a:r>
                  <a:rPr lang="en-IN" dirty="0">
                    <a:latin typeface="Calibri" panose="020F0502020204030204" pitchFamily="34" charset="0"/>
                  </a:rPr>
                  <a:t> of </a:t>
                </a:r>
                <a:r>
                  <a:rPr lang="en-IN" dirty="0" err="1">
                    <a:latin typeface="Calibri" panose="020F0502020204030204" pitchFamily="34" charset="0"/>
                  </a:rPr>
                  <a:t>NaOH</a:t>
                </a:r>
                <a:r>
                  <a:rPr lang="en-IN" dirty="0">
                    <a:latin typeface="Calibri" panose="020F0502020204030204" pitchFamily="34" charset="0"/>
                  </a:rPr>
                  <a:t>.</a:t>
                </a:r>
                <a:endParaRPr lang="en-MY" dirty="0">
                  <a:latin typeface="Calibri" panose="020F0502020204030204" pitchFamily="34" charset="0"/>
                </a:endParaRPr>
              </a:p>
              <a:p>
                <a:r>
                  <a:rPr lang="en-IN" dirty="0">
                    <a:latin typeface="Calibri" panose="020F0502020204030204" pitchFamily="34" charset="0"/>
                  </a:rPr>
                  <a:t>The number of moles of </a:t>
                </a:r>
                <a:r>
                  <a:rPr lang="en-IN" dirty="0" err="1">
                    <a:latin typeface="Calibri" panose="020F0502020204030204" pitchFamily="34" charset="0"/>
                  </a:rPr>
                  <a:t>HCl</a:t>
                </a:r>
                <a:r>
                  <a:rPr lang="en-IN" dirty="0">
                    <a:latin typeface="Calibri" panose="020F0502020204030204" pitchFamily="34" charset="0"/>
                  </a:rPr>
                  <a:t> reacting is:</a:t>
                </a:r>
                <a:endParaRPr lang="en-MY" dirty="0">
                  <a:latin typeface="Calibri" panose="020F0502020204030204" pitchFamily="34" charset="0"/>
                </a:endParaRPr>
              </a:p>
              <a:p>
                <a:r>
                  <a:rPr lang="en-IN" dirty="0">
                    <a:latin typeface="Calibri" panose="020F0502020204030204" pitchFamily="34" charset="0"/>
                  </a:rPr>
                  <a:t>Number of moles=concentration × volume = 0.75 ×15 × 10</a:t>
                </a:r>
                <a:r>
                  <a:rPr lang="en-IN" baseline="30000" dirty="0">
                    <a:latin typeface="Calibri" panose="020F0502020204030204" pitchFamily="34" charset="0"/>
                  </a:rPr>
                  <a:t>-3</a:t>
                </a:r>
                <a:r>
                  <a:rPr lang="en-IN" dirty="0">
                    <a:latin typeface="Calibri" panose="020F0502020204030204" pitchFamily="34" charset="0"/>
                  </a:rPr>
                  <a:t> = 11.25 × 10</a:t>
                </a:r>
                <a:r>
                  <a:rPr lang="en-IN" baseline="30000" dirty="0">
                    <a:latin typeface="Calibri" panose="020F0502020204030204" pitchFamily="34" charset="0"/>
                  </a:rPr>
                  <a:t>-3</a:t>
                </a:r>
                <a:r>
                  <a:rPr lang="en-IN" dirty="0">
                    <a:latin typeface="Calibri" panose="020F0502020204030204" pitchFamily="34" charset="0"/>
                  </a:rPr>
                  <a:t> </a:t>
                </a:r>
                <a:r>
                  <a:rPr lang="en-IN" dirty="0" err="1">
                    <a:latin typeface="Calibri" panose="020F0502020204030204" pitchFamily="34" charset="0"/>
                  </a:rPr>
                  <a:t>mol</a:t>
                </a:r>
                <a:endParaRPr lang="en-MY" dirty="0">
                  <a:latin typeface="Calibri" panose="020F0502020204030204" pitchFamily="34" charset="0"/>
                </a:endParaRPr>
              </a:p>
              <a:p>
                <a:r>
                  <a:rPr lang="en-IN" dirty="0">
                    <a:latin typeface="Calibri" panose="020F0502020204030204" pitchFamily="34" charset="0"/>
                  </a:rPr>
                  <a:t>11.25 × 10</a:t>
                </a:r>
                <a:r>
                  <a:rPr lang="en-IN" baseline="30000" dirty="0">
                    <a:latin typeface="Calibri" panose="020F0502020204030204" pitchFamily="34" charset="0"/>
                  </a:rPr>
                  <a:t>-3</a:t>
                </a:r>
                <a:r>
                  <a:rPr lang="en-IN" dirty="0">
                    <a:latin typeface="Calibri" panose="020F0502020204030204" pitchFamily="34" charset="0"/>
                  </a:rPr>
                  <a:t> </a:t>
                </a:r>
                <a:r>
                  <a:rPr lang="en-IN" dirty="0" err="1">
                    <a:latin typeface="Calibri" panose="020F0502020204030204" pitchFamily="34" charset="0"/>
                  </a:rPr>
                  <a:t>mol</a:t>
                </a:r>
                <a:r>
                  <a:rPr lang="en-IN" dirty="0">
                    <a:latin typeface="Calibri" panose="020F0502020204030204" pitchFamily="34" charset="0"/>
                  </a:rPr>
                  <a:t> of </a:t>
                </a:r>
                <a:r>
                  <a:rPr lang="en-IN" dirty="0" err="1">
                    <a:latin typeface="Calibri" panose="020F0502020204030204" pitchFamily="34" charset="0"/>
                  </a:rPr>
                  <a:t>HCl</a:t>
                </a:r>
                <a:r>
                  <a:rPr lang="en-IN" dirty="0">
                    <a:latin typeface="Calibri" panose="020F0502020204030204" pitchFamily="34" charset="0"/>
                  </a:rPr>
                  <a:t> reacts with 11.25 × 10</a:t>
                </a:r>
                <a:r>
                  <a:rPr lang="en-IN" baseline="30000" dirty="0">
                    <a:latin typeface="Calibri" panose="020F0502020204030204" pitchFamily="34" charset="0"/>
                  </a:rPr>
                  <a:t>-3</a:t>
                </a:r>
                <a:r>
                  <a:rPr lang="en-IN" dirty="0">
                    <a:latin typeface="Calibri" panose="020F0502020204030204" pitchFamily="34" charset="0"/>
                  </a:rPr>
                  <a:t> </a:t>
                </a:r>
                <a:r>
                  <a:rPr lang="en-IN" dirty="0" err="1">
                    <a:latin typeface="Calibri" panose="020F0502020204030204" pitchFamily="34" charset="0"/>
                  </a:rPr>
                  <a:t>mol</a:t>
                </a:r>
                <a:r>
                  <a:rPr lang="en-IN" dirty="0">
                    <a:latin typeface="Calibri" panose="020F0502020204030204" pitchFamily="34" charset="0"/>
                  </a:rPr>
                  <a:t> of </a:t>
                </a:r>
                <a:r>
                  <a:rPr lang="en-IN" dirty="0" err="1">
                    <a:latin typeface="Calibri" panose="020F0502020204030204" pitchFamily="34" charset="0"/>
                  </a:rPr>
                  <a:t>NaOH</a:t>
                </a:r>
                <a:r>
                  <a:rPr lang="en-IN" dirty="0">
                    <a:latin typeface="Calibri" panose="020F0502020204030204" pitchFamily="34" charset="0"/>
                  </a:rPr>
                  <a:t>,</a:t>
                </a:r>
                <a:endParaRPr lang="en-MY" dirty="0">
                  <a:latin typeface="Calibri" panose="020F0502020204030204" pitchFamily="34" charset="0"/>
                </a:endParaRPr>
              </a:p>
              <a:p>
                <a:r>
                  <a:rPr lang="en-IN" dirty="0">
                    <a:latin typeface="Calibri" panose="020F0502020204030204" pitchFamily="34" charset="0"/>
                  </a:rPr>
                  <a:t>Therefore,</a:t>
                </a:r>
                <a:endParaRPr lang="en-MY" dirty="0">
                  <a:latin typeface="Calibri" panose="020F0502020204030204" pitchFamily="34" charset="0"/>
                </a:endParaRPr>
              </a:p>
              <a:p>
                <a:pPr/>
                <a14:m>
                  <m:oMathPara xmlns:m="http://schemas.openxmlformats.org/officeDocument/2006/math">
                    <m:oMathParaPr>
                      <m:jc m:val="centerGroup"/>
                    </m:oMathParaPr>
                    <m:oMath xmlns:m="http://schemas.openxmlformats.org/officeDocument/2006/math">
                      <m:r>
                        <a:rPr lang="en-IN" sz="1200" i="1">
                          <a:latin typeface="Cambria Math" panose="02040503050406030204" pitchFamily="18" charset="0"/>
                        </a:rPr>
                        <m:t>𝑐𝑜𝑛𝑐𝑒𝑛𝑡𝑟𝑎𝑡𝑖𝑜𝑛</m:t>
                      </m:r>
                      <m:r>
                        <a:rPr lang="en-IN" sz="1200" i="1">
                          <a:latin typeface="Cambria Math" panose="02040503050406030204" pitchFamily="18" charset="0"/>
                        </a:rPr>
                        <m:t> </m:t>
                      </m:r>
                      <m:r>
                        <a:rPr lang="en-IN" sz="1200" i="1">
                          <a:latin typeface="Cambria Math" panose="02040503050406030204" pitchFamily="18" charset="0"/>
                        </a:rPr>
                        <m:t>𝑜𝑓</m:t>
                      </m:r>
                      <m:r>
                        <a:rPr lang="en-IN" sz="1200" i="1">
                          <a:latin typeface="Cambria Math" panose="02040503050406030204" pitchFamily="18" charset="0"/>
                        </a:rPr>
                        <m:t> </m:t>
                      </m:r>
                      <m:r>
                        <a:rPr lang="en-IN" sz="1200" i="1">
                          <a:latin typeface="Cambria Math" panose="02040503050406030204" pitchFamily="18" charset="0"/>
                        </a:rPr>
                        <m:t>𝑁𝑎𝑂𝐻</m:t>
                      </m:r>
                      <m:r>
                        <a:rPr lang="en-IN" sz="1200" i="1">
                          <a:latin typeface="Cambria Math" panose="02040503050406030204" pitchFamily="18" charset="0"/>
                        </a:rPr>
                        <m:t>=</m:t>
                      </m:r>
                      <m:f>
                        <m:fPr>
                          <m:ctrlPr>
                            <a:rPr lang="en-MY" sz="1200" i="1">
                              <a:latin typeface="Cambria Math" panose="02040503050406030204" pitchFamily="18" charset="0"/>
                            </a:rPr>
                          </m:ctrlPr>
                        </m:fPr>
                        <m:num>
                          <m:r>
                            <a:rPr lang="en-IN" sz="1200" i="1">
                              <a:latin typeface="Cambria Math" panose="02040503050406030204" pitchFamily="18" charset="0"/>
                            </a:rPr>
                            <m:t>11</m:t>
                          </m:r>
                          <m:r>
                            <a:rPr lang="en-IN" sz="1200" i="1">
                              <a:latin typeface="Cambria Math" panose="02040503050406030204" pitchFamily="18" charset="0"/>
                            </a:rPr>
                            <m:t>.</m:t>
                          </m:r>
                          <m:r>
                            <a:rPr lang="en-IN" sz="1200" i="1">
                              <a:latin typeface="Cambria Math" panose="02040503050406030204" pitchFamily="18" charset="0"/>
                            </a:rPr>
                            <m:t>25</m:t>
                          </m:r>
                          <m:r>
                            <a:rPr lang="en-IN" sz="1200" i="1">
                              <a:latin typeface="Cambria Math" panose="02040503050406030204" pitchFamily="18" charset="0"/>
                            </a:rPr>
                            <m:t>×</m:t>
                          </m:r>
                          <m:sSup>
                            <m:sSupPr>
                              <m:ctrlPr>
                                <a:rPr lang="en-MY" sz="1200" i="1">
                                  <a:latin typeface="Cambria Math" panose="02040503050406030204" pitchFamily="18" charset="0"/>
                                </a:rPr>
                              </m:ctrlPr>
                            </m:sSupPr>
                            <m:e>
                              <m:r>
                                <a:rPr lang="en-IN" sz="1200" i="1">
                                  <a:latin typeface="Cambria Math" panose="02040503050406030204" pitchFamily="18" charset="0"/>
                                </a:rPr>
                                <m:t>10</m:t>
                              </m:r>
                            </m:e>
                            <m:sup>
                              <m:r>
                                <a:rPr lang="en-IN" sz="1200" i="1">
                                  <a:latin typeface="Cambria Math" panose="02040503050406030204" pitchFamily="18" charset="0"/>
                                </a:rPr>
                                <m:t>−</m:t>
                              </m:r>
                              <m:r>
                                <a:rPr lang="en-IN" sz="1200" i="1">
                                  <a:latin typeface="Cambria Math" panose="02040503050406030204" pitchFamily="18" charset="0"/>
                                </a:rPr>
                                <m:t>3</m:t>
                              </m:r>
                            </m:sup>
                          </m:sSup>
                        </m:num>
                        <m:den>
                          <m:r>
                            <a:rPr lang="en-IN" sz="1200" i="1">
                              <a:latin typeface="Cambria Math" panose="02040503050406030204" pitchFamily="18" charset="0"/>
                            </a:rPr>
                            <m:t>30</m:t>
                          </m:r>
                          <m:r>
                            <a:rPr lang="en-IN" sz="1200" i="1">
                              <a:latin typeface="Cambria Math" panose="02040503050406030204" pitchFamily="18" charset="0"/>
                            </a:rPr>
                            <m:t> ×</m:t>
                          </m:r>
                          <m:sSup>
                            <m:sSupPr>
                              <m:ctrlPr>
                                <a:rPr lang="en-MY" sz="1200" i="1">
                                  <a:latin typeface="Cambria Math" panose="02040503050406030204" pitchFamily="18" charset="0"/>
                                </a:rPr>
                              </m:ctrlPr>
                            </m:sSupPr>
                            <m:e>
                              <m:r>
                                <a:rPr lang="en-IN" sz="1200" i="1">
                                  <a:latin typeface="Cambria Math" panose="02040503050406030204" pitchFamily="18" charset="0"/>
                                </a:rPr>
                                <m:t>10</m:t>
                              </m:r>
                            </m:e>
                            <m:sup>
                              <m:r>
                                <a:rPr lang="en-IN" sz="1200" i="1">
                                  <a:latin typeface="Cambria Math" panose="02040503050406030204" pitchFamily="18" charset="0"/>
                                </a:rPr>
                                <m:t>−</m:t>
                              </m:r>
                              <m:r>
                                <a:rPr lang="en-IN" sz="1200" i="1">
                                  <a:latin typeface="Cambria Math" panose="02040503050406030204" pitchFamily="18" charset="0"/>
                                </a:rPr>
                                <m:t>3</m:t>
                              </m:r>
                            </m:sup>
                          </m:sSup>
                        </m:den>
                      </m:f>
                      <m:r>
                        <a:rPr lang="en-IN" sz="1200" i="1">
                          <a:latin typeface="Cambria Math" panose="02040503050406030204" pitchFamily="18" charset="0"/>
                        </a:rPr>
                        <m:t>=</m:t>
                      </m:r>
                      <m:r>
                        <a:rPr lang="en-IN" sz="1200" i="1">
                          <a:latin typeface="Cambria Math" panose="02040503050406030204" pitchFamily="18" charset="0"/>
                        </a:rPr>
                        <m:t>0</m:t>
                      </m:r>
                      <m:r>
                        <a:rPr lang="en-IN" sz="1200" i="1">
                          <a:latin typeface="Cambria Math" panose="02040503050406030204" pitchFamily="18" charset="0"/>
                        </a:rPr>
                        <m:t>.</m:t>
                      </m:r>
                      <m:r>
                        <a:rPr lang="en-IN" sz="1200" i="1">
                          <a:latin typeface="Cambria Math" panose="02040503050406030204" pitchFamily="18" charset="0"/>
                        </a:rPr>
                        <m:t>375</m:t>
                      </m:r>
                      <m:r>
                        <a:rPr lang="en-IN" sz="1200" i="1">
                          <a:latin typeface="Cambria Math" panose="02040503050406030204" pitchFamily="18" charset="0"/>
                        </a:rPr>
                        <m:t> </m:t>
                      </m:r>
                      <m:r>
                        <a:rPr lang="en-IN" sz="1200" i="1">
                          <a:latin typeface="Cambria Math" panose="02040503050406030204" pitchFamily="18" charset="0"/>
                        </a:rPr>
                        <m:t>𝑚𝑜𝑙</m:t>
                      </m:r>
                      <m:r>
                        <a:rPr lang="en-IN" sz="1200" i="1">
                          <a:latin typeface="Cambria Math" panose="02040503050406030204" pitchFamily="18" charset="0"/>
                        </a:rPr>
                        <m:t>/</m:t>
                      </m:r>
                      <m:sSup>
                        <m:sSupPr>
                          <m:ctrlPr>
                            <a:rPr lang="en-MY" sz="1200" i="1">
                              <a:latin typeface="Cambria Math" panose="02040503050406030204" pitchFamily="18" charset="0"/>
                            </a:rPr>
                          </m:ctrlPr>
                        </m:sSupPr>
                        <m:e>
                          <m:r>
                            <a:rPr lang="en-IN" sz="1200" i="1">
                              <a:latin typeface="Cambria Math" panose="02040503050406030204" pitchFamily="18" charset="0"/>
                            </a:rPr>
                            <m:t>𝑑𝑚</m:t>
                          </m:r>
                        </m:e>
                        <m:sup>
                          <m:r>
                            <a:rPr lang="en-IN" sz="1200" i="1">
                              <a:latin typeface="Cambria Math" panose="02040503050406030204" pitchFamily="18" charset="0"/>
                            </a:rPr>
                            <m:t>3</m:t>
                          </m:r>
                        </m:sup>
                      </m:sSup>
                    </m:oMath>
                  </m:oMathPara>
                </a14:m>
                <a:endParaRPr lang="en-MY" sz="1200" dirty="0">
                  <a:latin typeface="Calibri" panose="020F0502020204030204" pitchFamily="34" charset="0"/>
                </a:endParaRPr>
              </a:p>
            </p:txBody>
          </p:sp>
        </mc:Choice>
        <mc:Fallback xmlns="">
          <p:sp>
            <p:nvSpPr>
              <p:cNvPr id="118" name="Google Shape;118;p26"/>
              <p:cNvSpPr txBox="1">
                <a:spLocks noRot="1" noChangeAspect="1" noMove="1" noResize="1" noEditPoints="1" noAdjustHandles="1" noChangeArrowheads="1" noChangeShapeType="1" noTextEdit="1"/>
              </p:cNvSpPr>
              <p:nvPr/>
            </p:nvSpPr>
            <p:spPr>
              <a:xfrm>
                <a:off x="248796" y="1701651"/>
                <a:ext cx="8817429" cy="3675889"/>
              </a:xfrm>
              <a:prstGeom prst="rect">
                <a:avLst/>
              </a:prstGeom>
              <a:blipFill>
                <a:blip r:embed="rId3"/>
                <a:stretch>
                  <a:fillRect l="-207"/>
                </a:stretch>
              </a:blipFill>
              <a:ln>
                <a:noFill/>
              </a:ln>
            </p:spPr>
            <p:txBody>
              <a:bodyPr/>
              <a:lstStyle/>
              <a:p>
                <a:r>
                  <a:rPr lang="en-GB">
                    <a:noFill/>
                  </a:rPr>
                  <a:t> </a:t>
                </a:r>
              </a:p>
            </p:txBody>
          </p:sp>
        </mc:Fallback>
      </mc:AlternateContent>
    </p:spTree>
    <p:extLst>
      <p:ext uri="{BB962C8B-B14F-4D97-AF65-F5344CB8AC3E}">
        <p14:creationId xmlns:p14="http://schemas.microsoft.com/office/powerpoint/2010/main" val="101843599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116"/>
        <p:cNvGrpSpPr/>
        <p:nvPr/>
      </p:nvGrpSpPr>
      <p:grpSpPr>
        <a:xfrm>
          <a:off x="0" y="0"/>
          <a:ext cx="0" cy="0"/>
          <a:chOff x="0" y="0"/>
          <a:chExt cx="0" cy="0"/>
        </a:xfrm>
      </p:grpSpPr>
      <p:sp>
        <p:nvSpPr>
          <p:cNvPr id="117" name="Google Shape;117;p26"/>
          <p:cNvSpPr txBox="1">
            <a:spLocks noGrp="1"/>
          </p:cNvSpPr>
          <p:nvPr>
            <p:ph type="title"/>
          </p:nvPr>
        </p:nvSpPr>
        <p:spPr>
          <a:xfrm>
            <a:off x="77118" y="592925"/>
            <a:ext cx="9066882" cy="767700"/>
          </a:xfrm>
          <a:prstGeom prst="rect">
            <a:avLst/>
          </a:prstGeom>
        </p:spPr>
        <p:txBody>
          <a:bodyPr spcFirstLastPara="1" wrap="square" lIns="91425" tIns="91425" rIns="91425" bIns="91425" anchor="b" anchorCtr="0">
            <a:noAutofit/>
          </a:bodyPr>
          <a:lstStyle/>
          <a:p>
            <a:pPr marL="114300">
              <a:buSzPts val="1800"/>
            </a:pPr>
            <a:r>
              <a:rPr lang="en-IN" dirty="0">
                <a:latin typeface="Calibri" panose="020F0502020204030204" pitchFamily="34" charset="0"/>
              </a:rPr>
              <a:t>Titration Calculations based on experimental results</a:t>
            </a:r>
          </a:p>
        </p:txBody>
      </p:sp>
      <mc:AlternateContent xmlns:mc="http://schemas.openxmlformats.org/markup-compatibility/2006">
        <mc:Choice xmlns:a14="http://schemas.microsoft.com/office/drawing/2010/main" Requires="a14">
          <p:sp>
            <p:nvSpPr>
              <p:cNvPr id="118" name="Google Shape;118;p26"/>
              <p:cNvSpPr txBox="1"/>
              <p:nvPr/>
            </p:nvSpPr>
            <p:spPr>
              <a:xfrm>
                <a:off x="666043" y="1843167"/>
                <a:ext cx="7868357" cy="3090077"/>
              </a:xfrm>
              <a:prstGeom prst="rect">
                <a:avLst/>
              </a:prstGeom>
              <a:noFill/>
              <a:ln>
                <a:noFill/>
              </a:ln>
            </p:spPr>
            <p:txBody>
              <a:bodyPr spcFirstLastPara="1" wrap="square" lIns="91425" tIns="91425" rIns="91425" bIns="91425" anchor="t" anchorCtr="0">
                <a:noAutofit/>
              </a:bodyPr>
              <a:lstStyle/>
              <a:p>
                <a:r>
                  <a:rPr lang="en-IN" b="1" dirty="0">
                    <a:latin typeface="Calibri" panose="020F0502020204030204" pitchFamily="34" charset="0"/>
                  </a:rPr>
                  <a:t>Calculating solution concentration using titration </a:t>
                </a:r>
                <a:endParaRPr lang="en-MY" dirty="0">
                  <a:latin typeface="Calibri" panose="020F0502020204030204" pitchFamily="34" charset="0"/>
                </a:endParaRPr>
              </a:p>
              <a:p>
                <a:r>
                  <a:rPr lang="en-IN" dirty="0">
                    <a:latin typeface="Calibri" panose="020F0502020204030204" pitchFamily="34" charset="0"/>
                  </a:rPr>
                  <a:t>In the following example, the volume of an alkaline solution and an acidic solution are given. The concentration of the acidic solution is known too. The concentration of the alkaline solution is found out.</a:t>
                </a:r>
                <a:endParaRPr lang="en-MY" dirty="0">
                  <a:latin typeface="Calibri" panose="020F0502020204030204" pitchFamily="34" charset="0"/>
                </a:endParaRPr>
              </a:p>
              <a:p>
                <a:endParaRPr lang="en-IN" sz="800" b="1" dirty="0">
                  <a:latin typeface="Calibri" panose="020F0502020204030204" pitchFamily="34" charset="0"/>
                </a:endParaRPr>
              </a:p>
              <a:p>
                <a:r>
                  <a:rPr lang="en-IN" b="1" dirty="0">
                    <a:latin typeface="Calibri" panose="020F0502020204030204" pitchFamily="34" charset="0"/>
                  </a:rPr>
                  <a:t>Example 12: </a:t>
                </a:r>
                <a:r>
                  <a:rPr lang="en-IN" dirty="0">
                    <a:latin typeface="Calibri" panose="020F0502020204030204" pitchFamily="34" charset="0"/>
                  </a:rPr>
                  <a:t>25 cm</a:t>
                </a:r>
                <a:r>
                  <a:rPr lang="en-IN" baseline="30000" dirty="0">
                    <a:latin typeface="Calibri" panose="020F0502020204030204" pitchFamily="34" charset="0"/>
                  </a:rPr>
                  <a:t>3</a:t>
                </a:r>
                <a:r>
                  <a:rPr lang="en-IN" dirty="0">
                    <a:latin typeface="Calibri" panose="020F0502020204030204" pitchFamily="34" charset="0"/>
                  </a:rPr>
                  <a:t> of a solution of potassium hydroxide is neutralised by 20 cm</a:t>
                </a:r>
                <a:r>
                  <a:rPr lang="en-IN" baseline="30000" dirty="0">
                    <a:latin typeface="Calibri" panose="020F0502020204030204" pitchFamily="34" charset="0"/>
                  </a:rPr>
                  <a:t>3</a:t>
                </a:r>
                <a:r>
                  <a:rPr lang="en-IN" dirty="0">
                    <a:latin typeface="Calibri" panose="020F0502020204030204" pitchFamily="34" charset="0"/>
                  </a:rPr>
                  <a:t> of sulphuric acid of concentration 0.15 mol/dm</a:t>
                </a:r>
                <a:r>
                  <a:rPr lang="en-IN" baseline="30000" dirty="0">
                    <a:latin typeface="Calibri" panose="020F0502020204030204" pitchFamily="34" charset="0"/>
                  </a:rPr>
                  <a:t>3</a:t>
                </a:r>
                <a:r>
                  <a:rPr lang="en-IN" dirty="0">
                    <a:latin typeface="Calibri" panose="020F0502020204030204" pitchFamily="34" charset="0"/>
                  </a:rPr>
                  <a:t>. Calculate the concentration of the potassium hydroxide solution.</a:t>
                </a:r>
                <a:endParaRPr lang="en-MY" dirty="0">
                  <a:latin typeface="Calibri" panose="020F0502020204030204" pitchFamily="34" charset="0"/>
                </a:endParaRPr>
              </a:p>
              <a:p>
                <a:r>
                  <a:rPr lang="en-IN" b="1" dirty="0">
                    <a:latin typeface="Calibri" panose="020F0502020204030204" pitchFamily="34" charset="0"/>
                  </a:rPr>
                  <a:t>Solution:</a:t>
                </a:r>
                <a:endParaRPr lang="en-MY" dirty="0">
                  <a:latin typeface="Calibri" panose="020F0502020204030204" pitchFamily="34" charset="0"/>
                </a:endParaRPr>
              </a:p>
              <a:p>
                <a:pPr marL="400050" lvl="0" indent="-400050">
                  <a:buFont typeface="+mj-lt"/>
                  <a:buAutoNum type="romanUcPeriod"/>
                </a:pPr>
                <a:r>
                  <a:rPr lang="en-IN" dirty="0">
                    <a:latin typeface="Calibri" panose="020F0502020204030204" pitchFamily="34" charset="0"/>
                  </a:rPr>
                  <a:t>Write the balanced chemical equation:</a:t>
                </a:r>
                <a:endParaRPr lang="en-MY" dirty="0">
                  <a:latin typeface="Calibri" panose="020F0502020204030204" pitchFamily="34" charset="0"/>
                </a:endParaRPr>
              </a:p>
              <a:p>
                <a:r>
                  <a:rPr lang="en-IN" dirty="0">
                    <a:latin typeface="Calibri" panose="020F0502020204030204" pitchFamily="34" charset="0"/>
                  </a:rPr>
                  <a:t>	2KOH+H</a:t>
                </a:r>
                <a:r>
                  <a:rPr lang="en-IN" baseline="-25000" dirty="0">
                    <a:latin typeface="Calibri" panose="020F0502020204030204" pitchFamily="34" charset="0"/>
                  </a:rPr>
                  <a:t>2</a:t>
                </a:r>
                <a:r>
                  <a:rPr lang="en-IN" dirty="0">
                    <a:latin typeface="Calibri" panose="020F0502020204030204" pitchFamily="34" charset="0"/>
                  </a:rPr>
                  <a:t>SO</a:t>
                </a:r>
                <a:r>
                  <a:rPr lang="en-IN" baseline="-25000" dirty="0">
                    <a:latin typeface="Calibri" panose="020F0502020204030204" pitchFamily="34" charset="0"/>
                  </a:rPr>
                  <a:t>4</a:t>
                </a:r>
                <a:r>
                  <a:rPr lang="en-IN" dirty="0">
                    <a:latin typeface="Calibri" panose="020F0502020204030204" pitchFamily="34" charset="0"/>
                  </a:rPr>
                  <a:t>→K</a:t>
                </a:r>
                <a:r>
                  <a:rPr lang="en-IN" baseline="-25000" dirty="0">
                    <a:latin typeface="Calibri" panose="020F0502020204030204" pitchFamily="34" charset="0"/>
                  </a:rPr>
                  <a:t>2</a:t>
                </a:r>
                <a:r>
                  <a:rPr lang="en-IN" dirty="0">
                    <a:latin typeface="Calibri" panose="020F0502020204030204" pitchFamily="34" charset="0"/>
                  </a:rPr>
                  <a:t>SO</a:t>
                </a:r>
                <a:r>
                  <a:rPr lang="en-IN" baseline="-25000" dirty="0">
                    <a:latin typeface="Calibri" panose="020F0502020204030204" pitchFamily="34" charset="0"/>
                  </a:rPr>
                  <a:t>4 </a:t>
                </a:r>
                <a:r>
                  <a:rPr lang="en-IN" dirty="0">
                    <a:latin typeface="Calibri" panose="020F0502020204030204" pitchFamily="34" charset="0"/>
                  </a:rPr>
                  <a:t>+2H</a:t>
                </a:r>
                <a:r>
                  <a:rPr lang="en-IN" baseline="-25000" dirty="0">
                    <a:latin typeface="Calibri" panose="020F0502020204030204" pitchFamily="34" charset="0"/>
                  </a:rPr>
                  <a:t>2</a:t>
                </a:r>
                <a:r>
                  <a:rPr lang="en-IN" dirty="0">
                    <a:latin typeface="Calibri" panose="020F0502020204030204" pitchFamily="34" charset="0"/>
                  </a:rPr>
                  <a:t>O</a:t>
                </a:r>
                <a:endParaRPr lang="en-MY" dirty="0">
                  <a:latin typeface="Calibri" panose="020F0502020204030204" pitchFamily="34" charset="0"/>
                </a:endParaRPr>
              </a:p>
              <a:p>
                <a:pPr marL="400050" lvl="0" indent="-400050">
                  <a:buFont typeface="+mj-lt"/>
                  <a:buAutoNum type="romanUcPeriod" startAt="2"/>
                </a:pPr>
                <a:r>
                  <a:rPr lang="en-IN" dirty="0">
                    <a:latin typeface="Calibri" panose="020F0502020204030204" pitchFamily="34" charset="0"/>
                  </a:rPr>
                  <a:t>Calculate the number of moles of acid</a:t>
                </a:r>
                <a:endParaRPr lang="en-MY" dirty="0">
                  <a:latin typeface="Calibri" panose="020F0502020204030204" pitchFamily="34" charset="0"/>
                </a:endParaRPr>
              </a:p>
              <a:p>
                <a:pPr/>
                <a14:m>
                  <m:oMathPara xmlns:m="http://schemas.openxmlformats.org/officeDocument/2006/math">
                    <m:oMathParaPr>
                      <m:jc m:val="centerGroup"/>
                    </m:oMathParaPr>
                    <m:oMath xmlns:m="http://schemas.openxmlformats.org/officeDocument/2006/math">
                      <m:r>
                        <a:rPr lang="en-IN" i="1">
                          <a:latin typeface="Cambria Math" panose="02040503050406030204" pitchFamily="18" charset="0"/>
                        </a:rPr>
                        <m:t>𝐶𝑜𝑛𝑐𝑒𝑛𝑡𝑟𝑎𝑡𝑖𝑜𝑛</m:t>
                      </m:r>
                      <m:r>
                        <a:rPr lang="en-IN" i="1">
                          <a:latin typeface="Cambria Math" panose="02040503050406030204" pitchFamily="18" charset="0"/>
                        </a:rPr>
                        <m:t> </m:t>
                      </m:r>
                      <m:d>
                        <m:dPr>
                          <m:ctrlPr>
                            <a:rPr lang="en-MY" i="1">
                              <a:latin typeface="Cambria Math" panose="02040503050406030204" pitchFamily="18" charset="0"/>
                            </a:rPr>
                          </m:ctrlPr>
                        </m:dPr>
                        <m:e>
                          <m:f>
                            <m:fPr>
                              <m:ctrlPr>
                                <a:rPr lang="en-MY" i="1">
                                  <a:latin typeface="Cambria Math" panose="02040503050406030204" pitchFamily="18" charset="0"/>
                                </a:rPr>
                              </m:ctrlPr>
                            </m:fPr>
                            <m:num>
                              <m:r>
                                <a:rPr lang="en-IN" i="1">
                                  <a:latin typeface="Cambria Math" panose="02040503050406030204" pitchFamily="18" charset="0"/>
                                </a:rPr>
                                <m:t>𝑚𝑜𝑙</m:t>
                              </m:r>
                            </m:num>
                            <m:den>
                              <m:sSup>
                                <m:sSupPr>
                                  <m:ctrlPr>
                                    <a:rPr lang="en-MY" i="1">
                                      <a:latin typeface="Cambria Math" panose="02040503050406030204" pitchFamily="18" charset="0"/>
                                    </a:rPr>
                                  </m:ctrlPr>
                                </m:sSupPr>
                                <m:e>
                                  <m:r>
                                    <a:rPr lang="en-IN" i="1">
                                      <a:latin typeface="Cambria Math" panose="02040503050406030204" pitchFamily="18" charset="0"/>
                                    </a:rPr>
                                    <m:t>𝑑𝑚</m:t>
                                  </m:r>
                                </m:e>
                                <m:sup>
                                  <m:r>
                                    <a:rPr lang="en-IN" i="1">
                                      <a:latin typeface="Cambria Math" panose="02040503050406030204" pitchFamily="18" charset="0"/>
                                    </a:rPr>
                                    <m:t>3</m:t>
                                  </m:r>
                                </m:sup>
                              </m:sSup>
                            </m:den>
                          </m:f>
                        </m:e>
                      </m:d>
                      <m:r>
                        <a:rPr lang="en-IN" i="1">
                          <a:latin typeface="Cambria Math" panose="02040503050406030204" pitchFamily="18" charset="0"/>
                        </a:rPr>
                        <m:t>=</m:t>
                      </m:r>
                      <m:f>
                        <m:fPr>
                          <m:ctrlPr>
                            <a:rPr lang="en-MY" i="1">
                              <a:latin typeface="Cambria Math" panose="02040503050406030204" pitchFamily="18" charset="0"/>
                            </a:rPr>
                          </m:ctrlPr>
                        </m:fPr>
                        <m:num>
                          <m:r>
                            <a:rPr lang="en-IN" i="1">
                              <a:latin typeface="Cambria Math" panose="02040503050406030204" pitchFamily="18" charset="0"/>
                            </a:rPr>
                            <m:t>𝑛𝑢𝑚𝑏𝑒𝑟</m:t>
                          </m:r>
                          <m:r>
                            <a:rPr lang="en-IN" i="1">
                              <a:latin typeface="Cambria Math" panose="02040503050406030204" pitchFamily="18" charset="0"/>
                            </a:rPr>
                            <m:t> </m:t>
                          </m:r>
                          <m:r>
                            <a:rPr lang="en-IN" i="1">
                              <a:latin typeface="Cambria Math" panose="02040503050406030204" pitchFamily="18" charset="0"/>
                            </a:rPr>
                            <m:t>𝑜𝑓</m:t>
                          </m:r>
                          <m:r>
                            <a:rPr lang="en-IN" i="1">
                              <a:latin typeface="Cambria Math" panose="02040503050406030204" pitchFamily="18" charset="0"/>
                            </a:rPr>
                            <m:t> </m:t>
                          </m:r>
                          <m:r>
                            <a:rPr lang="en-IN" i="1">
                              <a:latin typeface="Cambria Math" panose="02040503050406030204" pitchFamily="18" charset="0"/>
                            </a:rPr>
                            <m:t>𝑚𝑜𝑙𝑒𝑠</m:t>
                          </m:r>
                        </m:num>
                        <m:den>
                          <m:r>
                            <a:rPr lang="en-IN" i="1">
                              <a:latin typeface="Cambria Math" panose="02040503050406030204" pitchFamily="18" charset="0"/>
                            </a:rPr>
                            <m:t>𝑣𝑜𝑙𝑢𝑚𝑒</m:t>
                          </m:r>
                          <m:r>
                            <a:rPr lang="en-IN" i="1">
                              <a:latin typeface="Cambria Math" panose="02040503050406030204" pitchFamily="18" charset="0"/>
                            </a:rPr>
                            <m:t> (</m:t>
                          </m:r>
                          <m:sSup>
                            <m:sSupPr>
                              <m:ctrlPr>
                                <a:rPr lang="en-MY" i="1">
                                  <a:latin typeface="Cambria Math" panose="02040503050406030204" pitchFamily="18" charset="0"/>
                                </a:rPr>
                              </m:ctrlPr>
                            </m:sSupPr>
                            <m:e>
                              <m:r>
                                <a:rPr lang="en-IN" i="1">
                                  <a:latin typeface="Cambria Math" panose="02040503050406030204" pitchFamily="18" charset="0"/>
                                </a:rPr>
                                <m:t>𝑑𝑚</m:t>
                              </m:r>
                            </m:e>
                            <m:sup>
                              <m:r>
                                <a:rPr lang="en-IN" i="1">
                                  <a:latin typeface="Cambria Math" panose="02040503050406030204" pitchFamily="18" charset="0"/>
                                </a:rPr>
                                <m:t>3</m:t>
                              </m:r>
                            </m:sup>
                          </m:sSup>
                          <m:r>
                            <a:rPr lang="en-IN" i="1">
                              <a:latin typeface="Cambria Math" panose="02040503050406030204" pitchFamily="18" charset="0"/>
                            </a:rPr>
                            <m:t>)</m:t>
                          </m:r>
                        </m:den>
                      </m:f>
                    </m:oMath>
                  </m:oMathPara>
                </a14:m>
                <a:endParaRPr lang="en-MY" dirty="0">
                  <a:latin typeface="Calibri" panose="020F0502020204030204" pitchFamily="34" charset="0"/>
                </a:endParaRPr>
              </a:p>
              <a:p>
                <a:pPr marL="452438" lvl="2"/>
                <a:r>
                  <a:rPr lang="en-IN" dirty="0">
                    <a:latin typeface="Calibri" panose="020F0502020204030204" pitchFamily="34" charset="0"/>
                  </a:rPr>
                  <a:t>20 cm</a:t>
                </a:r>
                <a:r>
                  <a:rPr lang="en-IN" baseline="30000" dirty="0">
                    <a:latin typeface="Calibri" panose="020F0502020204030204" pitchFamily="34" charset="0"/>
                  </a:rPr>
                  <a:t>3</a:t>
                </a:r>
                <a:r>
                  <a:rPr lang="en-IN" dirty="0">
                    <a:latin typeface="Calibri" panose="020F0502020204030204" pitchFamily="34" charset="0"/>
                  </a:rPr>
                  <a:t>=0.02 dm</a:t>
                </a:r>
                <a:r>
                  <a:rPr lang="en-IN" baseline="30000" dirty="0">
                    <a:latin typeface="Calibri" panose="020F0502020204030204" pitchFamily="34" charset="0"/>
                  </a:rPr>
                  <a:t>3</a:t>
                </a:r>
                <a:endParaRPr lang="en-MY" dirty="0">
                  <a:latin typeface="Calibri" panose="020F0502020204030204" pitchFamily="34" charset="0"/>
                </a:endParaRPr>
              </a:p>
              <a:p>
                <a:pPr marL="452438" lvl="2"/>
                <a:r>
                  <a:rPr lang="en-IN" dirty="0">
                    <a:latin typeface="Calibri" panose="020F0502020204030204" pitchFamily="34" charset="0"/>
                  </a:rPr>
                  <a:t>number of moles of H</a:t>
                </a:r>
                <a:r>
                  <a:rPr lang="en-IN" baseline="-25000" dirty="0">
                    <a:latin typeface="Calibri" panose="020F0502020204030204" pitchFamily="34" charset="0"/>
                  </a:rPr>
                  <a:t>2</a:t>
                </a:r>
                <a:r>
                  <a:rPr lang="en-IN" dirty="0">
                    <a:latin typeface="Calibri" panose="020F0502020204030204" pitchFamily="34" charset="0"/>
                  </a:rPr>
                  <a:t>SO</a:t>
                </a:r>
                <a:r>
                  <a:rPr lang="en-IN" baseline="-25000" dirty="0">
                    <a:latin typeface="Calibri" panose="020F0502020204030204" pitchFamily="34" charset="0"/>
                  </a:rPr>
                  <a:t>4</a:t>
                </a:r>
                <a:r>
                  <a:rPr lang="en-IN" dirty="0">
                    <a:latin typeface="Calibri" panose="020F0502020204030204" pitchFamily="34" charset="0"/>
                  </a:rPr>
                  <a:t>=0.02×0.15= 0.003 mol</a:t>
                </a:r>
                <a:endParaRPr lang="en-MY" dirty="0">
                  <a:latin typeface="Calibri" panose="020F0502020204030204" pitchFamily="34" charset="0"/>
                </a:endParaRPr>
              </a:p>
              <a:p>
                <a:endParaRPr lang="en-MY" dirty="0">
                  <a:latin typeface="Calibri" panose="020F0502020204030204" pitchFamily="34" charset="0"/>
                </a:endParaRPr>
              </a:p>
            </p:txBody>
          </p:sp>
        </mc:Choice>
        <mc:Fallback>
          <p:sp>
            <p:nvSpPr>
              <p:cNvPr id="118" name="Google Shape;118;p26"/>
              <p:cNvSpPr txBox="1">
                <a:spLocks noRot="1" noChangeAspect="1" noMove="1" noResize="1" noEditPoints="1" noAdjustHandles="1" noChangeArrowheads="1" noChangeShapeType="1" noTextEdit="1"/>
              </p:cNvSpPr>
              <p:nvPr/>
            </p:nvSpPr>
            <p:spPr>
              <a:xfrm>
                <a:off x="666043" y="1843167"/>
                <a:ext cx="7868357" cy="3090077"/>
              </a:xfrm>
              <a:prstGeom prst="rect">
                <a:avLst/>
              </a:prstGeom>
              <a:blipFill>
                <a:blip r:embed="rId3"/>
                <a:stretch>
                  <a:fillRect l="-232" b="-1972"/>
                </a:stretch>
              </a:blipFill>
              <a:ln>
                <a:noFill/>
              </a:ln>
            </p:spPr>
            <p:txBody>
              <a:bodyPr/>
              <a:lstStyle/>
              <a:p>
                <a:r>
                  <a:rPr lang="en-GB">
                    <a:noFill/>
                  </a:rPr>
                  <a:t> </a:t>
                </a:r>
              </a:p>
            </p:txBody>
          </p:sp>
        </mc:Fallback>
      </mc:AlternateContent>
    </p:spTree>
    <p:extLst>
      <p:ext uri="{BB962C8B-B14F-4D97-AF65-F5344CB8AC3E}">
        <p14:creationId xmlns:p14="http://schemas.microsoft.com/office/powerpoint/2010/main" val="101615030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116"/>
        <p:cNvGrpSpPr/>
        <p:nvPr/>
      </p:nvGrpSpPr>
      <p:grpSpPr>
        <a:xfrm>
          <a:off x="0" y="0"/>
          <a:ext cx="0" cy="0"/>
          <a:chOff x="0" y="0"/>
          <a:chExt cx="0" cy="0"/>
        </a:xfrm>
      </p:grpSpPr>
      <p:sp>
        <p:nvSpPr>
          <p:cNvPr id="117" name="Google Shape;117;p26"/>
          <p:cNvSpPr txBox="1">
            <a:spLocks noGrp="1"/>
          </p:cNvSpPr>
          <p:nvPr>
            <p:ph type="title"/>
          </p:nvPr>
        </p:nvSpPr>
        <p:spPr>
          <a:xfrm>
            <a:off x="77118" y="592925"/>
            <a:ext cx="9066882" cy="767700"/>
          </a:xfrm>
          <a:prstGeom prst="rect">
            <a:avLst/>
          </a:prstGeom>
        </p:spPr>
        <p:txBody>
          <a:bodyPr spcFirstLastPara="1" wrap="square" lIns="91425" tIns="91425" rIns="91425" bIns="91425" anchor="b" anchorCtr="0">
            <a:noAutofit/>
          </a:bodyPr>
          <a:lstStyle/>
          <a:p>
            <a:pPr marL="114300">
              <a:buSzPts val="1800"/>
            </a:pPr>
            <a:r>
              <a:rPr lang="en-IN" dirty="0">
                <a:latin typeface="Calibri" panose="020F0502020204030204" pitchFamily="34" charset="0"/>
              </a:rPr>
              <a:t>Titration Calculations based on experimental results</a:t>
            </a:r>
          </a:p>
        </p:txBody>
      </p:sp>
      <mc:AlternateContent xmlns:mc="http://schemas.openxmlformats.org/markup-compatibility/2006" xmlns:a14="http://schemas.microsoft.com/office/drawing/2010/main">
        <mc:Choice Requires="a14">
          <p:sp>
            <p:nvSpPr>
              <p:cNvPr id="118" name="Google Shape;118;p26"/>
              <p:cNvSpPr txBox="1"/>
              <p:nvPr/>
            </p:nvSpPr>
            <p:spPr>
              <a:xfrm>
                <a:off x="326571" y="1843167"/>
                <a:ext cx="8055428" cy="2949169"/>
              </a:xfrm>
              <a:prstGeom prst="rect">
                <a:avLst/>
              </a:prstGeom>
              <a:noFill/>
              <a:ln>
                <a:noFill/>
              </a:ln>
            </p:spPr>
            <p:txBody>
              <a:bodyPr spcFirstLastPara="1" wrap="square" lIns="91425" tIns="91425" rIns="91425" bIns="91425" anchor="t" anchorCtr="0">
                <a:noAutofit/>
              </a:bodyPr>
              <a:lstStyle/>
              <a:p>
                <a:pPr marL="400050" lvl="0" indent="-400050">
                  <a:buFont typeface="+mj-lt"/>
                  <a:buAutoNum type="romanUcPeriod" startAt="3"/>
                </a:pPr>
                <a:r>
                  <a:rPr lang="en-IN" dirty="0">
                    <a:latin typeface="Calibri" panose="020F0502020204030204" pitchFamily="34" charset="0"/>
                  </a:rPr>
                  <a:t>Calculate the number of moles of KOH,</a:t>
                </a:r>
                <a:endParaRPr lang="en-MY" dirty="0">
                  <a:latin typeface="Calibri" panose="020F0502020204030204" pitchFamily="34" charset="0"/>
                </a:endParaRPr>
              </a:p>
              <a:p>
                <a:r>
                  <a:rPr lang="en-IN" dirty="0">
                    <a:latin typeface="Calibri" panose="020F0502020204030204" pitchFamily="34" charset="0"/>
                  </a:rPr>
                  <a:t>	2 mol of KOH requires 1 mol of H</a:t>
                </a:r>
                <a:r>
                  <a:rPr lang="en-IN" baseline="-25000" dirty="0">
                    <a:latin typeface="Calibri" panose="020F0502020204030204" pitchFamily="34" charset="0"/>
                  </a:rPr>
                  <a:t>2</a:t>
                </a:r>
                <a:r>
                  <a:rPr lang="en-IN" dirty="0">
                    <a:latin typeface="Calibri" panose="020F0502020204030204" pitchFamily="34" charset="0"/>
                  </a:rPr>
                  <a:t>SO</a:t>
                </a:r>
                <a:r>
                  <a:rPr lang="en-IN" baseline="-25000" dirty="0">
                    <a:latin typeface="Calibri" panose="020F0502020204030204" pitchFamily="34" charset="0"/>
                  </a:rPr>
                  <a:t>4</a:t>
                </a:r>
                <a:r>
                  <a:rPr lang="en-IN" dirty="0">
                    <a:latin typeface="Calibri" panose="020F0502020204030204" pitchFamily="34" charset="0"/>
                  </a:rPr>
                  <a:t> for neutralisation.</a:t>
                </a:r>
                <a:endParaRPr lang="en-MY" dirty="0">
                  <a:latin typeface="Calibri" panose="020F0502020204030204" pitchFamily="34" charset="0"/>
                </a:endParaRPr>
              </a:p>
              <a:p>
                <a:r>
                  <a:rPr lang="en-IN" dirty="0">
                    <a:latin typeface="Calibri" panose="020F0502020204030204" pitchFamily="34" charset="0"/>
                  </a:rPr>
                  <a:t>	Therefore, the number of moles of KOH= (number of moles of H</a:t>
                </a:r>
                <a:r>
                  <a:rPr lang="en-IN" baseline="-25000" dirty="0">
                    <a:latin typeface="Calibri" panose="020F0502020204030204" pitchFamily="34" charset="0"/>
                  </a:rPr>
                  <a:t>2</a:t>
                </a:r>
                <a:r>
                  <a:rPr lang="en-IN" dirty="0">
                    <a:latin typeface="Calibri" panose="020F0502020204030204" pitchFamily="34" charset="0"/>
                  </a:rPr>
                  <a:t>SO</a:t>
                </a:r>
                <a:r>
                  <a:rPr lang="en-IN" baseline="-25000" dirty="0">
                    <a:latin typeface="Calibri" panose="020F0502020204030204" pitchFamily="34" charset="0"/>
                  </a:rPr>
                  <a:t>4</a:t>
                </a:r>
                <a:r>
                  <a:rPr lang="en-IN" dirty="0">
                    <a:latin typeface="Calibri" panose="020F0502020204030204" pitchFamily="34" charset="0"/>
                  </a:rPr>
                  <a:t> )×2</a:t>
                </a:r>
                <a:endParaRPr lang="en-MY" dirty="0">
                  <a:latin typeface="Calibri" panose="020F0502020204030204" pitchFamily="34" charset="0"/>
                </a:endParaRPr>
              </a:p>
              <a:p>
                <a:r>
                  <a:rPr lang="en-IN" dirty="0">
                    <a:latin typeface="Calibri" panose="020F0502020204030204" pitchFamily="34" charset="0"/>
                  </a:rPr>
                  <a:t>	number of moles of KOH=0.003×2=0.006 </a:t>
                </a:r>
                <a:r>
                  <a:rPr lang="en-IN" dirty="0" err="1">
                    <a:latin typeface="Calibri" panose="020F0502020204030204" pitchFamily="34" charset="0"/>
                  </a:rPr>
                  <a:t>mol</a:t>
                </a:r>
                <a:endParaRPr lang="en-MY" dirty="0">
                  <a:latin typeface="Calibri" panose="020F0502020204030204" pitchFamily="34" charset="0"/>
                </a:endParaRPr>
              </a:p>
              <a:p>
                <a:pPr marL="400050" lvl="0" indent="-400050">
                  <a:buFont typeface="+mj-lt"/>
                  <a:buAutoNum type="romanUcPeriod" startAt="4"/>
                </a:pPr>
                <a:r>
                  <a:rPr lang="en-IN" dirty="0">
                    <a:latin typeface="Calibri" panose="020F0502020204030204" pitchFamily="34" charset="0"/>
                  </a:rPr>
                  <a:t>Calculate the concentration of KOH</a:t>
                </a:r>
                <a:endParaRPr lang="en-MY" dirty="0">
                  <a:latin typeface="Calibri" panose="020F0502020204030204" pitchFamily="34" charset="0"/>
                </a:endParaRPr>
              </a:p>
              <a:p>
                <a:pPr/>
                <a14:m>
                  <m:oMathPara xmlns:m="http://schemas.openxmlformats.org/officeDocument/2006/math">
                    <m:oMathParaPr>
                      <m:jc m:val="centerGroup"/>
                    </m:oMathParaPr>
                    <m:oMath xmlns:m="http://schemas.openxmlformats.org/officeDocument/2006/math">
                      <m:r>
                        <a:rPr lang="en-IN" i="1">
                          <a:latin typeface="Cambria Math" panose="02040503050406030204" pitchFamily="18" charset="0"/>
                        </a:rPr>
                        <m:t>𝐶𝑜𝑛𝑐𝑒𝑛𝑡𝑟𝑎𝑡𝑖𝑜𝑛</m:t>
                      </m:r>
                      <m:r>
                        <a:rPr lang="en-IN" i="1">
                          <a:latin typeface="Cambria Math" panose="02040503050406030204" pitchFamily="18" charset="0"/>
                        </a:rPr>
                        <m:t> </m:t>
                      </m:r>
                      <m:d>
                        <m:dPr>
                          <m:ctrlPr>
                            <a:rPr lang="en-MY" i="1">
                              <a:latin typeface="Cambria Math" panose="02040503050406030204" pitchFamily="18" charset="0"/>
                            </a:rPr>
                          </m:ctrlPr>
                        </m:dPr>
                        <m:e>
                          <m:f>
                            <m:fPr>
                              <m:ctrlPr>
                                <a:rPr lang="en-MY" i="1">
                                  <a:latin typeface="Cambria Math" panose="02040503050406030204" pitchFamily="18" charset="0"/>
                                </a:rPr>
                              </m:ctrlPr>
                            </m:fPr>
                            <m:num>
                              <m:r>
                                <a:rPr lang="en-IN" i="1">
                                  <a:latin typeface="Cambria Math" panose="02040503050406030204" pitchFamily="18" charset="0"/>
                                </a:rPr>
                                <m:t>𝑚𝑜𝑙</m:t>
                              </m:r>
                            </m:num>
                            <m:den>
                              <m:sSup>
                                <m:sSupPr>
                                  <m:ctrlPr>
                                    <a:rPr lang="en-MY" i="1">
                                      <a:latin typeface="Cambria Math" panose="02040503050406030204" pitchFamily="18" charset="0"/>
                                    </a:rPr>
                                  </m:ctrlPr>
                                </m:sSupPr>
                                <m:e>
                                  <m:r>
                                    <a:rPr lang="en-IN" i="1">
                                      <a:latin typeface="Cambria Math" panose="02040503050406030204" pitchFamily="18" charset="0"/>
                                    </a:rPr>
                                    <m:t>𝑑𝑚</m:t>
                                  </m:r>
                                </m:e>
                                <m:sup>
                                  <m:r>
                                    <a:rPr lang="en-IN" i="1">
                                      <a:latin typeface="Cambria Math" panose="02040503050406030204" pitchFamily="18" charset="0"/>
                                    </a:rPr>
                                    <m:t>3</m:t>
                                  </m:r>
                                </m:sup>
                              </m:sSup>
                            </m:den>
                          </m:f>
                        </m:e>
                      </m:d>
                      <m:r>
                        <a:rPr lang="en-IN" i="1">
                          <a:latin typeface="Cambria Math" panose="02040503050406030204" pitchFamily="18" charset="0"/>
                        </a:rPr>
                        <m:t>=</m:t>
                      </m:r>
                      <m:f>
                        <m:fPr>
                          <m:ctrlPr>
                            <a:rPr lang="en-MY" i="1">
                              <a:latin typeface="Cambria Math" panose="02040503050406030204" pitchFamily="18" charset="0"/>
                            </a:rPr>
                          </m:ctrlPr>
                        </m:fPr>
                        <m:num>
                          <m:r>
                            <a:rPr lang="en-IN" i="1">
                              <a:latin typeface="Cambria Math" panose="02040503050406030204" pitchFamily="18" charset="0"/>
                            </a:rPr>
                            <m:t>0</m:t>
                          </m:r>
                          <m:r>
                            <a:rPr lang="en-IN" i="1">
                              <a:latin typeface="Cambria Math" panose="02040503050406030204" pitchFamily="18" charset="0"/>
                            </a:rPr>
                            <m:t>.</m:t>
                          </m:r>
                          <m:r>
                            <a:rPr lang="en-IN" i="1">
                              <a:latin typeface="Cambria Math" panose="02040503050406030204" pitchFamily="18" charset="0"/>
                            </a:rPr>
                            <m:t>006</m:t>
                          </m:r>
                        </m:num>
                        <m:den>
                          <m:r>
                            <a:rPr lang="en-IN" i="1">
                              <a:latin typeface="Cambria Math" panose="02040503050406030204" pitchFamily="18" charset="0"/>
                            </a:rPr>
                            <m:t>0</m:t>
                          </m:r>
                          <m:r>
                            <a:rPr lang="en-IN" i="1">
                              <a:latin typeface="Cambria Math" panose="02040503050406030204" pitchFamily="18" charset="0"/>
                            </a:rPr>
                            <m:t>.</m:t>
                          </m:r>
                          <m:r>
                            <a:rPr lang="en-IN" i="1">
                              <a:latin typeface="Cambria Math" panose="02040503050406030204" pitchFamily="18" charset="0"/>
                            </a:rPr>
                            <m:t>025</m:t>
                          </m:r>
                          <m:r>
                            <a:rPr lang="en-IN" i="1">
                              <a:latin typeface="Cambria Math" panose="02040503050406030204" pitchFamily="18" charset="0"/>
                            </a:rPr>
                            <m:t> (</m:t>
                          </m:r>
                          <m:sSup>
                            <m:sSupPr>
                              <m:ctrlPr>
                                <a:rPr lang="en-MY" i="1">
                                  <a:latin typeface="Cambria Math" panose="02040503050406030204" pitchFamily="18" charset="0"/>
                                </a:rPr>
                              </m:ctrlPr>
                            </m:sSupPr>
                            <m:e>
                              <m:r>
                                <a:rPr lang="en-IN" i="1">
                                  <a:latin typeface="Cambria Math" panose="02040503050406030204" pitchFamily="18" charset="0"/>
                                </a:rPr>
                                <m:t>𝑑𝑚</m:t>
                              </m:r>
                            </m:e>
                            <m:sup>
                              <m:r>
                                <a:rPr lang="en-IN" i="1">
                                  <a:latin typeface="Cambria Math" panose="02040503050406030204" pitchFamily="18" charset="0"/>
                                </a:rPr>
                                <m:t>3</m:t>
                              </m:r>
                            </m:sup>
                          </m:sSup>
                          <m:r>
                            <a:rPr lang="en-IN" i="1">
                              <a:latin typeface="Cambria Math" panose="02040503050406030204" pitchFamily="18" charset="0"/>
                            </a:rPr>
                            <m:t>)</m:t>
                          </m:r>
                        </m:den>
                      </m:f>
                    </m:oMath>
                  </m:oMathPara>
                </a14:m>
                <a:endParaRPr lang="en-MY" dirty="0">
                  <a:latin typeface="Calibri" panose="020F0502020204030204" pitchFamily="34" charset="0"/>
                </a:endParaRPr>
              </a:p>
              <a:p>
                <a:pPr lvl="1"/>
                <a:r>
                  <a:rPr lang="en-IN" dirty="0">
                    <a:latin typeface="Calibri" panose="020F0502020204030204" pitchFamily="34" charset="0"/>
                  </a:rPr>
                  <a:t>	The concentration of KOH solution is 0.24 </a:t>
                </a:r>
                <a:r>
                  <a:rPr lang="en-IN" dirty="0" err="1">
                    <a:latin typeface="Calibri" panose="020F0502020204030204" pitchFamily="34" charset="0"/>
                  </a:rPr>
                  <a:t>mol</a:t>
                </a:r>
                <a:r>
                  <a:rPr lang="en-IN" dirty="0">
                    <a:latin typeface="Calibri" panose="020F0502020204030204" pitchFamily="34" charset="0"/>
                  </a:rPr>
                  <a:t>/ dm</a:t>
                </a:r>
                <a:r>
                  <a:rPr lang="en-IN" baseline="30000" dirty="0">
                    <a:latin typeface="Calibri" panose="020F0502020204030204" pitchFamily="34" charset="0"/>
                  </a:rPr>
                  <a:t>3</a:t>
                </a:r>
                <a:r>
                  <a:rPr lang="en-IN" dirty="0">
                    <a:latin typeface="Calibri" panose="020F0502020204030204" pitchFamily="34" charset="0"/>
                  </a:rPr>
                  <a:t>.</a:t>
                </a:r>
                <a:endParaRPr lang="en-MY" dirty="0">
                  <a:latin typeface="Calibri" panose="020F0502020204030204" pitchFamily="34" charset="0"/>
                </a:endParaRPr>
              </a:p>
            </p:txBody>
          </p:sp>
        </mc:Choice>
        <mc:Fallback xmlns="">
          <p:sp>
            <p:nvSpPr>
              <p:cNvPr id="118" name="Google Shape;118;p26"/>
              <p:cNvSpPr txBox="1">
                <a:spLocks noRot="1" noChangeAspect="1" noMove="1" noResize="1" noEditPoints="1" noAdjustHandles="1" noChangeArrowheads="1" noChangeShapeType="1" noTextEdit="1"/>
              </p:cNvSpPr>
              <p:nvPr/>
            </p:nvSpPr>
            <p:spPr>
              <a:xfrm>
                <a:off x="326571" y="1843167"/>
                <a:ext cx="8055428" cy="2949169"/>
              </a:xfrm>
              <a:prstGeom prst="rect">
                <a:avLst/>
              </a:prstGeom>
              <a:blipFill>
                <a:blip r:embed="rId3"/>
                <a:stretch>
                  <a:fillRect l="-303"/>
                </a:stretch>
              </a:blipFill>
              <a:ln>
                <a:noFill/>
              </a:ln>
            </p:spPr>
            <p:txBody>
              <a:bodyPr/>
              <a:lstStyle/>
              <a:p>
                <a:r>
                  <a:rPr lang="LID4096">
                    <a:noFill/>
                  </a:rPr>
                  <a:t> </a:t>
                </a:r>
              </a:p>
            </p:txBody>
          </p:sp>
        </mc:Fallback>
      </mc:AlternateContent>
    </p:spTree>
    <p:extLst>
      <p:ext uri="{BB962C8B-B14F-4D97-AF65-F5344CB8AC3E}">
        <p14:creationId xmlns:p14="http://schemas.microsoft.com/office/powerpoint/2010/main" val="391658840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116"/>
        <p:cNvGrpSpPr/>
        <p:nvPr/>
      </p:nvGrpSpPr>
      <p:grpSpPr>
        <a:xfrm>
          <a:off x="0" y="0"/>
          <a:ext cx="0" cy="0"/>
          <a:chOff x="0" y="0"/>
          <a:chExt cx="0" cy="0"/>
        </a:xfrm>
      </p:grpSpPr>
      <p:sp>
        <p:nvSpPr>
          <p:cNvPr id="117" name="Google Shape;117;p26"/>
          <p:cNvSpPr txBox="1">
            <a:spLocks noGrp="1"/>
          </p:cNvSpPr>
          <p:nvPr>
            <p:ph type="title"/>
          </p:nvPr>
        </p:nvSpPr>
        <p:spPr>
          <a:xfrm>
            <a:off x="77118" y="592925"/>
            <a:ext cx="9066882" cy="767700"/>
          </a:xfrm>
          <a:prstGeom prst="rect">
            <a:avLst/>
          </a:prstGeom>
        </p:spPr>
        <p:txBody>
          <a:bodyPr spcFirstLastPara="1" wrap="square" lIns="91425" tIns="91425" rIns="91425" bIns="91425" anchor="b" anchorCtr="0">
            <a:noAutofit/>
          </a:bodyPr>
          <a:lstStyle/>
          <a:p>
            <a:pPr marL="114300">
              <a:buSzPts val="1800"/>
            </a:pPr>
            <a:r>
              <a:rPr lang="en-IN" dirty="0">
                <a:latin typeface="Calibri" panose="020F0502020204030204" pitchFamily="34" charset="0"/>
              </a:rPr>
              <a:t>Titration Calculations based on experimental results</a:t>
            </a:r>
          </a:p>
        </p:txBody>
      </p:sp>
      <p:sp>
        <p:nvSpPr>
          <p:cNvPr id="118" name="Google Shape;118;p26"/>
          <p:cNvSpPr txBox="1"/>
          <p:nvPr/>
        </p:nvSpPr>
        <p:spPr>
          <a:xfrm>
            <a:off x="326571" y="1843167"/>
            <a:ext cx="8519974" cy="2850019"/>
          </a:xfrm>
          <a:prstGeom prst="rect">
            <a:avLst/>
          </a:prstGeom>
          <a:noFill/>
          <a:ln>
            <a:noFill/>
          </a:ln>
        </p:spPr>
        <p:txBody>
          <a:bodyPr spcFirstLastPara="1" wrap="square" lIns="91425" tIns="91425" rIns="91425" bIns="91425" anchor="t" anchorCtr="0">
            <a:noAutofit/>
          </a:bodyPr>
          <a:lstStyle/>
          <a:p>
            <a:r>
              <a:rPr lang="en-IN" b="1" dirty="0">
                <a:latin typeface="Calibri" panose="020F0502020204030204" pitchFamily="34" charset="0"/>
              </a:rPr>
              <a:t>Calculating stoichiometry by titration</a:t>
            </a:r>
            <a:endParaRPr lang="en-MY" dirty="0">
              <a:latin typeface="Calibri" panose="020F0502020204030204" pitchFamily="34" charset="0"/>
            </a:endParaRPr>
          </a:p>
          <a:p>
            <a:endParaRPr lang="en-IN" sz="800" b="1" dirty="0">
              <a:latin typeface="Calibri" panose="020F0502020204030204" pitchFamily="34" charset="0"/>
            </a:endParaRPr>
          </a:p>
          <a:p>
            <a:r>
              <a:rPr lang="en-IN" b="1" dirty="0">
                <a:latin typeface="Calibri" panose="020F0502020204030204" pitchFamily="34" charset="0"/>
              </a:rPr>
              <a:t>Example 2:</a:t>
            </a:r>
            <a:r>
              <a:rPr lang="en-IN" dirty="0">
                <a:latin typeface="Calibri" panose="020F0502020204030204" pitchFamily="34" charset="0"/>
              </a:rPr>
              <a:t> 25 cm</a:t>
            </a:r>
            <a:r>
              <a:rPr lang="en-IN" baseline="30000" dirty="0">
                <a:latin typeface="Calibri" panose="020F0502020204030204" pitchFamily="34" charset="0"/>
              </a:rPr>
              <a:t>3</a:t>
            </a:r>
            <a:r>
              <a:rPr lang="en-IN" dirty="0">
                <a:latin typeface="Calibri" panose="020F0502020204030204" pitchFamily="34" charset="0"/>
              </a:rPr>
              <a:t> of a 0.060 </a:t>
            </a:r>
            <a:r>
              <a:rPr lang="en-IN" dirty="0" err="1">
                <a:latin typeface="Calibri" panose="020F0502020204030204" pitchFamily="34" charset="0"/>
              </a:rPr>
              <a:t>mol</a:t>
            </a:r>
            <a:r>
              <a:rPr lang="en-IN" dirty="0">
                <a:latin typeface="Calibri" panose="020F0502020204030204" pitchFamily="34" charset="0"/>
              </a:rPr>
              <a:t>/dm</a:t>
            </a:r>
            <a:r>
              <a:rPr lang="en-IN" baseline="30000" dirty="0">
                <a:latin typeface="Calibri" panose="020F0502020204030204" pitchFamily="34" charset="0"/>
              </a:rPr>
              <a:t>3</a:t>
            </a:r>
            <a:r>
              <a:rPr lang="en-IN" dirty="0">
                <a:latin typeface="Calibri" panose="020F0502020204030204" pitchFamily="34" charset="0"/>
              </a:rPr>
              <a:t> of a metal hydroxide reacts with 0.200 </a:t>
            </a:r>
            <a:r>
              <a:rPr lang="en-IN" dirty="0" err="1">
                <a:latin typeface="Calibri" panose="020F0502020204030204" pitchFamily="34" charset="0"/>
              </a:rPr>
              <a:t>mol</a:t>
            </a:r>
            <a:r>
              <a:rPr lang="en-IN" dirty="0">
                <a:latin typeface="Calibri" panose="020F0502020204030204" pitchFamily="34" charset="0"/>
              </a:rPr>
              <a:t>/ dm</a:t>
            </a:r>
            <a:r>
              <a:rPr lang="en-IN" baseline="30000" dirty="0">
                <a:latin typeface="Calibri" panose="020F0502020204030204" pitchFamily="34" charset="0"/>
              </a:rPr>
              <a:t>3</a:t>
            </a:r>
            <a:r>
              <a:rPr lang="en-IN" dirty="0">
                <a:latin typeface="Calibri" panose="020F0502020204030204" pitchFamily="34" charset="0"/>
              </a:rPr>
              <a:t> of acid. 15 cm</a:t>
            </a:r>
            <a:r>
              <a:rPr lang="en-IN" baseline="30000" dirty="0">
                <a:latin typeface="Calibri" panose="020F0502020204030204" pitchFamily="34" charset="0"/>
              </a:rPr>
              <a:t>3</a:t>
            </a:r>
            <a:r>
              <a:rPr lang="en-IN" dirty="0">
                <a:latin typeface="Calibri" panose="020F0502020204030204" pitchFamily="34" charset="0"/>
              </a:rPr>
              <a:t> of hydrochloric acid solution is required to neutralise the alkaline solution. Find out the stoichiometry of this reaction.</a:t>
            </a:r>
            <a:endParaRPr lang="en-MY" dirty="0">
              <a:latin typeface="Calibri" panose="020F0502020204030204" pitchFamily="34" charset="0"/>
            </a:endParaRPr>
          </a:p>
          <a:p>
            <a:endParaRPr lang="en-IN" sz="800" b="1" dirty="0">
              <a:latin typeface="Calibri" panose="020F0502020204030204" pitchFamily="34" charset="0"/>
            </a:endParaRPr>
          </a:p>
          <a:p>
            <a:r>
              <a:rPr lang="en-IN" b="1" dirty="0">
                <a:latin typeface="Calibri" panose="020F0502020204030204" pitchFamily="34" charset="0"/>
              </a:rPr>
              <a:t>Solution:</a:t>
            </a:r>
            <a:endParaRPr lang="en-MY" dirty="0">
              <a:latin typeface="Calibri" panose="020F0502020204030204" pitchFamily="34" charset="0"/>
            </a:endParaRPr>
          </a:p>
          <a:p>
            <a:pPr marL="400050" lvl="0" indent="-400050">
              <a:buFont typeface="+mj-lt"/>
              <a:buAutoNum type="romanUcPeriod"/>
            </a:pPr>
            <a:r>
              <a:rPr lang="en-IN" dirty="0">
                <a:latin typeface="Calibri" panose="020F0502020204030204" pitchFamily="34" charset="0"/>
              </a:rPr>
              <a:t>Find the number of moles of both the acidic and alkaline solutions.</a:t>
            </a:r>
            <a:endParaRPr lang="en-MY" dirty="0">
              <a:latin typeface="Calibri" panose="020F0502020204030204" pitchFamily="34" charset="0"/>
            </a:endParaRPr>
          </a:p>
          <a:p>
            <a:pPr marL="452438"/>
            <a:r>
              <a:rPr lang="en-IN" dirty="0">
                <a:latin typeface="Calibri" panose="020F0502020204030204" pitchFamily="34" charset="0"/>
              </a:rPr>
              <a:t>For the alkaline solution,</a:t>
            </a:r>
            <a:endParaRPr lang="en-MY" dirty="0">
              <a:latin typeface="Calibri" panose="020F0502020204030204" pitchFamily="34" charset="0"/>
            </a:endParaRPr>
          </a:p>
          <a:p>
            <a:pPr marL="452438"/>
            <a:r>
              <a:rPr lang="en-IN" dirty="0">
                <a:latin typeface="Calibri" panose="020F0502020204030204" pitchFamily="34" charset="0"/>
              </a:rPr>
              <a:t>number of moles=concentration × volume = 0.025× 0.060=0.0015 </a:t>
            </a:r>
            <a:r>
              <a:rPr lang="en-IN" dirty="0" err="1">
                <a:latin typeface="Calibri" panose="020F0502020204030204" pitchFamily="34" charset="0"/>
              </a:rPr>
              <a:t>mol</a:t>
            </a:r>
            <a:endParaRPr lang="en-MY" dirty="0">
              <a:latin typeface="Calibri" panose="020F0502020204030204" pitchFamily="34" charset="0"/>
            </a:endParaRPr>
          </a:p>
          <a:p>
            <a:pPr marL="452438"/>
            <a:r>
              <a:rPr lang="en-IN" dirty="0">
                <a:latin typeface="Calibri" panose="020F0502020204030204" pitchFamily="34" charset="0"/>
              </a:rPr>
              <a:t>For the acidic solution,</a:t>
            </a:r>
            <a:endParaRPr lang="en-MY" dirty="0">
              <a:latin typeface="Calibri" panose="020F0502020204030204" pitchFamily="34" charset="0"/>
            </a:endParaRPr>
          </a:p>
          <a:p>
            <a:pPr marL="452438"/>
            <a:r>
              <a:rPr lang="en-IN" dirty="0">
                <a:latin typeface="Calibri" panose="020F0502020204030204" pitchFamily="34" charset="0"/>
              </a:rPr>
              <a:t>number of moles= concentration × volume = 0.200 × 0.015 =0.0030 </a:t>
            </a:r>
            <a:r>
              <a:rPr lang="en-IN" dirty="0" err="1">
                <a:latin typeface="Calibri" panose="020F0502020204030204" pitchFamily="34" charset="0"/>
              </a:rPr>
              <a:t>mol</a:t>
            </a:r>
            <a:endParaRPr lang="en-MY" dirty="0">
              <a:latin typeface="Calibri" panose="020F0502020204030204" pitchFamily="34" charset="0"/>
            </a:endParaRPr>
          </a:p>
          <a:p>
            <a:pPr marL="400050" lvl="0" indent="-400050">
              <a:buFont typeface="+mj-lt"/>
              <a:buAutoNum type="romanUcPeriod" startAt="2"/>
            </a:pPr>
            <a:r>
              <a:rPr lang="en-IN" dirty="0">
                <a:latin typeface="Calibri" panose="020F0502020204030204" pitchFamily="34" charset="0"/>
              </a:rPr>
              <a:t>Find out the ratio between the number of moles of acid and metal hydroxide.</a:t>
            </a:r>
            <a:endParaRPr lang="en-MY" dirty="0">
              <a:latin typeface="Calibri" panose="020F0502020204030204" pitchFamily="34" charset="0"/>
            </a:endParaRPr>
          </a:p>
          <a:p>
            <a:pPr marL="452438"/>
            <a:r>
              <a:rPr lang="en-IN" dirty="0">
                <a:latin typeface="Calibri" panose="020F0502020204030204" pitchFamily="34" charset="0"/>
              </a:rPr>
              <a:t>Number of moles of alkaline: number of moles of acid = 1.5 × 10</a:t>
            </a:r>
            <a:r>
              <a:rPr lang="en-IN" baseline="30000" dirty="0">
                <a:latin typeface="Calibri" panose="020F0502020204030204" pitchFamily="34" charset="0"/>
              </a:rPr>
              <a:t>-3</a:t>
            </a:r>
            <a:r>
              <a:rPr lang="en-IN" dirty="0">
                <a:latin typeface="Calibri" panose="020F0502020204030204" pitchFamily="34" charset="0"/>
              </a:rPr>
              <a:t>: 3.0 ×10</a:t>
            </a:r>
            <a:r>
              <a:rPr lang="en-IN" baseline="30000" dirty="0">
                <a:latin typeface="Calibri" panose="020F0502020204030204" pitchFamily="34" charset="0"/>
              </a:rPr>
              <a:t>-3</a:t>
            </a:r>
            <a:r>
              <a:rPr lang="en-IN" dirty="0">
                <a:latin typeface="Calibri" panose="020F0502020204030204" pitchFamily="34" charset="0"/>
              </a:rPr>
              <a:t> = 1: 2</a:t>
            </a:r>
            <a:endParaRPr lang="en-MY" dirty="0">
              <a:latin typeface="Calibri" panose="020F0502020204030204" pitchFamily="34" charset="0"/>
            </a:endParaRPr>
          </a:p>
        </p:txBody>
      </p:sp>
    </p:spTree>
    <p:extLst>
      <p:ext uri="{BB962C8B-B14F-4D97-AF65-F5344CB8AC3E}">
        <p14:creationId xmlns:p14="http://schemas.microsoft.com/office/powerpoint/2010/main" val="184747795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116"/>
        <p:cNvGrpSpPr/>
        <p:nvPr/>
      </p:nvGrpSpPr>
      <p:grpSpPr>
        <a:xfrm>
          <a:off x="0" y="0"/>
          <a:ext cx="0" cy="0"/>
          <a:chOff x="0" y="0"/>
          <a:chExt cx="0" cy="0"/>
        </a:xfrm>
      </p:grpSpPr>
      <p:sp>
        <p:nvSpPr>
          <p:cNvPr id="117" name="Google Shape;117;p26"/>
          <p:cNvSpPr txBox="1">
            <a:spLocks noGrp="1"/>
          </p:cNvSpPr>
          <p:nvPr>
            <p:ph type="title"/>
          </p:nvPr>
        </p:nvSpPr>
        <p:spPr>
          <a:xfrm>
            <a:off x="77118" y="592925"/>
            <a:ext cx="9066882" cy="767700"/>
          </a:xfrm>
          <a:prstGeom prst="rect">
            <a:avLst/>
          </a:prstGeom>
        </p:spPr>
        <p:txBody>
          <a:bodyPr spcFirstLastPara="1" wrap="square" lIns="91425" tIns="91425" rIns="91425" bIns="91425" anchor="b" anchorCtr="0">
            <a:noAutofit/>
          </a:bodyPr>
          <a:lstStyle/>
          <a:p>
            <a:pPr marL="114300">
              <a:buSzPts val="1800"/>
            </a:pPr>
            <a:r>
              <a:rPr lang="en-IN" dirty="0">
                <a:latin typeface="Calibri" panose="020F0502020204030204" pitchFamily="34" charset="0"/>
              </a:rPr>
              <a:t>Titration Calculations based on experimental results</a:t>
            </a:r>
          </a:p>
        </p:txBody>
      </p:sp>
      <p:sp>
        <p:nvSpPr>
          <p:cNvPr id="118" name="Google Shape;118;p26"/>
          <p:cNvSpPr txBox="1"/>
          <p:nvPr/>
        </p:nvSpPr>
        <p:spPr>
          <a:xfrm>
            <a:off x="326571" y="1843167"/>
            <a:ext cx="8519974" cy="2850019"/>
          </a:xfrm>
          <a:prstGeom prst="rect">
            <a:avLst/>
          </a:prstGeom>
          <a:noFill/>
          <a:ln>
            <a:noFill/>
          </a:ln>
        </p:spPr>
        <p:txBody>
          <a:bodyPr spcFirstLastPara="1" wrap="square" lIns="91425" tIns="91425" rIns="91425" bIns="91425" anchor="t" anchorCtr="0">
            <a:noAutofit/>
          </a:bodyPr>
          <a:lstStyle/>
          <a:p>
            <a:r>
              <a:rPr lang="en-IN" b="1" dirty="0">
                <a:latin typeface="Calibri" panose="020F0502020204030204" pitchFamily="34" charset="0"/>
              </a:rPr>
              <a:t>Calculating stoichiometry by titration</a:t>
            </a:r>
            <a:endParaRPr lang="en-MY" dirty="0">
              <a:latin typeface="Calibri" panose="020F0502020204030204" pitchFamily="34" charset="0"/>
            </a:endParaRPr>
          </a:p>
          <a:p>
            <a:endParaRPr lang="en-IN" sz="800" b="1" dirty="0">
              <a:latin typeface="Calibri" panose="020F0502020204030204" pitchFamily="34" charset="0"/>
            </a:endParaRPr>
          </a:p>
          <a:p>
            <a:r>
              <a:rPr lang="en-IN" b="1" dirty="0">
                <a:latin typeface="Calibri" panose="020F0502020204030204" pitchFamily="34" charset="0"/>
              </a:rPr>
              <a:t>Example 13:</a:t>
            </a:r>
            <a:r>
              <a:rPr lang="en-IN" dirty="0">
                <a:latin typeface="Calibri" panose="020F0502020204030204" pitchFamily="34" charset="0"/>
              </a:rPr>
              <a:t> 25 cm</a:t>
            </a:r>
            <a:r>
              <a:rPr lang="en-IN" baseline="30000" dirty="0">
                <a:latin typeface="Calibri" panose="020F0502020204030204" pitchFamily="34" charset="0"/>
              </a:rPr>
              <a:t>3</a:t>
            </a:r>
            <a:r>
              <a:rPr lang="en-IN" dirty="0">
                <a:latin typeface="Calibri" panose="020F0502020204030204" pitchFamily="34" charset="0"/>
              </a:rPr>
              <a:t> of a 0.060 mol/dm</a:t>
            </a:r>
            <a:r>
              <a:rPr lang="en-IN" baseline="30000" dirty="0">
                <a:latin typeface="Calibri" panose="020F0502020204030204" pitchFamily="34" charset="0"/>
              </a:rPr>
              <a:t>3</a:t>
            </a:r>
            <a:r>
              <a:rPr lang="en-IN" dirty="0">
                <a:latin typeface="Calibri" panose="020F0502020204030204" pitchFamily="34" charset="0"/>
              </a:rPr>
              <a:t> of a metal hydroxide reacts with 0.200 mol/ dm</a:t>
            </a:r>
            <a:r>
              <a:rPr lang="en-IN" baseline="30000" dirty="0">
                <a:latin typeface="Calibri" panose="020F0502020204030204" pitchFamily="34" charset="0"/>
              </a:rPr>
              <a:t>3</a:t>
            </a:r>
            <a:r>
              <a:rPr lang="en-IN" dirty="0">
                <a:latin typeface="Calibri" panose="020F0502020204030204" pitchFamily="34" charset="0"/>
              </a:rPr>
              <a:t> of acid. 15 cm</a:t>
            </a:r>
            <a:r>
              <a:rPr lang="en-IN" baseline="30000" dirty="0">
                <a:latin typeface="Calibri" panose="020F0502020204030204" pitchFamily="34" charset="0"/>
              </a:rPr>
              <a:t>3</a:t>
            </a:r>
            <a:r>
              <a:rPr lang="en-IN" dirty="0">
                <a:latin typeface="Calibri" panose="020F0502020204030204" pitchFamily="34" charset="0"/>
              </a:rPr>
              <a:t> of hydrochloric acid solution is required to neutralise the alkaline solution. Find out the stoichiometry of this reaction.</a:t>
            </a:r>
            <a:endParaRPr lang="en-MY" dirty="0">
              <a:latin typeface="Calibri" panose="020F0502020204030204" pitchFamily="34" charset="0"/>
            </a:endParaRPr>
          </a:p>
          <a:p>
            <a:endParaRPr lang="en-IN" sz="800" b="1" dirty="0">
              <a:latin typeface="Calibri" panose="020F0502020204030204" pitchFamily="34" charset="0"/>
            </a:endParaRPr>
          </a:p>
          <a:p>
            <a:r>
              <a:rPr lang="en-IN" b="1" dirty="0">
                <a:latin typeface="Calibri" panose="020F0502020204030204" pitchFamily="34" charset="0"/>
              </a:rPr>
              <a:t>Solution: (Continued.)</a:t>
            </a:r>
            <a:endParaRPr lang="en-MY" dirty="0">
              <a:latin typeface="Calibri" panose="020F0502020204030204" pitchFamily="34" charset="0"/>
            </a:endParaRPr>
          </a:p>
          <a:p>
            <a:pPr marL="400050" lvl="0" indent="-400050">
              <a:buFont typeface="+mj-lt"/>
              <a:buAutoNum type="romanUcPeriod" startAt="3"/>
            </a:pPr>
            <a:r>
              <a:rPr lang="en-IN" dirty="0">
                <a:latin typeface="Calibri" panose="020F0502020204030204" pitchFamily="34" charset="0"/>
              </a:rPr>
              <a:t>One mole of hydroxide ion neutralises one mole of hydrogen ions in the case of neutralisation. In this reaction, 2 moles of acids are neutralised by one mole of metal hydroxide. Hence, the balanced equation is</a:t>
            </a:r>
          </a:p>
          <a:p>
            <a:pPr marL="452438" lvl="0"/>
            <a:r>
              <a:rPr lang="en-IN" dirty="0">
                <a:latin typeface="Calibri" panose="020F0502020204030204" pitchFamily="34" charset="0"/>
              </a:rPr>
              <a:t>metal hydroxide + 2 acid → salt + water</a:t>
            </a:r>
          </a:p>
          <a:p>
            <a:pPr marL="452438" lvl="0"/>
            <a:r>
              <a:rPr lang="en-IN" dirty="0">
                <a:latin typeface="Calibri" panose="020F0502020204030204" pitchFamily="34" charset="0"/>
              </a:rPr>
              <a:t>M(OH)</a:t>
            </a:r>
            <a:r>
              <a:rPr lang="en-IN" baseline="-25000" dirty="0">
                <a:latin typeface="Calibri" panose="020F0502020204030204" pitchFamily="34" charset="0"/>
              </a:rPr>
              <a:t>2</a:t>
            </a:r>
            <a:r>
              <a:rPr lang="en-IN" dirty="0">
                <a:latin typeface="Calibri" panose="020F0502020204030204" pitchFamily="34" charset="0"/>
              </a:rPr>
              <a:t> + 2 </a:t>
            </a:r>
            <a:r>
              <a:rPr lang="en-IN" dirty="0" err="1">
                <a:latin typeface="Calibri" panose="020F0502020204030204" pitchFamily="34" charset="0"/>
              </a:rPr>
              <a:t>HCl</a:t>
            </a:r>
            <a:r>
              <a:rPr lang="en-IN" dirty="0">
                <a:latin typeface="Calibri" panose="020F0502020204030204" pitchFamily="34" charset="0"/>
              </a:rPr>
              <a:t> → MCl</a:t>
            </a:r>
            <a:r>
              <a:rPr lang="en-IN" baseline="-25000" dirty="0">
                <a:latin typeface="Calibri" panose="020F0502020204030204" pitchFamily="34" charset="0"/>
              </a:rPr>
              <a:t>2</a:t>
            </a:r>
            <a:r>
              <a:rPr lang="en-IN" dirty="0">
                <a:latin typeface="Calibri" panose="020F0502020204030204" pitchFamily="34" charset="0"/>
              </a:rPr>
              <a:t> + H</a:t>
            </a:r>
            <a:r>
              <a:rPr lang="en-IN" baseline="-25000" dirty="0">
                <a:latin typeface="Calibri" panose="020F0502020204030204" pitchFamily="34" charset="0"/>
              </a:rPr>
              <a:t>2</a:t>
            </a:r>
            <a:r>
              <a:rPr lang="en-IN" dirty="0">
                <a:latin typeface="Calibri" panose="020F0502020204030204" pitchFamily="34" charset="0"/>
              </a:rPr>
              <a:t>O</a:t>
            </a:r>
          </a:p>
        </p:txBody>
      </p:sp>
    </p:spTree>
    <p:extLst>
      <p:ext uri="{BB962C8B-B14F-4D97-AF65-F5344CB8AC3E}">
        <p14:creationId xmlns:p14="http://schemas.microsoft.com/office/powerpoint/2010/main" val="60068727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116"/>
        <p:cNvGrpSpPr/>
        <p:nvPr/>
      </p:nvGrpSpPr>
      <p:grpSpPr>
        <a:xfrm>
          <a:off x="0" y="0"/>
          <a:ext cx="0" cy="0"/>
          <a:chOff x="0" y="0"/>
          <a:chExt cx="0" cy="0"/>
        </a:xfrm>
      </p:grpSpPr>
      <p:sp>
        <p:nvSpPr>
          <p:cNvPr id="117" name="Google Shape;117;p26"/>
          <p:cNvSpPr txBox="1">
            <a:spLocks noGrp="1"/>
          </p:cNvSpPr>
          <p:nvPr>
            <p:ph type="title"/>
          </p:nvPr>
        </p:nvSpPr>
        <p:spPr>
          <a:xfrm>
            <a:off x="77118" y="592925"/>
            <a:ext cx="9066882" cy="767700"/>
          </a:xfrm>
          <a:prstGeom prst="rect">
            <a:avLst/>
          </a:prstGeom>
        </p:spPr>
        <p:txBody>
          <a:bodyPr spcFirstLastPara="1" wrap="square" lIns="91425" tIns="91425" rIns="91425" bIns="91425" anchor="b" anchorCtr="0">
            <a:noAutofit/>
          </a:bodyPr>
          <a:lstStyle/>
          <a:p>
            <a:pPr marL="114300">
              <a:buSzPts val="1800"/>
            </a:pPr>
            <a:r>
              <a:rPr lang="en-IN" dirty="0">
                <a:latin typeface="Calibri" panose="020F0502020204030204" pitchFamily="34" charset="0"/>
              </a:rPr>
              <a:t>More Titration Calculations</a:t>
            </a:r>
            <a:endParaRPr lang="en-MY" dirty="0">
              <a:latin typeface="Calibri" panose="020F0502020204030204" pitchFamily="34" charset="0"/>
            </a:endParaRPr>
          </a:p>
        </p:txBody>
      </p:sp>
      <p:sp>
        <p:nvSpPr>
          <p:cNvPr id="118" name="Google Shape;118;p26"/>
          <p:cNvSpPr txBox="1"/>
          <p:nvPr/>
        </p:nvSpPr>
        <p:spPr>
          <a:xfrm>
            <a:off x="326571" y="1843167"/>
            <a:ext cx="8519974" cy="2850019"/>
          </a:xfrm>
          <a:prstGeom prst="rect">
            <a:avLst/>
          </a:prstGeom>
          <a:noFill/>
          <a:ln>
            <a:noFill/>
          </a:ln>
        </p:spPr>
        <p:txBody>
          <a:bodyPr spcFirstLastPara="1" wrap="square" lIns="91425" tIns="91425" rIns="91425" bIns="91425" anchor="t" anchorCtr="0">
            <a:noAutofit/>
          </a:bodyPr>
          <a:lstStyle/>
          <a:p>
            <a:r>
              <a:rPr lang="en-IN" b="1" dirty="0">
                <a:latin typeface="Calibri" panose="020F0502020204030204" pitchFamily="34" charset="0"/>
              </a:rPr>
              <a:t>Example 14: </a:t>
            </a:r>
            <a:r>
              <a:rPr lang="en-IN" dirty="0">
                <a:latin typeface="Calibri" panose="020F0502020204030204" pitchFamily="34" charset="0"/>
              </a:rPr>
              <a:t>20 cm</a:t>
            </a:r>
            <a:r>
              <a:rPr lang="en-IN" baseline="30000" dirty="0">
                <a:latin typeface="Calibri" panose="020F0502020204030204" pitchFamily="34" charset="0"/>
              </a:rPr>
              <a:t>3</a:t>
            </a:r>
            <a:r>
              <a:rPr lang="en-IN" dirty="0">
                <a:latin typeface="Calibri" panose="020F0502020204030204" pitchFamily="34" charset="0"/>
              </a:rPr>
              <a:t> of a sample of ethanoic acid is taken and the volume is made up to 200 cm</a:t>
            </a:r>
            <a:r>
              <a:rPr lang="en-IN" baseline="30000" dirty="0">
                <a:latin typeface="Calibri" panose="020F0502020204030204" pitchFamily="34" charset="0"/>
              </a:rPr>
              <a:t>3</a:t>
            </a:r>
            <a:r>
              <a:rPr lang="en-IN" dirty="0">
                <a:latin typeface="Calibri" panose="020F0502020204030204" pitchFamily="34" charset="0"/>
              </a:rPr>
              <a:t>. This solution is taken in a burette and 14.5 cm</a:t>
            </a:r>
            <a:r>
              <a:rPr lang="en-IN" baseline="30000" dirty="0">
                <a:latin typeface="Calibri" panose="020F0502020204030204" pitchFamily="34" charset="0"/>
              </a:rPr>
              <a:t>3</a:t>
            </a:r>
            <a:r>
              <a:rPr lang="en-IN" dirty="0">
                <a:latin typeface="Calibri" panose="020F0502020204030204" pitchFamily="34" charset="0"/>
              </a:rPr>
              <a:t> was required to neutralise 25 cm</a:t>
            </a:r>
            <a:r>
              <a:rPr lang="en-IN" baseline="30000" dirty="0">
                <a:latin typeface="Calibri" panose="020F0502020204030204" pitchFamily="34" charset="0"/>
              </a:rPr>
              <a:t>3</a:t>
            </a:r>
            <a:r>
              <a:rPr lang="en-IN" dirty="0">
                <a:latin typeface="Calibri" panose="020F0502020204030204" pitchFamily="34" charset="0"/>
              </a:rPr>
              <a:t> of 0.02 </a:t>
            </a:r>
            <a:r>
              <a:rPr lang="en-IN" dirty="0" err="1">
                <a:latin typeface="Calibri" panose="020F0502020204030204" pitchFamily="34" charset="0"/>
              </a:rPr>
              <a:t>mol</a:t>
            </a:r>
            <a:r>
              <a:rPr lang="en-IN" dirty="0">
                <a:latin typeface="Calibri" panose="020F0502020204030204" pitchFamily="34" charset="0"/>
              </a:rPr>
              <a:t>/dm</a:t>
            </a:r>
            <a:r>
              <a:rPr lang="en-IN" baseline="30000" dirty="0">
                <a:latin typeface="Calibri" panose="020F0502020204030204" pitchFamily="34" charset="0"/>
              </a:rPr>
              <a:t>3</a:t>
            </a:r>
            <a:r>
              <a:rPr lang="en-IN" dirty="0">
                <a:latin typeface="Calibri" panose="020F0502020204030204" pitchFamily="34" charset="0"/>
              </a:rPr>
              <a:t> of magnesium hydroxide. Calculate the molarity of the original ethanoic acid and give the concentration in g/ dm</a:t>
            </a:r>
            <a:r>
              <a:rPr lang="en-IN" baseline="30000" dirty="0">
                <a:latin typeface="Calibri" panose="020F0502020204030204" pitchFamily="34" charset="0"/>
              </a:rPr>
              <a:t>3</a:t>
            </a:r>
            <a:r>
              <a:rPr lang="en-IN" dirty="0">
                <a:latin typeface="Calibri" panose="020F0502020204030204" pitchFamily="34" charset="0"/>
              </a:rPr>
              <a:t>. </a:t>
            </a:r>
            <a:endParaRPr lang="en-MY" dirty="0">
              <a:latin typeface="Calibri" panose="020F0502020204030204" pitchFamily="34" charset="0"/>
            </a:endParaRPr>
          </a:p>
          <a:p>
            <a:r>
              <a:rPr lang="en-IN" b="1" dirty="0">
                <a:latin typeface="Calibri" panose="020F0502020204030204" pitchFamily="34" charset="0"/>
              </a:rPr>
              <a:t>Solution:</a:t>
            </a:r>
            <a:endParaRPr lang="en-MY" dirty="0">
              <a:latin typeface="Calibri" panose="020F0502020204030204" pitchFamily="34" charset="0"/>
            </a:endParaRPr>
          </a:p>
          <a:p>
            <a:pPr marL="400050" lvl="0" indent="-400050">
              <a:buFont typeface="+mj-lt"/>
              <a:buAutoNum type="romanUcPeriod"/>
            </a:pPr>
            <a:r>
              <a:rPr lang="en-IN" dirty="0">
                <a:latin typeface="Calibri" panose="020F0502020204030204" pitchFamily="34" charset="0"/>
              </a:rPr>
              <a:t>Write the balanced equation of the reaction between ethanoic acid and magnesium hydroxide.</a:t>
            </a:r>
            <a:endParaRPr lang="en-MY" dirty="0">
              <a:latin typeface="Calibri" panose="020F0502020204030204" pitchFamily="34" charset="0"/>
            </a:endParaRPr>
          </a:p>
          <a:p>
            <a:pPr marL="452438"/>
            <a:r>
              <a:rPr lang="en-IN" dirty="0">
                <a:latin typeface="Calibri" panose="020F0502020204030204" pitchFamily="34" charset="0"/>
              </a:rPr>
              <a:t>2 CH</a:t>
            </a:r>
            <a:r>
              <a:rPr lang="en-IN" baseline="-25000" dirty="0">
                <a:latin typeface="Calibri" panose="020F0502020204030204" pitchFamily="34" charset="0"/>
              </a:rPr>
              <a:t>3</a:t>
            </a:r>
            <a:r>
              <a:rPr lang="en-IN" dirty="0">
                <a:latin typeface="Calibri" panose="020F0502020204030204" pitchFamily="34" charset="0"/>
              </a:rPr>
              <a:t>COOH + Mg (OH)</a:t>
            </a:r>
            <a:r>
              <a:rPr lang="en-IN" baseline="-25000" dirty="0">
                <a:latin typeface="Calibri" panose="020F0502020204030204" pitchFamily="34" charset="0"/>
              </a:rPr>
              <a:t>2</a:t>
            </a:r>
            <a:r>
              <a:rPr lang="en-IN" dirty="0">
                <a:latin typeface="Calibri" panose="020F0502020204030204" pitchFamily="34" charset="0"/>
              </a:rPr>
              <a:t> → (CH</a:t>
            </a:r>
            <a:r>
              <a:rPr lang="en-IN" baseline="-25000" dirty="0">
                <a:latin typeface="Calibri" panose="020F0502020204030204" pitchFamily="34" charset="0"/>
              </a:rPr>
              <a:t>3</a:t>
            </a:r>
            <a:r>
              <a:rPr lang="en-IN" dirty="0">
                <a:latin typeface="Calibri" panose="020F0502020204030204" pitchFamily="34" charset="0"/>
              </a:rPr>
              <a:t>COO)</a:t>
            </a:r>
            <a:r>
              <a:rPr lang="en-IN" baseline="-25000" dirty="0">
                <a:latin typeface="Calibri" panose="020F0502020204030204" pitchFamily="34" charset="0"/>
              </a:rPr>
              <a:t>2</a:t>
            </a:r>
            <a:r>
              <a:rPr lang="en-IN" dirty="0">
                <a:latin typeface="Calibri" panose="020F0502020204030204" pitchFamily="34" charset="0"/>
              </a:rPr>
              <a:t>Mg+  2H</a:t>
            </a:r>
            <a:r>
              <a:rPr lang="en-IN" baseline="-25000" dirty="0">
                <a:latin typeface="Calibri" panose="020F0502020204030204" pitchFamily="34" charset="0"/>
              </a:rPr>
              <a:t>2</a:t>
            </a:r>
            <a:r>
              <a:rPr lang="en-IN" dirty="0">
                <a:latin typeface="Calibri" panose="020F0502020204030204" pitchFamily="34" charset="0"/>
              </a:rPr>
              <a:t>O</a:t>
            </a:r>
            <a:endParaRPr lang="en-MY" dirty="0">
              <a:latin typeface="Calibri" panose="020F0502020204030204" pitchFamily="34" charset="0"/>
            </a:endParaRPr>
          </a:p>
          <a:p>
            <a:pPr marL="400050" lvl="0" indent="-400050">
              <a:buFont typeface="+mj-lt"/>
              <a:buAutoNum type="romanUcPeriod" startAt="2"/>
            </a:pPr>
            <a:r>
              <a:rPr lang="en-IN" dirty="0">
                <a:latin typeface="Calibri" panose="020F0502020204030204" pitchFamily="34" charset="0"/>
              </a:rPr>
              <a:t>Find the molarity (number of moles) of magnesium hydroxide solution,</a:t>
            </a:r>
            <a:endParaRPr lang="en-MY" dirty="0">
              <a:latin typeface="Calibri" panose="020F0502020204030204" pitchFamily="34" charset="0"/>
            </a:endParaRPr>
          </a:p>
          <a:p>
            <a:pPr marL="452438"/>
            <a:r>
              <a:rPr lang="en-IN" dirty="0">
                <a:latin typeface="Calibri" panose="020F0502020204030204" pitchFamily="34" charset="0"/>
              </a:rPr>
              <a:t>number of moles = concentration × volume</a:t>
            </a:r>
            <a:endParaRPr lang="en-MY" dirty="0">
              <a:latin typeface="Calibri" panose="020F0502020204030204" pitchFamily="34" charset="0"/>
            </a:endParaRPr>
          </a:p>
          <a:p>
            <a:pPr marL="452438"/>
            <a:r>
              <a:rPr lang="en-IN" dirty="0">
                <a:latin typeface="Calibri" panose="020F0502020204030204" pitchFamily="34" charset="0"/>
              </a:rPr>
              <a:t>number of moles = 0.02 × 0.025 =0.0005 </a:t>
            </a:r>
            <a:r>
              <a:rPr lang="en-IN" dirty="0" err="1">
                <a:latin typeface="Calibri" panose="020F0502020204030204" pitchFamily="34" charset="0"/>
              </a:rPr>
              <a:t>mol</a:t>
            </a:r>
            <a:endParaRPr lang="en-MY" dirty="0">
              <a:latin typeface="Calibri" panose="020F0502020204030204" pitchFamily="34" charset="0"/>
            </a:endParaRPr>
          </a:p>
          <a:p>
            <a:pPr marL="400050" lvl="0" indent="-400050">
              <a:buFont typeface="+mj-lt"/>
              <a:buAutoNum type="romanUcPeriod" startAt="3"/>
            </a:pPr>
            <a:r>
              <a:rPr lang="en-IN" dirty="0">
                <a:latin typeface="Calibri" panose="020F0502020204030204" pitchFamily="34" charset="0"/>
              </a:rPr>
              <a:t>Using the balanced equation, it can be deduced that 1 </a:t>
            </a:r>
            <a:r>
              <a:rPr lang="en-IN" dirty="0" err="1">
                <a:latin typeface="Calibri" panose="020F0502020204030204" pitchFamily="34" charset="0"/>
              </a:rPr>
              <a:t>mol</a:t>
            </a:r>
            <a:r>
              <a:rPr lang="en-IN" dirty="0">
                <a:latin typeface="Calibri" panose="020F0502020204030204" pitchFamily="34" charset="0"/>
              </a:rPr>
              <a:t> of magnesium hydroxide requires 2 </a:t>
            </a:r>
            <a:r>
              <a:rPr lang="en-IN" dirty="0" err="1">
                <a:latin typeface="Calibri" panose="020F0502020204030204" pitchFamily="34" charset="0"/>
              </a:rPr>
              <a:t>mol</a:t>
            </a:r>
            <a:r>
              <a:rPr lang="en-IN" dirty="0">
                <a:latin typeface="Calibri" panose="020F0502020204030204" pitchFamily="34" charset="0"/>
              </a:rPr>
              <a:t> of ethanoic acid. Therefore, </a:t>
            </a:r>
            <a:endParaRPr lang="en-MY" dirty="0">
              <a:latin typeface="Calibri" panose="020F0502020204030204" pitchFamily="34" charset="0"/>
            </a:endParaRPr>
          </a:p>
          <a:p>
            <a:pPr marL="452438"/>
            <a:r>
              <a:rPr lang="en-IN" dirty="0">
                <a:latin typeface="Calibri" panose="020F0502020204030204" pitchFamily="34" charset="0"/>
              </a:rPr>
              <a:t>The number of moles of ethanoic acid = 0.0005 × 2=0.0010 </a:t>
            </a:r>
            <a:r>
              <a:rPr lang="en-IN" dirty="0" err="1">
                <a:latin typeface="Calibri" panose="020F0502020204030204" pitchFamily="34" charset="0"/>
              </a:rPr>
              <a:t>mol</a:t>
            </a:r>
            <a:endParaRPr lang="en-MY" dirty="0">
              <a:latin typeface="Calibri" panose="020F0502020204030204" pitchFamily="34" charset="0"/>
            </a:endParaRPr>
          </a:p>
        </p:txBody>
      </p:sp>
    </p:spTree>
    <p:extLst>
      <p:ext uri="{BB962C8B-B14F-4D97-AF65-F5344CB8AC3E}">
        <p14:creationId xmlns:p14="http://schemas.microsoft.com/office/powerpoint/2010/main" val="343103687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116"/>
        <p:cNvGrpSpPr/>
        <p:nvPr/>
      </p:nvGrpSpPr>
      <p:grpSpPr>
        <a:xfrm>
          <a:off x="0" y="0"/>
          <a:ext cx="0" cy="0"/>
          <a:chOff x="0" y="0"/>
          <a:chExt cx="0" cy="0"/>
        </a:xfrm>
      </p:grpSpPr>
      <p:sp>
        <p:nvSpPr>
          <p:cNvPr id="117" name="Google Shape;117;p26"/>
          <p:cNvSpPr txBox="1">
            <a:spLocks noGrp="1"/>
          </p:cNvSpPr>
          <p:nvPr>
            <p:ph type="title"/>
          </p:nvPr>
        </p:nvSpPr>
        <p:spPr>
          <a:xfrm>
            <a:off x="77118" y="592925"/>
            <a:ext cx="9066882" cy="767700"/>
          </a:xfrm>
          <a:prstGeom prst="rect">
            <a:avLst/>
          </a:prstGeom>
        </p:spPr>
        <p:txBody>
          <a:bodyPr spcFirstLastPara="1" wrap="square" lIns="91425" tIns="91425" rIns="91425" bIns="91425" anchor="b" anchorCtr="0">
            <a:noAutofit/>
          </a:bodyPr>
          <a:lstStyle/>
          <a:p>
            <a:pPr marL="114300">
              <a:buSzPts val="1800"/>
            </a:pPr>
            <a:r>
              <a:rPr lang="en-IN" dirty="0">
                <a:latin typeface="Calibri" panose="020F0502020204030204" pitchFamily="34" charset="0"/>
              </a:rPr>
              <a:t>More Titration Calculations</a:t>
            </a:r>
            <a:endParaRPr lang="en-MY" dirty="0">
              <a:latin typeface="Calibri" panose="020F0502020204030204" pitchFamily="34" charset="0"/>
            </a:endParaRPr>
          </a:p>
        </p:txBody>
      </p:sp>
      <mc:AlternateContent xmlns:mc="http://schemas.openxmlformats.org/markup-compatibility/2006">
        <mc:Choice xmlns:a14="http://schemas.microsoft.com/office/drawing/2010/main" Requires="a14">
          <p:sp>
            <p:nvSpPr>
              <p:cNvPr id="118" name="Google Shape;118;p26"/>
              <p:cNvSpPr txBox="1"/>
              <p:nvPr/>
            </p:nvSpPr>
            <p:spPr>
              <a:xfrm>
                <a:off x="326571" y="1843167"/>
                <a:ext cx="8519974" cy="3213575"/>
              </a:xfrm>
              <a:prstGeom prst="rect">
                <a:avLst/>
              </a:prstGeom>
              <a:noFill/>
              <a:ln>
                <a:noFill/>
              </a:ln>
            </p:spPr>
            <p:txBody>
              <a:bodyPr spcFirstLastPara="1" wrap="square" lIns="91425" tIns="91425" rIns="91425" bIns="91425" anchor="t" anchorCtr="0">
                <a:noAutofit/>
              </a:bodyPr>
              <a:lstStyle/>
              <a:p>
                <a:r>
                  <a:rPr lang="en-IN" b="1" dirty="0">
                    <a:latin typeface="Calibri" panose="020F0502020204030204" pitchFamily="34" charset="0"/>
                  </a:rPr>
                  <a:t>Example 14: </a:t>
                </a:r>
                <a:r>
                  <a:rPr lang="en-IN" dirty="0">
                    <a:latin typeface="Calibri" panose="020F0502020204030204" pitchFamily="34" charset="0"/>
                  </a:rPr>
                  <a:t>20 cm</a:t>
                </a:r>
                <a:r>
                  <a:rPr lang="en-IN" baseline="30000" dirty="0">
                    <a:latin typeface="Calibri" panose="020F0502020204030204" pitchFamily="34" charset="0"/>
                  </a:rPr>
                  <a:t>3</a:t>
                </a:r>
                <a:r>
                  <a:rPr lang="en-IN" dirty="0">
                    <a:latin typeface="Calibri" panose="020F0502020204030204" pitchFamily="34" charset="0"/>
                  </a:rPr>
                  <a:t> of a sample of ethanoic acid is taken and the volume is made up to 200 cm</a:t>
                </a:r>
                <a:r>
                  <a:rPr lang="en-IN" baseline="30000" dirty="0">
                    <a:latin typeface="Calibri" panose="020F0502020204030204" pitchFamily="34" charset="0"/>
                  </a:rPr>
                  <a:t>3</a:t>
                </a:r>
                <a:r>
                  <a:rPr lang="en-IN" dirty="0">
                    <a:latin typeface="Calibri" panose="020F0502020204030204" pitchFamily="34" charset="0"/>
                  </a:rPr>
                  <a:t>. This solution is taken in a burette and 14.5 cm</a:t>
                </a:r>
                <a:r>
                  <a:rPr lang="en-IN" baseline="30000" dirty="0">
                    <a:latin typeface="Calibri" panose="020F0502020204030204" pitchFamily="34" charset="0"/>
                  </a:rPr>
                  <a:t>3</a:t>
                </a:r>
                <a:r>
                  <a:rPr lang="en-IN" dirty="0">
                    <a:latin typeface="Calibri" panose="020F0502020204030204" pitchFamily="34" charset="0"/>
                  </a:rPr>
                  <a:t> was required to neutralise 25 cm</a:t>
                </a:r>
                <a:r>
                  <a:rPr lang="en-IN" baseline="30000" dirty="0">
                    <a:latin typeface="Calibri" panose="020F0502020204030204" pitchFamily="34" charset="0"/>
                  </a:rPr>
                  <a:t>3</a:t>
                </a:r>
                <a:r>
                  <a:rPr lang="en-IN" dirty="0">
                    <a:latin typeface="Calibri" panose="020F0502020204030204" pitchFamily="34" charset="0"/>
                  </a:rPr>
                  <a:t> of 0.02 </a:t>
                </a:r>
                <a:r>
                  <a:rPr lang="en-IN" dirty="0" err="1">
                    <a:latin typeface="Calibri" panose="020F0502020204030204" pitchFamily="34" charset="0"/>
                  </a:rPr>
                  <a:t>mol</a:t>
                </a:r>
                <a:r>
                  <a:rPr lang="en-IN" dirty="0">
                    <a:latin typeface="Calibri" panose="020F0502020204030204" pitchFamily="34" charset="0"/>
                  </a:rPr>
                  <a:t>/dm</a:t>
                </a:r>
                <a:r>
                  <a:rPr lang="en-IN" baseline="30000" dirty="0">
                    <a:latin typeface="Calibri" panose="020F0502020204030204" pitchFamily="34" charset="0"/>
                  </a:rPr>
                  <a:t>3</a:t>
                </a:r>
                <a:r>
                  <a:rPr lang="en-IN" dirty="0">
                    <a:latin typeface="Calibri" panose="020F0502020204030204" pitchFamily="34" charset="0"/>
                  </a:rPr>
                  <a:t> of magnesium hydroxide. Calculate the molarity of the original ethanoic acid and give the concentration in g/ dm</a:t>
                </a:r>
                <a:r>
                  <a:rPr lang="en-IN" baseline="30000" dirty="0">
                    <a:latin typeface="Calibri" panose="020F0502020204030204" pitchFamily="34" charset="0"/>
                  </a:rPr>
                  <a:t>3</a:t>
                </a:r>
                <a:r>
                  <a:rPr lang="en-IN" dirty="0">
                    <a:latin typeface="Calibri" panose="020F0502020204030204" pitchFamily="34" charset="0"/>
                  </a:rPr>
                  <a:t>. </a:t>
                </a:r>
                <a:endParaRPr lang="en-MY" dirty="0">
                  <a:latin typeface="Calibri" panose="020F0502020204030204" pitchFamily="34" charset="0"/>
                </a:endParaRPr>
              </a:p>
              <a:p>
                <a:endParaRPr lang="en-IN" sz="500" b="1" dirty="0">
                  <a:latin typeface="Calibri" panose="020F0502020204030204" pitchFamily="34" charset="0"/>
                </a:endParaRPr>
              </a:p>
              <a:p>
                <a:r>
                  <a:rPr lang="en-IN" b="1" dirty="0">
                    <a:latin typeface="Calibri" panose="020F0502020204030204" pitchFamily="34" charset="0"/>
                  </a:rPr>
                  <a:t>Solution: (Contd.)</a:t>
                </a:r>
                <a:endParaRPr lang="en-MY" dirty="0">
                  <a:latin typeface="Calibri" panose="020F0502020204030204" pitchFamily="34" charset="0"/>
                </a:endParaRPr>
              </a:p>
              <a:p>
                <a:pPr marL="400050" lvl="0" indent="-400050">
                  <a:buFont typeface="+mj-lt"/>
                  <a:buAutoNum type="romanUcPeriod" startAt="4"/>
                </a:pPr>
                <a:r>
                  <a:rPr lang="en-IN" dirty="0">
                    <a:latin typeface="Calibri" panose="020F0502020204030204" pitchFamily="34" charset="0"/>
                  </a:rPr>
                  <a:t>Find the concentration of ethanoic acid,</a:t>
                </a:r>
                <a:endParaRPr lang="en-MY" dirty="0">
                  <a:latin typeface="Calibri" panose="020F0502020204030204" pitchFamily="34" charset="0"/>
                </a:endParaRPr>
              </a:p>
              <a:p>
                <a:pPr/>
                <a14:m>
                  <m:oMathPara xmlns:m="http://schemas.openxmlformats.org/officeDocument/2006/math">
                    <m:oMathParaPr>
                      <m:jc m:val="centerGroup"/>
                    </m:oMathParaPr>
                    <m:oMath xmlns:m="http://schemas.openxmlformats.org/officeDocument/2006/math">
                      <m:r>
                        <a:rPr lang="en-IN" i="1">
                          <a:latin typeface="Cambria Math" panose="02040503050406030204" pitchFamily="18" charset="0"/>
                        </a:rPr>
                        <m:t>𝑐𝑜𝑛𝑐𝑒𝑛𝑡𝑟𝑎𝑡𝑖𝑜𝑛</m:t>
                      </m:r>
                      <m:r>
                        <a:rPr lang="en-IN" i="1">
                          <a:latin typeface="Cambria Math" panose="02040503050406030204" pitchFamily="18" charset="0"/>
                        </a:rPr>
                        <m:t>=</m:t>
                      </m:r>
                      <m:f>
                        <m:fPr>
                          <m:ctrlPr>
                            <a:rPr lang="en-MY" i="1">
                              <a:latin typeface="Cambria Math" panose="02040503050406030204" pitchFamily="18" charset="0"/>
                            </a:rPr>
                          </m:ctrlPr>
                        </m:fPr>
                        <m:num>
                          <m:r>
                            <a:rPr lang="en-IN" i="1">
                              <a:latin typeface="Cambria Math" panose="02040503050406030204" pitchFamily="18" charset="0"/>
                            </a:rPr>
                            <m:t>0</m:t>
                          </m:r>
                          <m:r>
                            <a:rPr lang="en-IN" i="1">
                              <a:latin typeface="Cambria Math" panose="02040503050406030204" pitchFamily="18" charset="0"/>
                            </a:rPr>
                            <m:t>.</m:t>
                          </m:r>
                          <m:r>
                            <a:rPr lang="en-IN" i="1">
                              <a:latin typeface="Cambria Math" panose="02040503050406030204" pitchFamily="18" charset="0"/>
                            </a:rPr>
                            <m:t>0010</m:t>
                          </m:r>
                        </m:num>
                        <m:den>
                          <m:r>
                            <a:rPr lang="en-IN" i="1">
                              <a:latin typeface="Cambria Math" panose="02040503050406030204" pitchFamily="18" charset="0"/>
                            </a:rPr>
                            <m:t>0</m:t>
                          </m:r>
                          <m:r>
                            <a:rPr lang="en-IN" i="1">
                              <a:latin typeface="Cambria Math" panose="02040503050406030204" pitchFamily="18" charset="0"/>
                            </a:rPr>
                            <m:t>.</m:t>
                          </m:r>
                          <m:r>
                            <a:rPr lang="en-IN" i="1">
                              <a:latin typeface="Cambria Math" panose="02040503050406030204" pitchFamily="18" charset="0"/>
                            </a:rPr>
                            <m:t>0145</m:t>
                          </m:r>
                        </m:den>
                      </m:f>
                      <m:r>
                        <a:rPr lang="en-IN" i="1">
                          <a:latin typeface="Cambria Math" panose="02040503050406030204" pitchFamily="18" charset="0"/>
                        </a:rPr>
                        <m:t>=</m:t>
                      </m:r>
                      <m:r>
                        <a:rPr lang="en-IN" i="1">
                          <a:latin typeface="Cambria Math" panose="02040503050406030204" pitchFamily="18" charset="0"/>
                        </a:rPr>
                        <m:t>0</m:t>
                      </m:r>
                      <m:r>
                        <a:rPr lang="en-IN" i="1">
                          <a:latin typeface="Cambria Math" panose="02040503050406030204" pitchFamily="18" charset="0"/>
                        </a:rPr>
                        <m:t>.</m:t>
                      </m:r>
                      <m:r>
                        <a:rPr lang="en-IN" i="1">
                          <a:latin typeface="Cambria Math" panose="02040503050406030204" pitchFamily="18" charset="0"/>
                        </a:rPr>
                        <m:t>0690</m:t>
                      </m:r>
                      <m:r>
                        <a:rPr lang="en-IN" i="1">
                          <a:latin typeface="Cambria Math" panose="02040503050406030204" pitchFamily="18" charset="0"/>
                        </a:rPr>
                        <m:t> </m:t>
                      </m:r>
                      <m:r>
                        <a:rPr lang="en-IN" i="1">
                          <a:latin typeface="Cambria Math" panose="02040503050406030204" pitchFamily="18" charset="0"/>
                        </a:rPr>
                        <m:t>𝑚𝑜𝑙</m:t>
                      </m:r>
                      <m:r>
                        <a:rPr lang="en-IN" i="1">
                          <a:latin typeface="Cambria Math" panose="02040503050406030204" pitchFamily="18" charset="0"/>
                        </a:rPr>
                        <m:t>/</m:t>
                      </m:r>
                      <m:sSup>
                        <m:sSupPr>
                          <m:ctrlPr>
                            <a:rPr lang="en-MY" i="1">
                              <a:latin typeface="Cambria Math" panose="02040503050406030204" pitchFamily="18" charset="0"/>
                            </a:rPr>
                          </m:ctrlPr>
                        </m:sSupPr>
                        <m:e>
                          <m:r>
                            <a:rPr lang="en-IN" i="1">
                              <a:latin typeface="Cambria Math" panose="02040503050406030204" pitchFamily="18" charset="0"/>
                            </a:rPr>
                            <m:t>𝑑𝑚</m:t>
                          </m:r>
                        </m:e>
                        <m:sup>
                          <m:r>
                            <a:rPr lang="en-IN" i="1">
                              <a:latin typeface="Cambria Math" panose="02040503050406030204" pitchFamily="18" charset="0"/>
                            </a:rPr>
                            <m:t>3</m:t>
                          </m:r>
                        </m:sup>
                      </m:sSup>
                    </m:oMath>
                  </m:oMathPara>
                </a14:m>
                <a:endParaRPr lang="en-MY" dirty="0">
                  <a:latin typeface="Calibri" panose="020F0502020204030204" pitchFamily="34" charset="0"/>
                </a:endParaRPr>
              </a:p>
              <a:p>
                <a:pPr marL="400050" lvl="0" indent="-400050">
                  <a:buFont typeface="+mj-lt"/>
                  <a:buAutoNum type="romanUcPeriod" startAt="5"/>
                </a:pPr>
                <a:r>
                  <a:rPr lang="en-IN" dirty="0">
                    <a:latin typeface="Calibri" panose="020F0502020204030204" pitchFamily="34" charset="0"/>
                  </a:rPr>
                  <a:t>Find the concentration of ethanoic acid in 20 cm</a:t>
                </a:r>
                <a:r>
                  <a:rPr lang="en-IN" baseline="30000" dirty="0">
                    <a:latin typeface="Calibri" panose="020F0502020204030204" pitchFamily="34" charset="0"/>
                  </a:rPr>
                  <a:t>3</a:t>
                </a:r>
                <a:r>
                  <a:rPr lang="en-IN" dirty="0">
                    <a:latin typeface="Calibri" panose="020F0502020204030204" pitchFamily="34" charset="0"/>
                  </a:rPr>
                  <a:t> solution,</a:t>
                </a:r>
                <a:endParaRPr lang="en-MY" dirty="0">
                  <a:latin typeface="Calibri" panose="020F0502020204030204" pitchFamily="34" charset="0"/>
                </a:endParaRPr>
              </a:p>
              <a:p>
                <a:pPr marL="452438"/>
                <a:r>
                  <a:rPr lang="en-IN" dirty="0">
                    <a:latin typeface="Calibri" panose="020F0502020204030204" pitchFamily="34" charset="0"/>
                  </a:rPr>
                  <a:t>In the 200 cm</a:t>
                </a:r>
                <a:r>
                  <a:rPr lang="en-IN" baseline="30000" dirty="0">
                    <a:latin typeface="Calibri" panose="020F0502020204030204" pitchFamily="34" charset="0"/>
                  </a:rPr>
                  <a:t>3</a:t>
                </a:r>
                <a:r>
                  <a:rPr lang="en-IN" dirty="0">
                    <a:latin typeface="Calibri" panose="020F0502020204030204" pitchFamily="34" charset="0"/>
                  </a:rPr>
                  <a:t> solution, the concentration is 0.0690 mol/dm</a:t>
                </a:r>
                <a:r>
                  <a:rPr lang="en-IN" baseline="30000" dirty="0">
                    <a:latin typeface="Calibri" panose="020F0502020204030204" pitchFamily="34" charset="0"/>
                  </a:rPr>
                  <a:t>3</a:t>
                </a:r>
                <a:r>
                  <a:rPr lang="en-IN" dirty="0">
                    <a:latin typeface="Calibri" panose="020F0502020204030204" pitchFamily="34" charset="0"/>
                  </a:rPr>
                  <a:t>. Hence, in 20 cm</a:t>
                </a:r>
                <a:r>
                  <a:rPr lang="en-IN" baseline="30000" dirty="0">
                    <a:latin typeface="Calibri" panose="020F0502020204030204" pitchFamily="34" charset="0"/>
                  </a:rPr>
                  <a:t>3</a:t>
                </a:r>
                <a:r>
                  <a:rPr lang="en-IN" dirty="0">
                    <a:latin typeface="Calibri" panose="020F0502020204030204" pitchFamily="34" charset="0"/>
                  </a:rPr>
                  <a:t> solution, the concentration will be 0.0690×10 =0.690 mol/dm</a:t>
                </a:r>
                <a:r>
                  <a:rPr lang="en-IN" baseline="30000" dirty="0">
                    <a:latin typeface="Calibri" panose="020F0502020204030204" pitchFamily="34" charset="0"/>
                  </a:rPr>
                  <a:t>3</a:t>
                </a:r>
                <a:r>
                  <a:rPr lang="en-IN" dirty="0">
                    <a:latin typeface="Calibri" panose="020F0502020204030204" pitchFamily="34" charset="0"/>
                  </a:rPr>
                  <a:t>.</a:t>
                </a:r>
                <a:endParaRPr lang="en-MY" dirty="0">
                  <a:latin typeface="Calibri" panose="020F0502020204030204" pitchFamily="34" charset="0"/>
                </a:endParaRPr>
              </a:p>
              <a:p>
                <a:pPr marL="400050" lvl="0" indent="-400050">
                  <a:buFont typeface="+mj-lt"/>
                  <a:buAutoNum type="romanUcPeriod" startAt="6"/>
                </a:pPr>
                <a:r>
                  <a:rPr lang="en-IN" dirty="0">
                    <a:latin typeface="Calibri" panose="020F0502020204030204" pitchFamily="34" charset="0"/>
                  </a:rPr>
                  <a:t>Find the concentration in g/dm</a:t>
                </a:r>
                <a:r>
                  <a:rPr lang="en-IN" baseline="30000" dirty="0">
                    <a:latin typeface="Calibri" panose="020F0502020204030204" pitchFamily="34" charset="0"/>
                  </a:rPr>
                  <a:t>3</a:t>
                </a:r>
                <a:r>
                  <a:rPr lang="en-IN" dirty="0">
                    <a:latin typeface="Calibri" panose="020F0502020204030204" pitchFamily="34" charset="0"/>
                  </a:rPr>
                  <a:t>,</a:t>
                </a:r>
                <a:endParaRPr lang="en-MY" dirty="0">
                  <a:latin typeface="Calibri" panose="020F0502020204030204" pitchFamily="34" charset="0"/>
                </a:endParaRPr>
              </a:p>
              <a:p>
                <a:pPr marL="452438"/>
                <a:r>
                  <a:rPr lang="en-IN" dirty="0">
                    <a:latin typeface="Calibri" panose="020F0502020204030204" pitchFamily="34" charset="0"/>
                  </a:rPr>
                  <a:t>molar mass of ethanoic acid = (12×2) +(1×4)+ (16×2)= 60 g/</a:t>
                </a:r>
                <a:r>
                  <a:rPr lang="en-IN" dirty="0" err="1">
                    <a:latin typeface="Calibri" panose="020F0502020204030204" pitchFamily="34" charset="0"/>
                  </a:rPr>
                  <a:t>mol</a:t>
                </a:r>
                <a:endParaRPr lang="en-MY" dirty="0">
                  <a:latin typeface="Calibri" panose="020F0502020204030204" pitchFamily="34" charset="0"/>
                </a:endParaRPr>
              </a:p>
              <a:p>
                <a:pPr marL="452438"/>
                <a:r>
                  <a:rPr lang="en-IN" dirty="0">
                    <a:latin typeface="Calibri" panose="020F0502020204030204" pitchFamily="34" charset="0"/>
                  </a:rPr>
                  <a:t>Therefore, the concentration in g/dm</a:t>
                </a:r>
                <a:r>
                  <a:rPr lang="en-IN" baseline="30000" dirty="0">
                    <a:latin typeface="Calibri" panose="020F0502020204030204" pitchFamily="34" charset="0"/>
                  </a:rPr>
                  <a:t>3</a:t>
                </a:r>
                <a:r>
                  <a:rPr lang="en-IN" dirty="0">
                    <a:latin typeface="Calibri" panose="020F0502020204030204" pitchFamily="34" charset="0"/>
                  </a:rPr>
                  <a:t> is,</a:t>
                </a:r>
                <a:endParaRPr lang="en-MY" dirty="0">
                  <a:latin typeface="Calibri" panose="020F0502020204030204" pitchFamily="34" charset="0"/>
                </a:endParaRPr>
              </a:p>
              <a:p>
                <a:pPr marL="452438"/>
                <a:r>
                  <a:rPr lang="en-IN" dirty="0">
                    <a:latin typeface="Calibri" panose="020F0502020204030204" pitchFamily="34" charset="0"/>
                  </a:rPr>
                  <a:t>concentration (g/dm</a:t>
                </a:r>
                <a:r>
                  <a:rPr lang="en-IN" baseline="30000" dirty="0">
                    <a:latin typeface="Calibri" panose="020F0502020204030204" pitchFamily="34" charset="0"/>
                  </a:rPr>
                  <a:t>3</a:t>
                </a:r>
                <a:r>
                  <a:rPr lang="en-IN" dirty="0">
                    <a:latin typeface="Calibri" panose="020F0502020204030204" pitchFamily="34" charset="0"/>
                  </a:rPr>
                  <a:t>)= concentration (</a:t>
                </a:r>
                <a:r>
                  <a:rPr lang="en-IN" dirty="0" err="1">
                    <a:latin typeface="Calibri" panose="020F0502020204030204" pitchFamily="34" charset="0"/>
                  </a:rPr>
                  <a:t>mol</a:t>
                </a:r>
                <a:r>
                  <a:rPr lang="en-IN" dirty="0">
                    <a:latin typeface="Calibri" panose="020F0502020204030204" pitchFamily="34" charset="0"/>
                  </a:rPr>
                  <a:t>/dm</a:t>
                </a:r>
                <a:r>
                  <a:rPr lang="en-IN" baseline="30000" dirty="0">
                    <a:latin typeface="Calibri" panose="020F0502020204030204" pitchFamily="34" charset="0"/>
                  </a:rPr>
                  <a:t>3</a:t>
                </a:r>
                <a:r>
                  <a:rPr lang="en-IN" dirty="0">
                    <a:latin typeface="Calibri" panose="020F0502020204030204" pitchFamily="34" charset="0"/>
                  </a:rPr>
                  <a:t>)× 60 = 0.690×60 =41.4 g/dm</a:t>
                </a:r>
                <a:r>
                  <a:rPr lang="en-IN" baseline="30000" dirty="0">
                    <a:latin typeface="Calibri" panose="020F0502020204030204" pitchFamily="34" charset="0"/>
                  </a:rPr>
                  <a:t>3</a:t>
                </a:r>
                <a:endParaRPr lang="en-MY" dirty="0">
                  <a:latin typeface="Calibri" panose="020F0502020204030204" pitchFamily="34" charset="0"/>
                </a:endParaRPr>
              </a:p>
            </p:txBody>
          </p:sp>
        </mc:Choice>
        <mc:Fallback>
          <p:sp>
            <p:nvSpPr>
              <p:cNvPr id="118" name="Google Shape;118;p26"/>
              <p:cNvSpPr txBox="1">
                <a:spLocks noRot="1" noChangeAspect="1" noMove="1" noResize="1" noEditPoints="1" noAdjustHandles="1" noChangeArrowheads="1" noChangeShapeType="1" noTextEdit="1"/>
              </p:cNvSpPr>
              <p:nvPr/>
            </p:nvSpPr>
            <p:spPr>
              <a:xfrm>
                <a:off x="326571" y="1843167"/>
                <a:ext cx="8519974" cy="3213575"/>
              </a:xfrm>
              <a:prstGeom prst="rect">
                <a:avLst/>
              </a:prstGeom>
              <a:blipFill>
                <a:blip r:embed="rId3"/>
                <a:stretch>
                  <a:fillRect l="-286" b="-758"/>
                </a:stretch>
              </a:blipFill>
              <a:ln>
                <a:noFill/>
              </a:ln>
            </p:spPr>
            <p:txBody>
              <a:bodyPr/>
              <a:lstStyle/>
              <a:p>
                <a:r>
                  <a:rPr lang="en-GB">
                    <a:noFill/>
                  </a:rPr>
                  <a:t> </a:t>
                </a:r>
              </a:p>
            </p:txBody>
          </p:sp>
        </mc:Fallback>
      </mc:AlternateContent>
    </p:spTree>
    <p:extLst>
      <p:ext uri="{BB962C8B-B14F-4D97-AF65-F5344CB8AC3E}">
        <p14:creationId xmlns:p14="http://schemas.microsoft.com/office/powerpoint/2010/main" val="352234959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116"/>
        <p:cNvGrpSpPr/>
        <p:nvPr/>
      </p:nvGrpSpPr>
      <p:grpSpPr>
        <a:xfrm>
          <a:off x="0" y="0"/>
          <a:ext cx="0" cy="0"/>
          <a:chOff x="0" y="0"/>
          <a:chExt cx="0" cy="0"/>
        </a:xfrm>
      </p:grpSpPr>
      <p:sp>
        <p:nvSpPr>
          <p:cNvPr id="117" name="Google Shape;117;p26"/>
          <p:cNvSpPr txBox="1">
            <a:spLocks noGrp="1"/>
          </p:cNvSpPr>
          <p:nvPr>
            <p:ph type="title"/>
          </p:nvPr>
        </p:nvSpPr>
        <p:spPr>
          <a:xfrm>
            <a:off x="933024" y="592925"/>
            <a:ext cx="7448975" cy="767700"/>
          </a:xfrm>
          <a:prstGeom prst="rect">
            <a:avLst/>
          </a:prstGeom>
        </p:spPr>
        <p:txBody>
          <a:bodyPr spcFirstLastPara="1" wrap="square" lIns="91425" tIns="91425" rIns="91425" bIns="91425" anchor="b" anchorCtr="0">
            <a:noAutofit/>
          </a:bodyPr>
          <a:lstStyle/>
          <a:p>
            <a:pPr marL="114300">
              <a:buSzPts val="1800"/>
            </a:pPr>
            <a:r>
              <a:rPr lang="en-IN" dirty="0">
                <a:latin typeface="Calibri" panose="020F0502020204030204" pitchFamily="34" charset="0"/>
              </a:rPr>
              <a:t>Identifying the Limiting &amp; Excess Reagent</a:t>
            </a:r>
            <a:endParaRPr lang="en-MY" dirty="0">
              <a:latin typeface="Calibri" panose="020F0502020204030204" pitchFamily="34" charset="0"/>
            </a:endParaRPr>
          </a:p>
        </p:txBody>
      </p:sp>
      <p:sp>
        <p:nvSpPr>
          <p:cNvPr id="118" name="Google Shape;118;p26"/>
          <p:cNvSpPr txBox="1"/>
          <p:nvPr/>
        </p:nvSpPr>
        <p:spPr>
          <a:xfrm>
            <a:off x="412920" y="2061951"/>
            <a:ext cx="8133202" cy="2916449"/>
          </a:xfrm>
          <a:prstGeom prst="rect">
            <a:avLst/>
          </a:prstGeom>
          <a:noFill/>
          <a:ln>
            <a:noFill/>
          </a:ln>
        </p:spPr>
        <p:txBody>
          <a:bodyPr spcFirstLastPara="1" wrap="square" lIns="91425" tIns="91425" rIns="91425" bIns="91425" anchor="t" anchorCtr="0">
            <a:noAutofit/>
          </a:bodyPr>
          <a:lstStyle/>
          <a:p>
            <a:pPr marL="285750" indent="-285750">
              <a:lnSpc>
                <a:spcPct val="113000"/>
              </a:lnSpc>
              <a:spcBef>
                <a:spcPts val="600"/>
              </a:spcBef>
              <a:buFont typeface="Arial" panose="020B0604020202020204" pitchFamily="34" charset="0"/>
              <a:buChar char="•"/>
            </a:pPr>
            <a:r>
              <a:rPr lang="en-IN" sz="1600" dirty="0">
                <a:latin typeface="Calibri" panose="020F0502020204030204" pitchFamily="34" charset="0"/>
              </a:rPr>
              <a:t>The reactant that is completely used up in a reaction is called limiting reagent. The reactant that does not get used up completely in a reaction is called excess reagent.</a:t>
            </a:r>
            <a:endParaRPr lang="en-IN" sz="1600" b="1" dirty="0">
              <a:latin typeface="Calibri" panose="020F0502020204030204" pitchFamily="34" charset="0"/>
            </a:endParaRPr>
          </a:p>
          <a:p>
            <a:pPr>
              <a:lnSpc>
                <a:spcPct val="113000"/>
              </a:lnSpc>
              <a:spcBef>
                <a:spcPts val="600"/>
              </a:spcBef>
            </a:pPr>
            <a:r>
              <a:rPr lang="en-IN" sz="1600" b="1" dirty="0">
                <a:latin typeface="Calibri" panose="020F0502020204030204" pitchFamily="34" charset="0"/>
              </a:rPr>
              <a:t>Example 15:</a:t>
            </a:r>
            <a:r>
              <a:rPr lang="en-IN" sz="1600" dirty="0">
                <a:latin typeface="Calibri" panose="020F0502020204030204" pitchFamily="34" charset="0"/>
              </a:rPr>
              <a:t> Calculate the maximum mass of copper that can be produced by reacting 90 g of CuCl</a:t>
            </a:r>
            <a:r>
              <a:rPr lang="en-IN" sz="1600" baseline="-25000" dirty="0">
                <a:latin typeface="Calibri" panose="020F0502020204030204" pitchFamily="34" charset="0"/>
              </a:rPr>
              <a:t>2</a:t>
            </a:r>
            <a:r>
              <a:rPr lang="en-IN" sz="1600" dirty="0">
                <a:latin typeface="Calibri" panose="020F0502020204030204" pitchFamily="34" charset="0"/>
              </a:rPr>
              <a:t> with 40 g of Al?</a:t>
            </a:r>
            <a:endParaRPr lang="en-IN" sz="1600" b="1" dirty="0">
              <a:latin typeface="Calibri" panose="020F0502020204030204" pitchFamily="34" charset="0"/>
            </a:endParaRPr>
          </a:p>
          <a:p>
            <a:pPr>
              <a:lnSpc>
                <a:spcPct val="113000"/>
              </a:lnSpc>
              <a:spcBef>
                <a:spcPts val="600"/>
              </a:spcBef>
            </a:pPr>
            <a:r>
              <a:rPr lang="en-IN" sz="1600" b="1" dirty="0">
                <a:latin typeface="Calibri" panose="020F0502020204030204" pitchFamily="34" charset="0"/>
              </a:rPr>
              <a:t>Solution: </a:t>
            </a:r>
            <a:endParaRPr lang="en-MY" sz="1600" dirty="0">
              <a:latin typeface="Calibri" panose="020F0502020204030204" pitchFamily="34" charset="0"/>
            </a:endParaRPr>
          </a:p>
          <a:p>
            <a:pPr lvl="0">
              <a:lnSpc>
                <a:spcPct val="113000"/>
              </a:lnSpc>
              <a:spcBef>
                <a:spcPts val="600"/>
              </a:spcBef>
            </a:pPr>
            <a:r>
              <a:rPr lang="en-IN" sz="1600" dirty="0">
                <a:latin typeface="Calibri" panose="020F0502020204030204" pitchFamily="34" charset="0"/>
              </a:rPr>
              <a:t>Writing the balanced equation,</a:t>
            </a:r>
            <a:endParaRPr lang="en-MY" sz="1600" dirty="0">
              <a:latin typeface="Calibri" panose="020F0502020204030204" pitchFamily="34" charset="0"/>
            </a:endParaRPr>
          </a:p>
          <a:p>
            <a:pPr>
              <a:lnSpc>
                <a:spcPct val="113000"/>
              </a:lnSpc>
              <a:spcBef>
                <a:spcPts val="600"/>
              </a:spcBef>
            </a:pPr>
            <a:r>
              <a:rPr lang="en-IN" sz="1600" dirty="0">
                <a:latin typeface="Calibri" panose="020F0502020204030204" pitchFamily="34" charset="0"/>
              </a:rPr>
              <a:t>2Al+3CuCl</a:t>
            </a:r>
            <a:r>
              <a:rPr lang="en-IN" sz="1600" baseline="-25000" dirty="0">
                <a:latin typeface="Calibri" panose="020F0502020204030204" pitchFamily="34" charset="0"/>
              </a:rPr>
              <a:t>2 </a:t>
            </a:r>
            <a:r>
              <a:rPr lang="en-IN" sz="1600" dirty="0">
                <a:latin typeface="Calibri" panose="020F0502020204030204" pitchFamily="34" charset="0"/>
              </a:rPr>
              <a:t>→ 3Cu+2AlCl</a:t>
            </a:r>
            <a:r>
              <a:rPr lang="en-IN" sz="1600" baseline="-25000" dirty="0">
                <a:latin typeface="Calibri" panose="020F0502020204030204" pitchFamily="34" charset="0"/>
              </a:rPr>
              <a:t>3</a:t>
            </a:r>
            <a:endParaRPr lang="en-MY" sz="1600" dirty="0">
              <a:latin typeface="Calibri" panose="020F0502020204030204" pitchFamily="34" charset="0"/>
            </a:endParaRPr>
          </a:p>
          <a:p>
            <a:pPr lvl="0">
              <a:lnSpc>
                <a:spcPct val="113000"/>
              </a:lnSpc>
              <a:spcBef>
                <a:spcPts val="600"/>
              </a:spcBef>
            </a:pPr>
            <a:r>
              <a:rPr lang="en-IN" sz="1600" dirty="0">
                <a:latin typeface="Calibri" panose="020F0502020204030204" pitchFamily="34" charset="0"/>
              </a:rPr>
              <a:t>Calculating the number of moles of CuCl</a:t>
            </a:r>
            <a:r>
              <a:rPr lang="en-IN" sz="1600" baseline="-25000" dirty="0">
                <a:latin typeface="Calibri" panose="020F0502020204030204" pitchFamily="34" charset="0"/>
              </a:rPr>
              <a:t>2</a:t>
            </a:r>
            <a:r>
              <a:rPr lang="en-IN" sz="1600" dirty="0">
                <a:latin typeface="Calibri" panose="020F0502020204030204" pitchFamily="34" charset="0"/>
              </a:rPr>
              <a:t> and Al:</a:t>
            </a:r>
            <a:endParaRPr lang="en-MY" sz="1600" dirty="0">
              <a:latin typeface="Calibri" panose="020F0502020204030204" pitchFamily="34" charset="0"/>
            </a:endParaRPr>
          </a:p>
        </p:txBody>
      </p:sp>
      <mc:AlternateContent xmlns:mc="http://schemas.openxmlformats.org/markup-compatibility/2006">
        <mc:Choice xmlns:a14="http://schemas.microsoft.com/office/drawing/2010/main" Requires="a14">
          <p:sp>
            <p:nvSpPr>
              <p:cNvPr id="4" name="Google Shape;118;p26">
                <a:extLst>
                  <a:ext uri="{FF2B5EF4-FFF2-40B4-BE49-F238E27FC236}">
                    <a16:creationId xmlns:a16="http://schemas.microsoft.com/office/drawing/2014/main" id="{C356C9CA-D515-4BA1-8E9C-B1315C009A90}"/>
                  </a:ext>
                </a:extLst>
              </p:cNvPr>
              <p:cNvSpPr txBox="1"/>
              <p:nvPr/>
            </p:nvSpPr>
            <p:spPr>
              <a:xfrm>
                <a:off x="4572000" y="3226708"/>
                <a:ext cx="4360985" cy="1751692"/>
              </a:xfrm>
              <a:prstGeom prst="rect">
                <a:avLst/>
              </a:prstGeom>
              <a:noFill/>
              <a:ln>
                <a:noFill/>
              </a:ln>
            </p:spPr>
            <p:txBody>
              <a:bodyPr spcFirstLastPara="1" wrap="square" lIns="91425" tIns="91425" rIns="91425" bIns="91425" anchor="t" anchorCtr="0">
                <a:noAutofit/>
              </a:bodyPr>
              <a:lstStyle/>
              <a:p>
                <a:r>
                  <a:rPr lang="en-IN" dirty="0">
                    <a:latin typeface="Calibri" panose="020F0502020204030204" pitchFamily="34" charset="0"/>
                  </a:rPr>
                  <a:t>For CuCl</a:t>
                </a:r>
                <a:r>
                  <a:rPr lang="en-IN" baseline="-25000" dirty="0">
                    <a:latin typeface="Calibri" panose="020F0502020204030204" pitchFamily="34" charset="0"/>
                  </a:rPr>
                  <a:t>2</a:t>
                </a:r>
                <a:r>
                  <a:rPr lang="en-IN" dirty="0">
                    <a:latin typeface="Calibri" panose="020F0502020204030204" pitchFamily="34" charset="0"/>
                  </a:rPr>
                  <a:t>,</a:t>
                </a:r>
                <a:endParaRPr lang="en-MY" dirty="0">
                  <a:latin typeface="Calibri" panose="020F0502020204030204" pitchFamily="34" charset="0"/>
                </a:endParaRPr>
              </a:p>
              <a:p>
                <a:pPr/>
                <a14:m>
                  <m:oMathPara xmlns:m="http://schemas.openxmlformats.org/officeDocument/2006/math">
                    <m:oMathParaPr>
                      <m:jc m:val="centerGroup"/>
                    </m:oMathParaPr>
                    <m:oMath xmlns:m="http://schemas.openxmlformats.org/officeDocument/2006/math">
                      <m:r>
                        <a:rPr lang="en-IN" i="1">
                          <a:latin typeface="Cambria Math" panose="02040503050406030204" pitchFamily="18" charset="0"/>
                        </a:rPr>
                        <m:t>𝑛𝑢𝑚𝑏𝑒𝑟</m:t>
                      </m:r>
                      <m:r>
                        <a:rPr lang="en-IN" i="1">
                          <a:latin typeface="Cambria Math" panose="02040503050406030204" pitchFamily="18" charset="0"/>
                        </a:rPr>
                        <m:t> </m:t>
                      </m:r>
                      <m:r>
                        <a:rPr lang="en-IN" i="1">
                          <a:latin typeface="Cambria Math" panose="02040503050406030204" pitchFamily="18" charset="0"/>
                        </a:rPr>
                        <m:t>𝑜𝑓</m:t>
                      </m:r>
                      <m:r>
                        <a:rPr lang="en-IN" i="1">
                          <a:latin typeface="Cambria Math" panose="02040503050406030204" pitchFamily="18" charset="0"/>
                        </a:rPr>
                        <m:t> </m:t>
                      </m:r>
                      <m:r>
                        <a:rPr lang="en-IN" i="1">
                          <a:latin typeface="Cambria Math" panose="02040503050406030204" pitchFamily="18" charset="0"/>
                        </a:rPr>
                        <m:t>𝑚𝑜𝑙𝑒𝑠</m:t>
                      </m:r>
                      <m:r>
                        <a:rPr lang="en-IN" i="1">
                          <a:latin typeface="Cambria Math" panose="02040503050406030204" pitchFamily="18" charset="0"/>
                        </a:rPr>
                        <m:t>=</m:t>
                      </m:r>
                      <m:f>
                        <m:fPr>
                          <m:ctrlPr>
                            <a:rPr lang="en-MY" i="1">
                              <a:latin typeface="Cambria Math" panose="02040503050406030204" pitchFamily="18" charset="0"/>
                            </a:rPr>
                          </m:ctrlPr>
                        </m:fPr>
                        <m:num>
                          <m:r>
                            <a:rPr lang="en-IN" i="1">
                              <a:latin typeface="Cambria Math" panose="02040503050406030204" pitchFamily="18" charset="0"/>
                            </a:rPr>
                            <m:t>𝑚𝑎𝑠𝑠</m:t>
                          </m:r>
                        </m:num>
                        <m:den>
                          <m:r>
                            <a:rPr lang="en-IN" i="1">
                              <a:latin typeface="Cambria Math" panose="02040503050406030204" pitchFamily="18" charset="0"/>
                            </a:rPr>
                            <m:t>𝑚𝑜𝑙𝑎𝑟</m:t>
                          </m:r>
                          <m:r>
                            <a:rPr lang="en-IN" i="1">
                              <a:latin typeface="Cambria Math" panose="02040503050406030204" pitchFamily="18" charset="0"/>
                            </a:rPr>
                            <m:t> </m:t>
                          </m:r>
                          <m:r>
                            <a:rPr lang="en-IN" i="1">
                              <a:latin typeface="Cambria Math" panose="02040503050406030204" pitchFamily="18" charset="0"/>
                            </a:rPr>
                            <m:t>𝑚𝑎𝑠𝑠</m:t>
                          </m:r>
                        </m:den>
                      </m:f>
                    </m:oMath>
                  </m:oMathPara>
                </a14:m>
                <a:endParaRPr lang="en-MY" dirty="0">
                  <a:latin typeface="Calibri" panose="020F0502020204030204" pitchFamily="34" charset="0"/>
                </a:endParaRPr>
              </a:p>
              <a:p>
                <a:pPr/>
                <a14:m>
                  <m:oMathPara xmlns:m="http://schemas.openxmlformats.org/officeDocument/2006/math">
                    <m:oMathParaPr>
                      <m:jc m:val="centerGroup"/>
                    </m:oMathParaPr>
                    <m:oMath xmlns:m="http://schemas.openxmlformats.org/officeDocument/2006/math">
                      <m:r>
                        <a:rPr lang="en-IN" i="1">
                          <a:latin typeface="Cambria Math" panose="02040503050406030204" pitchFamily="18" charset="0"/>
                        </a:rPr>
                        <m:t>𝑛𝑢𝑚𝑏𝑒𝑟</m:t>
                      </m:r>
                      <m:r>
                        <a:rPr lang="en-IN" i="1">
                          <a:latin typeface="Cambria Math" panose="02040503050406030204" pitchFamily="18" charset="0"/>
                        </a:rPr>
                        <m:t> </m:t>
                      </m:r>
                      <m:r>
                        <a:rPr lang="en-IN" i="1">
                          <a:latin typeface="Cambria Math" panose="02040503050406030204" pitchFamily="18" charset="0"/>
                        </a:rPr>
                        <m:t>𝑜𝑓</m:t>
                      </m:r>
                      <m:r>
                        <a:rPr lang="en-IN" i="1">
                          <a:latin typeface="Cambria Math" panose="02040503050406030204" pitchFamily="18" charset="0"/>
                        </a:rPr>
                        <m:t> </m:t>
                      </m:r>
                      <m:r>
                        <a:rPr lang="en-IN" i="1">
                          <a:latin typeface="Cambria Math" panose="02040503050406030204" pitchFamily="18" charset="0"/>
                        </a:rPr>
                        <m:t>𝑚𝑜𝑙𝑒𝑠</m:t>
                      </m:r>
                      <m:r>
                        <a:rPr lang="en-IN" i="1">
                          <a:latin typeface="Cambria Math" panose="02040503050406030204" pitchFamily="18" charset="0"/>
                        </a:rPr>
                        <m:t>=</m:t>
                      </m:r>
                      <m:f>
                        <m:fPr>
                          <m:ctrlPr>
                            <a:rPr lang="en-MY" i="1">
                              <a:latin typeface="Cambria Math" panose="02040503050406030204" pitchFamily="18" charset="0"/>
                            </a:rPr>
                          </m:ctrlPr>
                        </m:fPr>
                        <m:num>
                          <m:r>
                            <a:rPr lang="en-IN" i="1">
                              <a:latin typeface="Cambria Math" panose="02040503050406030204" pitchFamily="18" charset="0"/>
                            </a:rPr>
                            <m:t>90</m:t>
                          </m:r>
                        </m:num>
                        <m:den>
                          <m:r>
                            <a:rPr lang="en-IN" i="1">
                              <a:latin typeface="Cambria Math" panose="02040503050406030204" pitchFamily="18" charset="0"/>
                            </a:rPr>
                            <m:t>134</m:t>
                          </m:r>
                          <m:r>
                            <a:rPr lang="en-IN" i="1">
                              <a:latin typeface="Cambria Math" panose="02040503050406030204" pitchFamily="18" charset="0"/>
                            </a:rPr>
                            <m:t>.</m:t>
                          </m:r>
                          <m:r>
                            <a:rPr lang="en-IN" i="1">
                              <a:latin typeface="Cambria Math" panose="02040503050406030204" pitchFamily="18" charset="0"/>
                            </a:rPr>
                            <m:t>45</m:t>
                          </m:r>
                        </m:den>
                      </m:f>
                      <m:r>
                        <a:rPr lang="en-IN" i="1">
                          <a:latin typeface="Cambria Math" panose="02040503050406030204" pitchFamily="18" charset="0"/>
                        </a:rPr>
                        <m:t>=</m:t>
                      </m:r>
                      <m:r>
                        <a:rPr lang="en-IN" i="1">
                          <a:latin typeface="Cambria Math" panose="02040503050406030204" pitchFamily="18" charset="0"/>
                        </a:rPr>
                        <m:t>0</m:t>
                      </m:r>
                      <m:r>
                        <a:rPr lang="en-IN" i="1">
                          <a:latin typeface="Cambria Math" panose="02040503050406030204" pitchFamily="18" charset="0"/>
                        </a:rPr>
                        <m:t>.</m:t>
                      </m:r>
                      <m:r>
                        <a:rPr lang="en-IN" i="1">
                          <a:latin typeface="Cambria Math" panose="02040503050406030204" pitchFamily="18" charset="0"/>
                        </a:rPr>
                        <m:t>669</m:t>
                      </m:r>
                      <m:r>
                        <a:rPr lang="en-IN" i="1">
                          <a:latin typeface="Cambria Math" panose="02040503050406030204" pitchFamily="18" charset="0"/>
                        </a:rPr>
                        <m:t> </m:t>
                      </m:r>
                      <m:r>
                        <a:rPr lang="en-IN" i="1">
                          <a:latin typeface="Cambria Math" panose="02040503050406030204" pitchFamily="18" charset="0"/>
                        </a:rPr>
                        <m:t>𝑚𝑜𝑙</m:t>
                      </m:r>
                    </m:oMath>
                  </m:oMathPara>
                </a14:m>
                <a:endParaRPr lang="en-MY" dirty="0">
                  <a:latin typeface="Calibri" panose="020F0502020204030204" pitchFamily="34" charset="0"/>
                </a:endParaRPr>
              </a:p>
              <a:p>
                <a:r>
                  <a:rPr lang="en-IN" dirty="0">
                    <a:latin typeface="Calibri" panose="020F0502020204030204" pitchFamily="34" charset="0"/>
                  </a:rPr>
                  <a:t>For Al,</a:t>
                </a:r>
                <a:endParaRPr lang="en-MY" dirty="0">
                  <a:latin typeface="Calibri" panose="020F0502020204030204" pitchFamily="34" charset="0"/>
                </a:endParaRPr>
              </a:p>
              <a:p>
                <a:pPr/>
                <a14:m>
                  <m:oMathPara xmlns:m="http://schemas.openxmlformats.org/officeDocument/2006/math">
                    <m:oMathParaPr>
                      <m:jc m:val="centerGroup"/>
                    </m:oMathParaPr>
                    <m:oMath xmlns:m="http://schemas.openxmlformats.org/officeDocument/2006/math">
                      <m:r>
                        <a:rPr lang="en-IN" i="1">
                          <a:latin typeface="Cambria Math" panose="02040503050406030204" pitchFamily="18" charset="0"/>
                        </a:rPr>
                        <m:t>𝑛𝑢𝑚𝑏𝑒𝑟</m:t>
                      </m:r>
                      <m:r>
                        <a:rPr lang="en-IN" i="1">
                          <a:latin typeface="Cambria Math" panose="02040503050406030204" pitchFamily="18" charset="0"/>
                        </a:rPr>
                        <m:t> </m:t>
                      </m:r>
                      <m:r>
                        <a:rPr lang="en-IN" i="1">
                          <a:latin typeface="Cambria Math" panose="02040503050406030204" pitchFamily="18" charset="0"/>
                        </a:rPr>
                        <m:t>𝑜𝑓</m:t>
                      </m:r>
                      <m:r>
                        <a:rPr lang="en-IN" i="1">
                          <a:latin typeface="Cambria Math" panose="02040503050406030204" pitchFamily="18" charset="0"/>
                        </a:rPr>
                        <m:t> </m:t>
                      </m:r>
                      <m:r>
                        <a:rPr lang="en-IN" i="1">
                          <a:latin typeface="Cambria Math" panose="02040503050406030204" pitchFamily="18" charset="0"/>
                        </a:rPr>
                        <m:t>𝑚𝑜𝑙𝑒𝑠</m:t>
                      </m:r>
                      <m:r>
                        <a:rPr lang="en-IN" i="1">
                          <a:latin typeface="Cambria Math" panose="02040503050406030204" pitchFamily="18" charset="0"/>
                        </a:rPr>
                        <m:t>=</m:t>
                      </m:r>
                      <m:f>
                        <m:fPr>
                          <m:ctrlPr>
                            <a:rPr lang="en-MY" i="1">
                              <a:latin typeface="Cambria Math" panose="02040503050406030204" pitchFamily="18" charset="0"/>
                            </a:rPr>
                          </m:ctrlPr>
                        </m:fPr>
                        <m:num>
                          <m:r>
                            <a:rPr lang="en-IN" i="1">
                              <a:latin typeface="Cambria Math" panose="02040503050406030204" pitchFamily="18" charset="0"/>
                            </a:rPr>
                            <m:t>40</m:t>
                          </m:r>
                        </m:num>
                        <m:den>
                          <m:r>
                            <a:rPr lang="en-IN" i="1">
                              <a:latin typeface="Cambria Math" panose="02040503050406030204" pitchFamily="18" charset="0"/>
                            </a:rPr>
                            <m:t>26</m:t>
                          </m:r>
                          <m:r>
                            <a:rPr lang="en-IN" i="1">
                              <a:latin typeface="Cambria Math" panose="02040503050406030204" pitchFamily="18" charset="0"/>
                            </a:rPr>
                            <m:t>.</m:t>
                          </m:r>
                          <m:r>
                            <a:rPr lang="en-IN" i="1">
                              <a:latin typeface="Cambria Math" panose="02040503050406030204" pitchFamily="18" charset="0"/>
                            </a:rPr>
                            <m:t>98</m:t>
                          </m:r>
                        </m:den>
                      </m:f>
                      <m:r>
                        <a:rPr lang="en-IN" i="1">
                          <a:latin typeface="Cambria Math" panose="02040503050406030204" pitchFamily="18" charset="0"/>
                        </a:rPr>
                        <m:t>=</m:t>
                      </m:r>
                      <m:r>
                        <a:rPr lang="en-IN" i="1">
                          <a:latin typeface="Cambria Math" panose="02040503050406030204" pitchFamily="18" charset="0"/>
                        </a:rPr>
                        <m:t>1</m:t>
                      </m:r>
                      <m:r>
                        <a:rPr lang="en-IN" i="1">
                          <a:latin typeface="Cambria Math" panose="02040503050406030204" pitchFamily="18" charset="0"/>
                        </a:rPr>
                        <m:t>.</m:t>
                      </m:r>
                      <m:r>
                        <a:rPr lang="en-IN" i="1">
                          <a:latin typeface="Cambria Math" panose="02040503050406030204" pitchFamily="18" charset="0"/>
                        </a:rPr>
                        <m:t>48</m:t>
                      </m:r>
                      <m:r>
                        <a:rPr lang="en-IN" i="1">
                          <a:latin typeface="Cambria Math" panose="02040503050406030204" pitchFamily="18" charset="0"/>
                        </a:rPr>
                        <m:t> </m:t>
                      </m:r>
                      <m:r>
                        <a:rPr lang="en-IN" i="1">
                          <a:latin typeface="Cambria Math" panose="02040503050406030204" pitchFamily="18" charset="0"/>
                        </a:rPr>
                        <m:t>𝑚𝑜𝑙</m:t>
                      </m:r>
                    </m:oMath>
                  </m:oMathPara>
                </a14:m>
                <a:endParaRPr lang="en-MY" dirty="0">
                  <a:latin typeface="Calibri" panose="020F0502020204030204" pitchFamily="34" charset="0"/>
                </a:endParaRPr>
              </a:p>
            </p:txBody>
          </p:sp>
        </mc:Choice>
        <mc:Fallback>
          <p:sp>
            <p:nvSpPr>
              <p:cNvPr id="4" name="Google Shape;118;p26">
                <a:extLst>
                  <a:ext uri="{FF2B5EF4-FFF2-40B4-BE49-F238E27FC236}">
                    <a16:creationId xmlns:a16="http://schemas.microsoft.com/office/drawing/2014/main" id="{C356C9CA-D515-4BA1-8E9C-B1315C009A90}"/>
                  </a:ext>
                </a:extLst>
              </p:cNvPr>
              <p:cNvSpPr txBox="1">
                <a:spLocks noRot="1" noChangeAspect="1" noMove="1" noResize="1" noEditPoints="1" noAdjustHandles="1" noChangeArrowheads="1" noChangeShapeType="1" noTextEdit="1"/>
              </p:cNvSpPr>
              <p:nvPr/>
            </p:nvSpPr>
            <p:spPr>
              <a:xfrm>
                <a:off x="4572000" y="3226708"/>
                <a:ext cx="4360985" cy="1751692"/>
              </a:xfrm>
              <a:prstGeom prst="rect">
                <a:avLst/>
              </a:prstGeom>
              <a:blipFill>
                <a:blip r:embed="rId3"/>
                <a:stretch>
                  <a:fillRect l="-420"/>
                </a:stretch>
              </a:blipFill>
              <a:ln>
                <a:noFill/>
              </a:ln>
            </p:spPr>
            <p:txBody>
              <a:bodyPr/>
              <a:lstStyle/>
              <a:p>
                <a:r>
                  <a:rPr lang="en-GB">
                    <a:noFill/>
                  </a:rPr>
                  <a:t> </a:t>
                </a:r>
              </a:p>
            </p:txBody>
          </p:sp>
        </mc:Fallback>
      </mc:AlternateContent>
    </p:spTree>
    <p:extLst>
      <p:ext uri="{BB962C8B-B14F-4D97-AF65-F5344CB8AC3E}">
        <p14:creationId xmlns:p14="http://schemas.microsoft.com/office/powerpoint/2010/main" val="145722840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116"/>
        <p:cNvGrpSpPr/>
        <p:nvPr/>
      </p:nvGrpSpPr>
      <p:grpSpPr>
        <a:xfrm>
          <a:off x="0" y="0"/>
          <a:ext cx="0" cy="0"/>
          <a:chOff x="0" y="0"/>
          <a:chExt cx="0" cy="0"/>
        </a:xfrm>
      </p:grpSpPr>
      <p:sp>
        <p:nvSpPr>
          <p:cNvPr id="117" name="Google Shape;117;p26"/>
          <p:cNvSpPr txBox="1">
            <a:spLocks noGrp="1"/>
          </p:cNvSpPr>
          <p:nvPr>
            <p:ph type="title"/>
          </p:nvPr>
        </p:nvSpPr>
        <p:spPr>
          <a:xfrm>
            <a:off x="933024" y="592925"/>
            <a:ext cx="7448975" cy="767700"/>
          </a:xfrm>
          <a:prstGeom prst="rect">
            <a:avLst/>
          </a:prstGeom>
        </p:spPr>
        <p:txBody>
          <a:bodyPr spcFirstLastPara="1" wrap="square" lIns="91425" tIns="91425" rIns="91425" bIns="91425" anchor="b" anchorCtr="0">
            <a:noAutofit/>
          </a:bodyPr>
          <a:lstStyle/>
          <a:p>
            <a:pPr marL="114300">
              <a:buSzPts val="1800"/>
            </a:pPr>
            <a:r>
              <a:rPr lang="en-IN" dirty="0">
                <a:latin typeface="Calibri" panose="020F0502020204030204" pitchFamily="34" charset="0"/>
              </a:rPr>
              <a:t>Identifying the Limiting &amp; Excess Reagent</a:t>
            </a:r>
            <a:endParaRPr lang="en-MY" dirty="0">
              <a:latin typeface="Calibri" panose="020F0502020204030204" pitchFamily="34" charset="0"/>
            </a:endParaRPr>
          </a:p>
        </p:txBody>
      </p:sp>
      <mc:AlternateContent xmlns:mc="http://schemas.openxmlformats.org/markup-compatibility/2006" xmlns:a14="http://schemas.microsoft.com/office/drawing/2010/main">
        <mc:Choice Requires="a14">
          <p:sp>
            <p:nvSpPr>
              <p:cNvPr id="118" name="Google Shape;118;p26"/>
              <p:cNvSpPr txBox="1"/>
              <p:nvPr/>
            </p:nvSpPr>
            <p:spPr>
              <a:xfrm>
                <a:off x="446783" y="1877498"/>
                <a:ext cx="8250434" cy="3163426"/>
              </a:xfrm>
              <a:prstGeom prst="rect">
                <a:avLst/>
              </a:prstGeom>
              <a:noFill/>
              <a:ln>
                <a:noFill/>
              </a:ln>
            </p:spPr>
            <p:txBody>
              <a:bodyPr spcFirstLastPara="1" wrap="square" lIns="91425" tIns="91425" rIns="91425" bIns="91425" anchor="t" anchorCtr="0">
                <a:noAutofit/>
              </a:bodyPr>
              <a:lstStyle/>
              <a:p>
                <a:pPr marL="400050" lvl="0" indent="-400050">
                  <a:buFont typeface="+mj-lt"/>
                  <a:buAutoNum type="romanUcPeriod"/>
                </a:pPr>
                <a:r>
                  <a:rPr lang="en-IN" sz="1600" dirty="0">
                    <a:latin typeface="Calibri" panose="020F0502020204030204" pitchFamily="34" charset="0"/>
                  </a:rPr>
                  <a:t>Finding which of the reactants are in excess</a:t>
                </a:r>
                <a:endParaRPr lang="en-MY" sz="1600" dirty="0">
                  <a:latin typeface="Calibri" panose="020F0502020204030204" pitchFamily="34" charset="0"/>
                </a:endParaRPr>
              </a:p>
              <a:p>
                <a:r>
                  <a:rPr lang="en-IN" sz="1600" dirty="0">
                    <a:latin typeface="Calibri" panose="020F0502020204030204" pitchFamily="34" charset="0"/>
                  </a:rPr>
                  <a:t>	From the balanced chemical equation, 2 </a:t>
                </a:r>
                <a:r>
                  <a:rPr lang="en-IN" sz="1600" dirty="0" err="1">
                    <a:latin typeface="Calibri" panose="020F0502020204030204" pitchFamily="34" charset="0"/>
                  </a:rPr>
                  <a:t>mol</a:t>
                </a:r>
                <a:r>
                  <a:rPr lang="en-IN" sz="1600" dirty="0">
                    <a:latin typeface="Calibri" panose="020F0502020204030204" pitchFamily="34" charset="0"/>
                  </a:rPr>
                  <a:t> of Al reacts with 3 </a:t>
                </a:r>
                <a:r>
                  <a:rPr lang="en-IN" sz="1600" dirty="0" err="1">
                    <a:latin typeface="Calibri" panose="020F0502020204030204" pitchFamily="34" charset="0"/>
                  </a:rPr>
                  <a:t>mol</a:t>
                </a:r>
                <a:r>
                  <a:rPr lang="en-IN" sz="1600" dirty="0">
                    <a:latin typeface="Calibri" panose="020F0502020204030204" pitchFamily="34" charset="0"/>
                  </a:rPr>
                  <a:t> of CuCl</a:t>
                </a:r>
                <a:r>
                  <a:rPr lang="en-IN" sz="1600" baseline="-25000" dirty="0">
                    <a:latin typeface="Calibri" panose="020F0502020204030204" pitchFamily="34" charset="0"/>
                  </a:rPr>
                  <a:t>2</a:t>
                </a:r>
                <a:r>
                  <a:rPr lang="en-IN" sz="1600" dirty="0">
                    <a:latin typeface="Calibri" panose="020F0502020204030204" pitchFamily="34" charset="0"/>
                  </a:rPr>
                  <a:t>. 	Therefore, 0.669 </a:t>
                </a:r>
                <a:r>
                  <a:rPr lang="en-IN" sz="1600" dirty="0" err="1">
                    <a:latin typeface="Calibri" panose="020F0502020204030204" pitchFamily="34" charset="0"/>
                  </a:rPr>
                  <a:t>mol</a:t>
                </a:r>
                <a:r>
                  <a:rPr lang="en-IN" sz="1600" dirty="0">
                    <a:latin typeface="Calibri" panose="020F0502020204030204" pitchFamily="34" charset="0"/>
                  </a:rPr>
                  <a:t> of CuCl</a:t>
                </a:r>
                <a:r>
                  <a:rPr lang="en-IN" sz="1600" baseline="-25000" dirty="0">
                    <a:latin typeface="Calibri" panose="020F0502020204030204" pitchFamily="34" charset="0"/>
                  </a:rPr>
                  <a:t>2</a:t>
                </a:r>
                <a:r>
                  <a:rPr lang="en-IN" sz="1600" dirty="0">
                    <a:latin typeface="Calibri" panose="020F0502020204030204" pitchFamily="34" charset="0"/>
                  </a:rPr>
                  <a:t> reacts with 2/3 of 0.669 </a:t>
                </a:r>
                <a:r>
                  <a:rPr lang="en-IN" sz="1600" dirty="0" err="1">
                    <a:latin typeface="Calibri" panose="020F0502020204030204" pitchFamily="34" charset="0"/>
                  </a:rPr>
                  <a:t>mol</a:t>
                </a:r>
                <a:r>
                  <a:rPr lang="en-IN" sz="1600" dirty="0">
                    <a:latin typeface="Calibri" panose="020F0502020204030204" pitchFamily="34" charset="0"/>
                  </a:rPr>
                  <a:t> of Al</a:t>
                </a:r>
                <a:endParaRPr lang="en-MY" sz="1600" dirty="0">
                  <a:latin typeface="Calibri" panose="020F0502020204030204" pitchFamily="34" charset="0"/>
                </a:endParaRPr>
              </a:p>
              <a:p>
                <a:r>
                  <a:rPr lang="en-MY" sz="1600" dirty="0"/>
                  <a:t>	</a:t>
                </a:r>
                <a14:m>
                  <m:oMath xmlns:m="http://schemas.openxmlformats.org/officeDocument/2006/math">
                    <m:f>
                      <m:fPr>
                        <m:ctrlPr>
                          <a:rPr lang="en-MY" sz="1600" i="1">
                            <a:latin typeface="Cambria Math" panose="02040503050406030204" pitchFamily="18" charset="0"/>
                          </a:rPr>
                        </m:ctrlPr>
                      </m:fPr>
                      <m:num>
                        <m:r>
                          <a:rPr lang="en-IN" sz="1600" i="1">
                            <a:latin typeface="Cambria Math" panose="02040503050406030204" pitchFamily="18" charset="0"/>
                          </a:rPr>
                          <m:t>2</m:t>
                        </m:r>
                      </m:num>
                      <m:den>
                        <m:r>
                          <a:rPr lang="en-IN" sz="1600" i="1">
                            <a:latin typeface="Cambria Math" panose="02040503050406030204" pitchFamily="18" charset="0"/>
                          </a:rPr>
                          <m:t>3</m:t>
                        </m:r>
                      </m:den>
                    </m:f>
                    <m:r>
                      <a:rPr lang="en-IN" sz="1600" i="1">
                        <a:latin typeface="Cambria Math" panose="02040503050406030204" pitchFamily="18" charset="0"/>
                      </a:rPr>
                      <m:t>×</m:t>
                    </m:r>
                    <m:r>
                      <a:rPr lang="en-IN" sz="1600" i="1">
                        <a:latin typeface="Cambria Math" panose="02040503050406030204" pitchFamily="18" charset="0"/>
                      </a:rPr>
                      <m:t>0</m:t>
                    </m:r>
                    <m:r>
                      <a:rPr lang="en-IN" sz="1600" i="1">
                        <a:latin typeface="Cambria Math" panose="02040503050406030204" pitchFamily="18" charset="0"/>
                      </a:rPr>
                      <m:t>.</m:t>
                    </m:r>
                    <m:r>
                      <a:rPr lang="en-IN" sz="1600" i="1">
                        <a:latin typeface="Cambria Math" panose="02040503050406030204" pitchFamily="18" charset="0"/>
                      </a:rPr>
                      <m:t>669</m:t>
                    </m:r>
                    <m:r>
                      <a:rPr lang="en-IN" sz="1600" i="1">
                        <a:latin typeface="Cambria Math" panose="02040503050406030204" pitchFamily="18" charset="0"/>
                      </a:rPr>
                      <m:t>=</m:t>
                    </m:r>
                    <m:r>
                      <a:rPr lang="en-IN" sz="1600" i="1">
                        <a:latin typeface="Cambria Math" panose="02040503050406030204" pitchFamily="18" charset="0"/>
                      </a:rPr>
                      <m:t>0</m:t>
                    </m:r>
                    <m:r>
                      <a:rPr lang="en-IN" sz="1600" i="1">
                        <a:latin typeface="Cambria Math" panose="02040503050406030204" pitchFamily="18" charset="0"/>
                      </a:rPr>
                      <m:t>.</m:t>
                    </m:r>
                    <m:r>
                      <a:rPr lang="en-IN" sz="1600" i="1">
                        <a:latin typeface="Cambria Math" panose="02040503050406030204" pitchFamily="18" charset="0"/>
                      </a:rPr>
                      <m:t>446</m:t>
                    </m:r>
                    <m:r>
                      <a:rPr lang="en-IN" sz="1600" i="1">
                        <a:latin typeface="Cambria Math" panose="02040503050406030204" pitchFamily="18" charset="0"/>
                      </a:rPr>
                      <m:t> </m:t>
                    </m:r>
                    <m:r>
                      <a:rPr lang="en-IN" sz="1600" i="1">
                        <a:latin typeface="Cambria Math" panose="02040503050406030204" pitchFamily="18" charset="0"/>
                      </a:rPr>
                      <m:t>𝑚𝑜𝑙</m:t>
                    </m:r>
                  </m:oMath>
                </a14:m>
                <a:endParaRPr lang="en-MY" sz="1600" dirty="0">
                  <a:latin typeface="Calibri" panose="020F0502020204030204" pitchFamily="34" charset="0"/>
                </a:endParaRPr>
              </a:p>
              <a:p>
                <a:r>
                  <a:rPr lang="en-IN" sz="1600" dirty="0">
                    <a:latin typeface="Calibri" panose="020F0502020204030204" pitchFamily="34" charset="0"/>
                  </a:rPr>
                  <a:t>	But only 0.446 </a:t>
                </a:r>
                <a:r>
                  <a:rPr lang="en-IN" sz="1600" dirty="0" err="1">
                    <a:latin typeface="Calibri" panose="020F0502020204030204" pitchFamily="34" charset="0"/>
                  </a:rPr>
                  <a:t>mol</a:t>
                </a:r>
                <a:r>
                  <a:rPr lang="en-IN" sz="1600" dirty="0">
                    <a:latin typeface="Calibri" panose="020F0502020204030204" pitchFamily="34" charset="0"/>
                  </a:rPr>
                  <a:t> of Al is required, which means that there is an excess of 1.48 -	0.446 = 1.034 </a:t>
                </a:r>
                <a:r>
                  <a:rPr lang="en-IN" sz="1600" dirty="0" err="1">
                    <a:latin typeface="Calibri" panose="020F0502020204030204" pitchFamily="34" charset="0"/>
                  </a:rPr>
                  <a:t>mol</a:t>
                </a:r>
                <a:r>
                  <a:rPr lang="en-IN" sz="1600" dirty="0">
                    <a:latin typeface="Calibri" panose="020F0502020204030204" pitchFamily="34" charset="0"/>
                  </a:rPr>
                  <a:t> of Al.</a:t>
                </a:r>
                <a:endParaRPr lang="en-MY" sz="1600" dirty="0">
                  <a:latin typeface="Calibri" panose="020F0502020204030204" pitchFamily="34" charset="0"/>
                </a:endParaRPr>
              </a:p>
              <a:p>
                <a:pPr marL="400050" lvl="0" indent="-400050">
                  <a:lnSpc>
                    <a:spcPct val="150000"/>
                  </a:lnSpc>
                  <a:buFont typeface="+mj-lt"/>
                  <a:buAutoNum type="romanUcPeriod" startAt="2"/>
                </a:pPr>
                <a:r>
                  <a:rPr lang="en-IN" sz="1600" dirty="0">
                    <a:latin typeface="Calibri" panose="020F0502020204030204" pitchFamily="34" charset="0"/>
                  </a:rPr>
                  <a:t>Calculating the amount of copper formed</a:t>
                </a:r>
                <a:endParaRPr lang="en-MY" sz="1600" dirty="0">
                  <a:latin typeface="Calibri" panose="020F0502020204030204" pitchFamily="34" charset="0"/>
                </a:endParaRPr>
              </a:p>
              <a:p>
                <a:r>
                  <a:rPr lang="en-IN" sz="1600" dirty="0">
                    <a:latin typeface="Calibri" panose="020F0502020204030204" pitchFamily="34" charset="0"/>
                  </a:rPr>
                  <a:t>	3 </a:t>
                </a:r>
                <a:r>
                  <a:rPr lang="en-IN" sz="1600" dirty="0" err="1">
                    <a:latin typeface="Calibri" panose="020F0502020204030204" pitchFamily="34" charset="0"/>
                  </a:rPr>
                  <a:t>mol</a:t>
                </a:r>
                <a:r>
                  <a:rPr lang="en-IN" sz="1600" dirty="0">
                    <a:latin typeface="Calibri" panose="020F0502020204030204" pitchFamily="34" charset="0"/>
                  </a:rPr>
                  <a:t> of CuCl</a:t>
                </a:r>
                <a:r>
                  <a:rPr lang="en-IN" sz="1600" baseline="-25000" dirty="0">
                    <a:latin typeface="Calibri" panose="020F0502020204030204" pitchFamily="34" charset="0"/>
                  </a:rPr>
                  <a:t>2</a:t>
                </a:r>
                <a:r>
                  <a:rPr lang="en-IN" sz="1600" dirty="0">
                    <a:latin typeface="Calibri" panose="020F0502020204030204" pitchFamily="34" charset="0"/>
                  </a:rPr>
                  <a:t> forms 3 </a:t>
                </a:r>
                <a:r>
                  <a:rPr lang="en-IN" sz="1600" dirty="0" err="1">
                    <a:latin typeface="Calibri" panose="020F0502020204030204" pitchFamily="34" charset="0"/>
                  </a:rPr>
                  <a:t>mol</a:t>
                </a:r>
                <a:r>
                  <a:rPr lang="en-IN" sz="1600" dirty="0">
                    <a:latin typeface="Calibri" panose="020F0502020204030204" pitchFamily="34" charset="0"/>
                  </a:rPr>
                  <a:t> of Cu. Hence, 0.669 </a:t>
                </a:r>
                <a:r>
                  <a:rPr lang="en-IN" sz="1600" dirty="0" err="1">
                    <a:latin typeface="Calibri" panose="020F0502020204030204" pitchFamily="34" charset="0"/>
                  </a:rPr>
                  <a:t>mol</a:t>
                </a:r>
                <a:r>
                  <a:rPr lang="en-IN" sz="1600" dirty="0">
                    <a:latin typeface="Calibri" panose="020F0502020204030204" pitchFamily="34" charset="0"/>
                  </a:rPr>
                  <a:t> of CuCl</a:t>
                </a:r>
                <a:r>
                  <a:rPr lang="en-IN" sz="1600" baseline="-25000" dirty="0">
                    <a:latin typeface="Calibri" panose="020F0502020204030204" pitchFamily="34" charset="0"/>
                  </a:rPr>
                  <a:t>2</a:t>
                </a:r>
                <a:r>
                  <a:rPr lang="en-IN" sz="1600" dirty="0">
                    <a:latin typeface="Calibri" panose="020F0502020204030204" pitchFamily="34" charset="0"/>
                  </a:rPr>
                  <a:t> forms 0.669 </a:t>
                </a:r>
                <a:r>
                  <a:rPr lang="en-IN" sz="1600" dirty="0" err="1">
                    <a:latin typeface="Calibri" panose="020F0502020204030204" pitchFamily="34" charset="0"/>
                  </a:rPr>
                  <a:t>mol</a:t>
                </a:r>
                <a:r>
                  <a:rPr lang="en-IN" sz="1600" dirty="0">
                    <a:latin typeface="Calibri" panose="020F0502020204030204" pitchFamily="34" charset="0"/>
                  </a:rPr>
                  <a:t> of CuCl</a:t>
                </a:r>
                <a:r>
                  <a:rPr lang="en-IN" sz="1600" baseline="-25000" dirty="0">
                    <a:latin typeface="Calibri" panose="020F0502020204030204" pitchFamily="34" charset="0"/>
                  </a:rPr>
                  <a:t>2</a:t>
                </a:r>
                <a:r>
                  <a:rPr lang="en-IN" sz="1600" dirty="0">
                    <a:latin typeface="Calibri" panose="020F0502020204030204" pitchFamily="34" charset="0"/>
                  </a:rPr>
                  <a:t>.</a:t>
                </a:r>
                <a:endParaRPr lang="en-MY" sz="1600" dirty="0">
                  <a:latin typeface="Calibri" panose="020F0502020204030204" pitchFamily="34" charset="0"/>
                </a:endParaRPr>
              </a:p>
              <a:p>
                <a:pPr marL="400050" lvl="0" indent="-400050">
                  <a:lnSpc>
                    <a:spcPct val="150000"/>
                  </a:lnSpc>
                  <a:buFont typeface="+mj-lt"/>
                  <a:buAutoNum type="romanUcPeriod" startAt="3"/>
                </a:pPr>
                <a:r>
                  <a:rPr lang="en-IN" sz="1600" dirty="0">
                    <a:latin typeface="Calibri" panose="020F0502020204030204" pitchFamily="34" charset="0"/>
                  </a:rPr>
                  <a:t>Calculating the mass of Cu formed</a:t>
                </a:r>
                <a:endParaRPr lang="en-MY" sz="1600" dirty="0">
                  <a:latin typeface="Calibri" panose="020F0502020204030204" pitchFamily="34" charset="0"/>
                </a:endParaRPr>
              </a:p>
              <a:p>
                <a:r>
                  <a:rPr lang="en-IN" sz="1600" dirty="0">
                    <a:latin typeface="Calibri" panose="020F0502020204030204" pitchFamily="34" charset="0"/>
                  </a:rPr>
                  <a:t>	mass=number of moles × molar mass= 0.669×63.546=42.512 g</a:t>
                </a:r>
                <a:endParaRPr lang="en-MY" sz="1600" dirty="0">
                  <a:latin typeface="Calibri" panose="020F0502020204030204" pitchFamily="34" charset="0"/>
                </a:endParaRPr>
              </a:p>
            </p:txBody>
          </p:sp>
        </mc:Choice>
        <mc:Fallback xmlns="">
          <p:sp>
            <p:nvSpPr>
              <p:cNvPr id="118" name="Google Shape;118;p26"/>
              <p:cNvSpPr txBox="1">
                <a:spLocks noRot="1" noChangeAspect="1" noMove="1" noResize="1" noEditPoints="1" noAdjustHandles="1" noChangeArrowheads="1" noChangeShapeType="1" noTextEdit="1"/>
              </p:cNvSpPr>
              <p:nvPr/>
            </p:nvSpPr>
            <p:spPr>
              <a:xfrm>
                <a:off x="446783" y="1877498"/>
                <a:ext cx="8250434" cy="3163426"/>
              </a:xfrm>
              <a:prstGeom prst="rect">
                <a:avLst/>
              </a:prstGeom>
              <a:blipFill>
                <a:blip r:embed="rId3"/>
                <a:stretch>
                  <a:fillRect l="-369"/>
                </a:stretch>
              </a:blipFill>
              <a:ln>
                <a:noFill/>
              </a:ln>
            </p:spPr>
            <p:txBody>
              <a:bodyPr/>
              <a:lstStyle/>
              <a:p>
                <a:r>
                  <a:rPr lang="en-GB">
                    <a:noFill/>
                  </a:rPr>
                  <a:t> </a:t>
                </a:r>
              </a:p>
            </p:txBody>
          </p:sp>
        </mc:Fallback>
      </mc:AlternateContent>
    </p:spTree>
    <p:extLst>
      <p:ext uri="{BB962C8B-B14F-4D97-AF65-F5344CB8AC3E}">
        <p14:creationId xmlns:p14="http://schemas.microsoft.com/office/powerpoint/2010/main" val="473131727"/>
      </p:ext>
    </p:extLst>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Material">
  <a:themeElements>
    <a:clrScheme name="Material">
      <a:dk1>
        <a:srgbClr val="4285F4"/>
      </a:dk1>
      <a:lt1>
        <a:srgbClr val="FFFFFF"/>
      </a:lt1>
      <a:dk2>
        <a:srgbClr val="424242"/>
      </a:dk2>
      <a:lt2>
        <a:srgbClr val="737373"/>
      </a:lt2>
      <a:accent1>
        <a:srgbClr val="0277BD"/>
      </a:accent1>
      <a:accent2>
        <a:srgbClr val="0F9D58"/>
      </a:accent2>
      <a:accent3>
        <a:srgbClr val="DB4437"/>
      </a:accent3>
      <a:accent4>
        <a:srgbClr val="FAFAFA"/>
      </a:accent4>
      <a:accent5>
        <a:srgbClr val="4FC3F7"/>
      </a:accent5>
      <a:accent6>
        <a:srgbClr val="F4B400"/>
      </a:accent6>
      <a:hlink>
        <a:srgbClr val="4FC3F7"/>
      </a:hlink>
      <a:folHlink>
        <a:srgbClr val="4FC3F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21</TotalTime>
  <Words>3797</Words>
  <Application>Microsoft Office PowerPoint</Application>
  <PresentationFormat>On-screen Show (16:9)</PresentationFormat>
  <Paragraphs>379</Paragraphs>
  <Slides>37</Slides>
  <Notes>37</Notes>
  <HiddenSlides>0</HiddenSlides>
  <MMClips>0</MMClips>
  <ScaleCrop>false</ScaleCrop>
  <HeadingPairs>
    <vt:vector size="6" baseType="variant">
      <vt:variant>
        <vt:lpstr>Fonts Used</vt:lpstr>
      </vt:variant>
      <vt:variant>
        <vt:i4>4</vt:i4>
      </vt:variant>
      <vt:variant>
        <vt:lpstr>Theme</vt:lpstr>
      </vt:variant>
      <vt:variant>
        <vt:i4>2</vt:i4>
      </vt:variant>
      <vt:variant>
        <vt:lpstr>Slide Titles</vt:lpstr>
      </vt:variant>
      <vt:variant>
        <vt:i4>37</vt:i4>
      </vt:variant>
    </vt:vector>
  </HeadingPairs>
  <TitlesOfParts>
    <vt:vector size="43" baseType="lpstr">
      <vt:lpstr>Cambria Math</vt:lpstr>
      <vt:lpstr>Arial</vt:lpstr>
      <vt:lpstr>Roboto</vt:lpstr>
      <vt:lpstr>Calibri</vt:lpstr>
      <vt:lpstr>Simple Light</vt:lpstr>
      <vt:lpstr>Material</vt:lpstr>
      <vt:lpstr>Atoms, molecules and stoichiometry</vt:lpstr>
      <vt:lpstr>Introduction</vt:lpstr>
      <vt:lpstr>Isotopes &amp; Calculating Relative Atomic Mass</vt:lpstr>
      <vt:lpstr>Relative molecular mass</vt:lpstr>
      <vt:lpstr>Relative molecular mass &amp; relative formula mass</vt:lpstr>
      <vt:lpstr>Mole and Avogadro Constant </vt:lpstr>
      <vt:lpstr>Mole and Avogadro Constant </vt:lpstr>
      <vt:lpstr>Mole and Avogadro Constant </vt:lpstr>
      <vt:lpstr>Mole and Avogadro Constant </vt:lpstr>
      <vt:lpstr>Mole and Avogadro Constant </vt:lpstr>
      <vt:lpstr>Hydrated Salts</vt:lpstr>
      <vt:lpstr>Hydrated Salts</vt:lpstr>
      <vt:lpstr>Ions</vt:lpstr>
      <vt:lpstr>Ionic charge of elements</vt:lpstr>
      <vt:lpstr>Ionic charge of elements</vt:lpstr>
      <vt:lpstr>Molecular Ions</vt:lpstr>
      <vt:lpstr>Empirical and Molecular Formula</vt:lpstr>
      <vt:lpstr>Empirical and Molecular Formula</vt:lpstr>
      <vt:lpstr>Molecular Formula</vt:lpstr>
      <vt:lpstr>Empirical and Molecular Formula</vt:lpstr>
      <vt:lpstr>Constructing Balanced Chemical Equations</vt:lpstr>
      <vt:lpstr>Constructing Balanced Chemical Equations</vt:lpstr>
      <vt:lpstr>Constructing Balanced Chemical Equations</vt:lpstr>
      <vt:lpstr>Constructing Balanced Chemical Equations</vt:lpstr>
      <vt:lpstr>Molar Gas Volume</vt:lpstr>
      <vt:lpstr>Molar Gas Volume</vt:lpstr>
      <vt:lpstr>Calculations</vt:lpstr>
      <vt:lpstr>Calculations</vt:lpstr>
      <vt:lpstr>Calculations</vt:lpstr>
      <vt:lpstr>Titration Calculations based on experimental results</vt:lpstr>
      <vt:lpstr>Titration Calculations based on experimental results</vt:lpstr>
      <vt:lpstr>Titration Calculations based on experimental results</vt:lpstr>
      <vt:lpstr>Titration Calculations based on experimental results</vt:lpstr>
      <vt:lpstr>More Titration Calculations</vt:lpstr>
      <vt:lpstr>More Titration Calculations</vt:lpstr>
      <vt:lpstr>Identifying the Limiting &amp; Excess Reagent</vt:lpstr>
      <vt:lpstr>Identifying the Limiting &amp; Excess Reagent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 Title</dc:title>
  <cp:lastModifiedBy>SUTHAN SELVARAJ</cp:lastModifiedBy>
  <cp:revision>24</cp:revision>
  <dcterms:modified xsi:type="dcterms:W3CDTF">2021-04-20T08:26:14Z</dcterms:modified>
</cp:coreProperties>
</file>